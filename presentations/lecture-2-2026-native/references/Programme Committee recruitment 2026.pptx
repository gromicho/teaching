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97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8919-CDE1-81FF-8F4B-F06936CB53EB}" v="1" dt="2026-09-01T09:40:41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 Boot" userId="S::t.boot@uva.nl::41957c36-a625-4db0-85b7-4216efeb4bb6" providerId="AD" clId="Web-{A04F9B10-8922-93EF-420F-B4CEDA943642}"/>
    <pc:docChg chg="modSld">
      <pc:chgData name="Tamara Boot" userId="S::t.boot@uva.nl::41957c36-a625-4db0-85b7-4216efeb4bb6" providerId="AD" clId="Web-{A04F9B10-8922-93EF-420F-B4CEDA943642}" dt="2026-08-26T14:18:07.326" v="24" actId="20577"/>
      <pc:docMkLst>
        <pc:docMk/>
      </pc:docMkLst>
      <pc:sldChg chg="addSp modSp">
        <pc:chgData name="Tamara Boot" userId="S::t.boot@uva.nl::41957c36-a625-4db0-85b7-4216efeb4bb6" providerId="AD" clId="Web-{A04F9B10-8922-93EF-420F-B4CEDA943642}" dt="2026-08-26T14:18:07.326" v="24" actId="20577"/>
        <pc:sldMkLst>
          <pc:docMk/>
          <pc:sldMk cId="4139426021" sldId="297"/>
        </pc:sldMkLst>
        <pc:spChg chg="mod">
          <ac:chgData name="Tamara Boot" userId="S::t.boot@uva.nl::41957c36-a625-4db0-85b7-4216efeb4bb6" providerId="AD" clId="Web-{A04F9B10-8922-93EF-420F-B4CEDA943642}" dt="2026-08-26T14:17:38.137" v="19" actId="20577"/>
          <ac:spMkLst>
            <pc:docMk/>
            <pc:sldMk cId="4139426021" sldId="297"/>
            <ac:spMk id="7" creationId="{92AFACD5-0E25-E53A-8A50-023CAF5F9C42}"/>
          </ac:spMkLst>
        </pc:spChg>
        <pc:spChg chg="mod">
          <ac:chgData name="Tamara Boot" userId="S::t.boot@uva.nl::41957c36-a625-4db0-85b7-4216efeb4bb6" providerId="AD" clId="Web-{A04F9B10-8922-93EF-420F-B4CEDA943642}" dt="2026-08-26T14:18:07.326" v="24" actId="20577"/>
          <ac:spMkLst>
            <pc:docMk/>
            <pc:sldMk cId="4139426021" sldId="297"/>
            <ac:spMk id="8" creationId="{862F1555-021D-CA02-FAE5-059D22FAA945}"/>
          </ac:spMkLst>
        </pc:spChg>
        <pc:picChg chg="add mod modCrop">
          <ac:chgData name="Tamara Boot" userId="S::t.boot@uva.nl::41957c36-a625-4db0-85b7-4216efeb4bb6" providerId="AD" clId="Web-{A04F9B10-8922-93EF-420F-B4CEDA943642}" dt="2026-08-26T14:17:59.044" v="23" actId="1076"/>
          <ac:picMkLst>
            <pc:docMk/>
            <pc:sldMk cId="4139426021" sldId="297"/>
            <ac:picMk id="9" creationId="{26074967-62AF-FEE2-FE73-A21D6CBA8359}"/>
          </ac:picMkLst>
        </pc:picChg>
      </pc:sldChg>
    </pc:docChg>
  </pc:docChgLst>
  <pc:docChgLst>
    <pc:chgData clId="Web-{A0628919-CDE1-81FF-8F4B-F06936CB53EB}"/>
    <pc:docChg chg="modSld">
      <pc:chgData name="" userId="" providerId="" clId="Web-{A0628919-CDE1-81FF-8F4B-F06936CB53EB}" dt="2026-09-01T09:40:41.929" v="0" actId="20577"/>
      <pc:docMkLst>
        <pc:docMk/>
      </pc:docMkLst>
      <pc:sldChg chg="modSp">
        <pc:chgData name="" userId="" providerId="" clId="Web-{A0628919-CDE1-81FF-8F4B-F06936CB53EB}" dt="2026-09-01T09:40:41.929" v="0" actId="20577"/>
        <pc:sldMkLst>
          <pc:docMk/>
          <pc:sldMk cId="4139426021" sldId="297"/>
        </pc:sldMkLst>
        <pc:spChg chg="mod">
          <ac:chgData name="" userId="" providerId="" clId="Web-{A0628919-CDE1-81FF-8F4B-F06936CB53EB}" dt="2026-09-01T09:40:41.929" v="0" actId="20577"/>
          <ac:spMkLst>
            <pc:docMk/>
            <pc:sldMk cId="4139426021" sldId="297"/>
            <ac:spMk id="2" creationId="{CD4059F2-9D94-EFE8-B687-6DE541AB04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jdelijke aanduiding voor afbeelding 16">
            <a:extLst>
              <a:ext uri="{FF2B5EF4-FFF2-40B4-BE49-F238E27FC236}">
                <a16:creationId xmlns:a16="http://schemas.microsoft.com/office/drawing/2014/main" id="{0CC5F10E-9DED-472E-9A03-A3B77F410C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5999" cy="6858000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144" name="Titel 1">
            <a:extLst>
              <a:ext uri="{FF2B5EF4-FFF2-40B4-BE49-F238E27FC236}">
                <a16:creationId xmlns:a16="http://schemas.microsoft.com/office/drawing/2014/main" id="{473EA514-D447-4B2B-A558-A7763FD456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365078"/>
            <a:ext cx="5046662" cy="1823639"/>
          </a:xfrm>
        </p:spPr>
        <p:txBody>
          <a:bodyPr/>
          <a:lstStyle>
            <a:lvl1pPr>
              <a:defRPr sz="4400"/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br>
              <a:rPr lang="nl-NL" noProof="0" dirty="0"/>
            </a:b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br>
              <a:rPr lang="nl-NL" noProof="0" dirty="0"/>
            </a:br>
            <a:r>
              <a:rPr lang="nl-NL" noProof="0" dirty="0"/>
              <a:t>max. 3 </a:t>
            </a:r>
            <a:r>
              <a:rPr lang="nl-NL" noProof="0" dirty="0" err="1"/>
              <a:t>lines</a:t>
            </a:r>
            <a:endParaRPr lang="nl-NL" noProof="0" dirty="0"/>
          </a:p>
        </p:txBody>
      </p:sp>
      <p:sp>
        <p:nvSpPr>
          <p:cNvPr id="145" name="Tijdelijke aanduiding voor verticale tekst 2">
            <a:extLst>
              <a:ext uri="{FF2B5EF4-FFF2-40B4-BE49-F238E27FC236}">
                <a16:creationId xmlns:a16="http://schemas.microsoft.com/office/drawing/2014/main" id="{4333DE95-4C11-467D-8C4E-7395A74F6CEB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515938" y="1909709"/>
            <a:ext cx="5046662" cy="291284"/>
          </a:xfrm>
        </p:spPr>
        <p:txBody>
          <a:bodyPr vert="horz"/>
          <a:lstStyle>
            <a:lvl1pPr marL="0" indent="0">
              <a:buFont typeface="Arial" panose="020B0604020202020204" pitchFamily="34" charset="0"/>
              <a:buNone/>
              <a:defRPr sz="22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Subtitle</a:t>
            </a:r>
            <a:r>
              <a:rPr lang="nl-NL" noProof="0" dirty="0"/>
              <a:t> </a:t>
            </a:r>
            <a:r>
              <a:rPr lang="nl-NL" noProof="0" dirty="0" err="1"/>
              <a:t>optional</a:t>
            </a:r>
            <a:endParaRPr lang="nl-NL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494CA00-555D-4751-8668-226BC887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000" y="7315200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402" y="7315200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9492"/>
            <a:ext cx="194284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dirty="0">
                <a:solidFill>
                  <a:schemeClr val="accent2"/>
                </a:solidFill>
                <a:latin typeface="+mj-lt"/>
              </a:rPr>
              <a:t>TITLE SLIDE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8" y="5810479"/>
            <a:ext cx="2600263" cy="240496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nl-NL" noProof="0" dirty="0"/>
              <a:t>Name presenter| </a:t>
            </a:r>
            <a:r>
              <a:rPr lang="nl-NL" noProof="0" dirty="0" err="1"/>
              <a:t>Location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939" y="6091154"/>
            <a:ext cx="2600262" cy="240496"/>
          </a:xfrm>
        </p:spPr>
        <p:txBody>
          <a:bodyPr/>
          <a:lstStyle>
            <a:lvl1pPr algn="l"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nl-NL"/>
              <a:t>Date</a:t>
            </a:r>
          </a:p>
        </p:txBody>
      </p:sp>
      <p:grpSp>
        <p:nvGrpSpPr>
          <p:cNvPr id="13" name="INSTRUCTIE">
            <a:extLst>
              <a:ext uri="{FF2B5EF4-FFF2-40B4-BE49-F238E27FC236}">
                <a16:creationId xmlns:a16="http://schemas.microsoft.com/office/drawing/2014/main" id="{F135C096-F8A5-4844-B171-FF998B9ED2D3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AD13AC1-B202-4089-9212-C7592512CF48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4222D4AE-64BD-45EE-A227-7FA44B1AD99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C3697694-FE14-4FCC-A906-A181547121B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D671C9AD-5438-4401-B574-2F3CF89A5DA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A023DDA5-38A8-4A7B-B24F-42D770C00F71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7AC7FDE6-7C29-485E-B480-9CEDB0D3DA04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4C4D94D-79F2-45B4-AFF1-F2EA11C2215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97CCBAF-262C-4AEA-A851-C415F4E5B14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F2596B74-02D4-49CD-8BD4-75B20557042C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B703BD11-5870-4327-8D78-47AFD478B7C0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02A141A5-E83C-4D79-B275-8670848580A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C8B80196-585D-4B02-B4F0-FB132676EF3F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337C0839-D9C2-4742-A533-BCFE09C26CF2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88A63314-D9C6-48C3-B04C-349DA135D1F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Ovaal 32">
              <a:extLst>
                <a:ext uri="{FF2B5EF4-FFF2-40B4-BE49-F238E27FC236}">
                  <a16:creationId xmlns:a16="http://schemas.microsoft.com/office/drawing/2014/main" id="{43DFC794-AAAE-4899-87D1-E4F7C2D2ADC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4" name="Rechthoek 33">
              <a:extLst>
                <a:ext uri="{FF2B5EF4-FFF2-40B4-BE49-F238E27FC236}">
                  <a16:creationId xmlns:a16="http://schemas.microsoft.com/office/drawing/2014/main" id="{E9B22BF0-1B62-4E49-9D11-FB88EDEC6DDE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Ovaal 34">
              <a:extLst>
                <a:ext uri="{FF2B5EF4-FFF2-40B4-BE49-F238E27FC236}">
                  <a16:creationId xmlns:a16="http://schemas.microsoft.com/office/drawing/2014/main" id="{DACC1206-D646-4D73-BDCA-B42317E8ED5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E11B14EE-5151-45D2-A084-E97A90E737AD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Ovaal 36">
              <a:extLst>
                <a:ext uri="{FF2B5EF4-FFF2-40B4-BE49-F238E27FC236}">
                  <a16:creationId xmlns:a16="http://schemas.microsoft.com/office/drawing/2014/main" id="{4E237CB0-9A1F-4F2D-B3D4-B1B9312BF1C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8" name="Rechthoek 37">
              <a:extLst>
                <a:ext uri="{FF2B5EF4-FFF2-40B4-BE49-F238E27FC236}">
                  <a16:creationId xmlns:a16="http://schemas.microsoft.com/office/drawing/2014/main" id="{33A62886-B729-4E82-A1C7-4162427087D8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64EEFEDE-1814-41BF-8575-9191430EA50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40" name="ICOON_info">
              <a:extLst>
                <a:ext uri="{FF2B5EF4-FFF2-40B4-BE49-F238E27FC236}">
                  <a16:creationId xmlns:a16="http://schemas.microsoft.com/office/drawing/2014/main" id="{BFF23D97-DCF2-4D9A-8DF7-2333EBC3D58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CDB63BE3-5ECD-4F2F-ACD1-0D0263DCC3B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Graphic 163" descr="Informatie">
                <a:extLst>
                  <a:ext uri="{FF2B5EF4-FFF2-40B4-BE49-F238E27FC236}">
                    <a16:creationId xmlns:a16="http://schemas.microsoft.com/office/drawing/2014/main" id="{991A2757-C991-4C50-A971-723501CFB35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1" name="VOORBEELD">
              <a:extLst>
                <a:ext uri="{FF2B5EF4-FFF2-40B4-BE49-F238E27FC236}">
                  <a16:creationId xmlns:a16="http://schemas.microsoft.com/office/drawing/2014/main" id="{A3862D7B-99A2-4802-83D6-C0A3E82A055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B56041A3-2374-4B65-A93B-6485A689F3F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736312EA-8DC4-4CCE-82AE-874B5C0D2E2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CDBD518F-2115-4839-8D7B-936BD65696C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CD687FD0-B0AD-4EAF-8286-C62991E1C18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3DE48343-3E1B-47F2-8729-26A0964777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94E75FB9-D7FA-4D3B-AC0F-253D4C5245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7AD2AFA-6819-45FD-A297-C5E391C2CD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763312E0-E32A-47FB-87B3-47CBFECB6C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3B666809-DD8E-4E2C-8339-01B3026668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21095F32-BD2B-402D-B047-61D781437D3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D5ED4F2D-824A-441B-A460-7724B742D5A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09A18CA3-69E5-422D-A578-0509C4C32F6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BF0824C0-F321-4811-924E-AB81751721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3106A258-B6C9-4CC2-843F-42724797C3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5DD8DBD3-F96D-4899-9906-4456E68698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3D5445D0-E4FD-4E6F-85AF-A78A115A1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C6B63B1A-FF51-4A9F-B3E9-AA1F93DF0F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A997D8BC-ECF2-40FB-B368-B9B364B29CC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6" name="Rechte verbindingslijn 45">
                <a:extLst>
                  <a:ext uri="{FF2B5EF4-FFF2-40B4-BE49-F238E27FC236}">
                    <a16:creationId xmlns:a16="http://schemas.microsoft.com/office/drawing/2014/main" id="{FC974F43-9EDA-42AA-AFF3-109FFC525CB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7" name="Rechte verbindingslijn 46">
                <a:extLst>
                  <a:ext uri="{FF2B5EF4-FFF2-40B4-BE49-F238E27FC236}">
                    <a16:creationId xmlns:a16="http://schemas.microsoft.com/office/drawing/2014/main" id="{DC761B67-3505-4793-893E-EC4758143F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7EB35090-296B-4D66-BE41-C22F0C640595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941D3B06-5C59-48BF-B6D4-805C9262234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416F95D8-D02D-40B5-A9BA-34F7CD4AE31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0" name="Rechthoek 59">
                  <a:extLst>
                    <a:ext uri="{FF2B5EF4-FFF2-40B4-BE49-F238E27FC236}">
                      <a16:creationId xmlns:a16="http://schemas.microsoft.com/office/drawing/2014/main" id="{28F3E605-696D-4320-8EB8-E901B82A9626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3AD4BB03-8798-4B3A-8F60-B78077A82E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0CE187B3-5627-4390-9907-C190C9237F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7778A884-127C-4FEB-91CA-4548D3E310D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86651227-FFF7-4E4A-82B5-8EDE55E783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D1FA01A8-C853-4943-A90F-FEC7E107F5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E96482D3-A75E-4564-BAEE-57CDA1F2C2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2" name="Pijl: rechts 61">
                  <a:extLst>
                    <a:ext uri="{FF2B5EF4-FFF2-40B4-BE49-F238E27FC236}">
                      <a16:creationId xmlns:a16="http://schemas.microsoft.com/office/drawing/2014/main" id="{1F8E074D-65D8-432E-BCC0-72C772F498D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EDB9D5B9-973E-4B4F-8ADC-691D0B6B762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2" name="Rechthoek 51">
                  <a:extLst>
                    <a:ext uri="{FF2B5EF4-FFF2-40B4-BE49-F238E27FC236}">
                      <a16:creationId xmlns:a16="http://schemas.microsoft.com/office/drawing/2014/main" id="{C6EF0056-4A5D-4233-B787-99EB5E41415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3" name="Groep 52">
                  <a:extLst>
                    <a:ext uri="{FF2B5EF4-FFF2-40B4-BE49-F238E27FC236}">
                      <a16:creationId xmlns:a16="http://schemas.microsoft.com/office/drawing/2014/main" id="{99BD48C2-846B-4A3F-8277-3A892FCFE0D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5F62FD30-4070-4E75-9D02-59C123BBE7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947D578C-44AB-46A8-8275-EE0BD998E1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075F4CC3-FC5B-465B-B93C-1AD138BD15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C8D41877-E42B-463D-AD3C-FE726BD82F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DE45D10A-BAE4-41BF-B850-A16D667C7D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4" name="Pijl: rechts 53">
                  <a:extLst>
                    <a:ext uri="{FF2B5EF4-FFF2-40B4-BE49-F238E27FC236}">
                      <a16:creationId xmlns:a16="http://schemas.microsoft.com/office/drawing/2014/main" id="{7A166727-7F79-4980-B76A-AA7459C01D4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84" name="INSTRUCTIE">
            <a:extLst>
              <a:ext uri="{FF2B5EF4-FFF2-40B4-BE49-F238E27FC236}">
                <a16:creationId xmlns:a16="http://schemas.microsoft.com/office/drawing/2014/main" id="{5B2FEF53-70E6-42B3-9CE2-B7F834BC3964}"/>
              </a:ext>
            </a:extLst>
          </p:cNvPr>
          <p:cNvGrpSpPr/>
          <p:nvPr userDrawn="1"/>
        </p:nvGrpSpPr>
        <p:grpSpPr>
          <a:xfrm>
            <a:off x="12377595" y="0"/>
            <a:ext cx="3693386" cy="6452863"/>
            <a:chOff x="-3786437" y="0"/>
            <a:chExt cx="3693386" cy="6452863"/>
          </a:xfrm>
        </p:grpSpPr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DA7C2C24-1ADC-4550-BAB5-4AA8394C1567}"/>
                </a:ext>
              </a:extLst>
            </p:cNvPr>
            <p:cNvSpPr/>
            <p:nvPr userDrawn="1"/>
          </p:nvSpPr>
          <p:spPr>
            <a:xfrm>
              <a:off x="-3786437" y="562486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86" name="INSTRUCTIE">
              <a:extLst>
                <a:ext uri="{FF2B5EF4-FFF2-40B4-BE49-F238E27FC236}">
                  <a16:creationId xmlns:a16="http://schemas.microsoft.com/office/drawing/2014/main" id="{08760238-8F74-4D80-BCB7-1C5A44296221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5782322"/>
              <a:chOff x="-3786165" y="0"/>
              <a:chExt cx="3693114" cy="5782322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5D21A91-EEAB-405A-8739-A01A73914725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562486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CDA04E64-9B35-4F29-AA7C-27191F798589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0CA5DC95-4A50-480E-A761-DA47F694DF73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90" name="Groep 89">
                <a:extLst>
                  <a:ext uri="{FF2B5EF4-FFF2-40B4-BE49-F238E27FC236}">
                    <a16:creationId xmlns:a16="http://schemas.microsoft.com/office/drawing/2014/main" id="{8E28C0D1-A6B5-458B-B490-EA7F3321845E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36" name="Rechthoek 135">
                  <a:extLst>
                    <a:ext uri="{FF2B5EF4-FFF2-40B4-BE49-F238E27FC236}">
                      <a16:creationId xmlns:a16="http://schemas.microsoft.com/office/drawing/2014/main" id="{00D06F20-FB2A-42EA-B743-572311B94817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7" name="Ovaal 136">
                  <a:extLst>
                    <a:ext uri="{FF2B5EF4-FFF2-40B4-BE49-F238E27FC236}">
                      <a16:creationId xmlns:a16="http://schemas.microsoft.com/office/drawing/2014/main" id="{7770043D-FB01-4B9D-84CF-D701C98F3B70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8" name="Vrije vorm: vorm 137">
                  <a:extLst>
                    <a:ext uri="{FF2B5EF4-FFF2-40B4-BE49-F238E27FC236}">
                      <a16:creationId xmlns:a16="http://schemas.microsoft.com/office/drawing/2014/main" id="{144ECCB5-B8F6-4744-8DD1-FB072C53F17B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9" name="Rechthoek: afgeronde hoeken 138">
                  <a:extLst>
                    <a:ext uri="{FF2B5EF4-FFF2-40B4-BE49-F238E27FC236}">
                      <a16:creationId xmlns:a16="http://schemas.microsoft.com/office/drawing/2014/main" id="{8C61A20E-43D3-46BB-9832-2D48FAB0663A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40" name="Rechte verbindingslijn 139">
                  <a:extLst>
                    <a:ext uri="{FF2B5EF4-FFF2-40B4-BE49-F238E27FC236}">
                      <a16:creationId xmlns:a16="http://schemas.microsoft.com/office/drawing/2014/main" id="{BB4EDDF5-22C8-44A0-92A4-0175713B6B42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1" name="Rechte verbindingslijn 140">
                  <a:extLst>
                    <a:ext uri="{FF2B5EF4-FFF2-40B4-BE49-F238E27FC236}">
                      <a16:creationId xmlns:a16="http://schemas.microsoft.com/office/drawing/2014/main" id="{6BC61612-8681-4289-B20C-F12B76ABCF22}"/>
                    </a:ext>
                  </a:extLst>
                </p:cNvPr>
                <p:cNvCxnSpPr>
                  <a:cxnSpLocks/>
                  <a:stCxn id="139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3512D451-C44C-4123-948B-D42D034693F3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AD00A1FA-6D10-4353-9BDA-4411762B6FAC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B3C795F-5149-47EC-86A8-4F67DD29AF7A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33" name="Rechthoek 132">
                  <a:extLst>
                    <a:ext uri="{FF2B5EF4-FFF2-40B4-BE49-F238E27FC236}">
                      <a16:creationId xmlns:a16="http://schemas.microsoft.com/office/drawing/2014/main" id="{C4E706BD-CCD6-4E01-B706-46F98F0A3D3D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34" name="Rechte verbindingslijn 133">
                  <a:extLst>
                    <a:ext uri="{FF2B5EF4-FFF2-40B4-BE49-F238E27FC236}">
                      <a16:creationId xmlns:a16="http://schemas.microsoft.com/office/drawing/2014/main" id="{D116A888-9C87-48D3-B00E-560CC903E299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35" name="Gelijkbenige driehoek 134">
                  <a:extLst>
                    <a:ext uri="{FF2B5EF4-FFF2-40B4-BE49-F238E27FC236}">
                      <a16:creationId xmlns:a16="http://schemas.microsoft.com/office/drawing/2014/main" id="{F6A25A08-9953-4E85-98AA-E924F3511AA7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4" name="Ovaal 93">
                <a:extLst>
                  <a:ext uri="{FF2B5EF4-FFF2-40B4-BE49-F238E27FC236}">
                    <a16:creationId xmlns:a16="http://schemas.microsoft.com/office/drawing/2014/main" id="{9E19F462-E7F3-49AD-AF8C-A2ABACDFAFD6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95" name="Rechthoek 94">
                <a:extLst>
                  <a:ext uri="{FF2B5EF4-FFF2-40B4-BE49-F238E27FC236}">
                    <a16:creationId xmlns:a16="http://schemas.microsoft.com/office/drawing/2014/main" id="{3BDE3FEB-B61A-4ACE-8AF2-B08A34F4645E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afbeelding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‘Naar achtergrond’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96" name="Ovaal 95">
                <a:extLst>
                  <a:ext uri="{FF2B5EF4-FFF2-40B4-BE49-F238E27FC236}">
                    <a16:creationId xmlns:a16="http://schemas.microsoft.com/office/drawing/2014/main" id="{95EA7597-4D65-4EA3-AFDE-EB398C98B1AF}"/>
                  </a:ext>
                </a:extLst>
              </p:cNvPr>
              <p:cNvSpPr/>
              <p:nvPr userDrawn="1"/>
            </p:nvSpPr>
            <p:spPr>
              <a:xfrm>
                <a:off x="-3603587" y="3744237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C0B30B1B-A82B-442C-985A-393B37927C47}"/>
                  </a:ext>
                </a:extLst>
              </p:cNvPr>
              <p:cNvSpPr/>
              <p:nvPr userDrawn="1"/>
            </p:nvSpPr>
            <p:spPr>
              <a:xfrm>
                <a:off x="-3319415" y="3744238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98" name="Groep 97">
                <a:extLst>
                  <a:ext uri="{FF2B5EF4-FFF2-40B4-BE49-F238E27FC236}">
                    <a16:creationId xmlns:a16="http://schemas.microsoft.com/office/drawing/2014/main" id="{94E5DFF1-70AE-4380-99CE-992E7B306D33}"/>
                  </a:ext>
                </a:extLst>
              </p:cNvPr>
              <p:cNvGrpSpPr/>
              <p:nvPr userDrawn="1"/>
            </p:nvGrpSpPr>
            <p:grpSpPr>
              <a:xfrm>
                <a:off x="-3408294" y="4834615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117" name="Groep 116">
                  <a:extLst>
                    <a:ext uri="{FF2B5EF4-FFF2-40B4-BE49-F238E27FC236}">
                      <a16:creationId xmlns:a16="http://schemas.microsoft.com/office/drawing/2014/main" id="{F80FD89A-1915-432B-A446-859988EB565F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120" name="Groep 119">
                    <a:extLst>
                      <a:ext uri="{FF2B5EF4-FFF2-40B4-BE49-F238E27FC236}">
                        <a16:creationId xmlns:a16="http://schemas.microsoft.com/office/drawing/2014/main" id="{AAAC94F5-34DB-495D-84C0-03C77270704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127" name="Groep 126">
                      <a:extLst>
                        <a:ext uri="{FF2B5EF4-FFF2-40B4-BE49-F238E27FC236}">
                          <a16:creationId xmlns:a16="http://schemas.microsoft.com/office/drawing/2014/main" id="{37FBB935-F65C-4D8B-AE7E-DBFC044A7292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130" name="Rechthoek 129">
                        <a:extLst>
                          <a:ext uri="{FF2B5EF4-FFF2-40B4-BE49-F238E27FC236}">
                            <a16:creationId xmlns:a16="http://schemas.microsoft.com/office/drawing/2014/main" id="{8B54F667-2E31-4804-9C66-4522C42837C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1" name="Rechthoek 130">
                        <a:extLst>
                          <a:ext uri="{FF2B5EF4-FFF2-40B4-BE49-F238E27FC236}">
                            <a16:creationId xmlns:a16="http://schemas.microsoft.com/office/drawing/2014/main" id="{99A55D18-571D-4291-849D-0F3ACBFD128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2" name="Ovaal 131">
                        <a:extLst>
                          <a:ext uri="{FF2B5EF4-FFF2-40B4-BE49-F238E27FC236}">
                            <a16:creationId xmlns:a16="http://schemas.microsoft.com/office/drawing/2014/main" id="{933C8FAF-0924-4EBF-8B3A-6BB25CD8C97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28" name="Afbeelding 127">
                      <a:extLst>
                        <a:ext uri="{FF2B5EF4-FFF2-40B4-BE49-F238E27FC236}">
                          <a16:creationId xmlns:a16="http://schemas.microsoft.com/office/drawing/2014/main" id="{3C85F10B-3BEF-4746-9B2A-47B0681ACD2E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29" name="Afbeelding 128">
                      <a:extLst>
                        <a:ext uri="{FF2B5EF4-FFF2-40B4-BE49-F238E27FC236}">
                          <a16:creationId xmlns:a16="http://schemas.microsoft.com/office/drawing/2014/main" id="{6C553907-A2A3-40DB-A3C0-D53D6A9D2FE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21" name="Groep 120">
                    <a:extLst>
                      <a:ext uri="{FF2B5EF4-FFF2-40B4-BE49-F238E27FC236}">
                        <a16:creationId xmlns:a16="http://schemas.microsoft.com/office/drawing/2014/main" id="{1453387B-5DC6-4226-8F2C-5C3D05E3A5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25" name="Rechthoek 124">
                      <a:extLst>
                        <a:ext uri="{FF2B5EF4-FFF2-40B4-BE49-F238E27FC236}">
                          <a16:creationId xmlns:a16="http://schemas.microsoft.com/office/drawing/2014/main" id="{A5898C26-55FD-49D8-8430-3CBFC21AACD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" name="Rechthoek 125">
                      <a:extLst>
                        <a:ext uri="{FF2B5EF4-FFF2-40B4-BE49-F238E27FC236}">
                          <a16:creationId xmlns:a16="http://schemas.microsoft.com/office/drawing/2014/main" id="{A5E00885-1A21-4E3A-8A32-82C8E629AE26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122" name="Groep 121">
                    <a:extLst>
                      <a:ext uri="{FF2B5EF4-FFF2-40B4-BE49-F238E27FC236}">
                        <a16:creationId xmlns:a16="http://schemas.microsoft.com/office/drawing/2014/main" id="{6980EF5F-6DC5-49BE-BDC2-535129AF43F8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23" name="Rechthoek 122">
                      <a:extLst>
                        <a:ext uri="{FF2B5EF4-FFF2-40B4-BE49-F238E27FC236}">
                          <a16:creationId xmlns:a16="http://schemas.microsoft.com/office/drawing/2014/main" id="{243B2A72-775C-47D7-808E-C21A0943DA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" name="Rechthoek 123">
                      <a:extLst>
                        <a:ext uri="{FF2B5EF4-FFF2-40B4-BE49-F238E27FC236}">
                          <a16:creationId xmlns:a16="http://schemas.microsoft.com/office/drawing/2014/main" id="{0E51FE48-AD5D-462D-9349-7E80D025EE20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118" name="Rechthoek 117">
                  <a:extLst>
                    <a:ext uri="{FF2B5EF4-FFF2-40B4-BE49-F238E27FC236}">
                      <a16:creationId xmlns:a16="http://schemas.microsoft.com/office/drawing/2014/main" id="{4706D330-A05E-4464-A8BE-FE8BFBF791DB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119" name="Gelijkbenige driehoek 118">
                  <a:extLst>
                    <a:ext uri="{FF2B5EF4-FFF2-40B4-BE49-F238E27FC236}">
                      <a16:creationId xmlns:a16="http://schemas.microsoft.com/office/drawing/2014/main" id="{55B9535A-BFFB-48D5-8F43-7E434CDC08E4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9" name="Groep 98">
                <a:extLst>
                  <a:ext uri="{FF2B5EF4-FFF2-40B4-BE49-F238E27FC236}">
                    <a16:creationId xmlns:a16="http://schemas.microsoft.com/office/drawing/2014/main" id="{C06C6BFF-CC64-4A34-AD5A-17CB5BE62623}"/>
                  </a:ext>
                </a:extLst>
              </p:cNvPr>
              <p:cNvGrpSpPr/>
              <p:nvPr userDrawn="1"/>
            </p:nvGrpSpPr>
            <p:grpSpPr>
              <a:xfrm>
                <a:off x="-3314821" y="2981448"/>
                <a:ext cx="1558053" cy="563933"/>
                <a:chOff x="-3314821" y="2981448"/>
                <a:chExt cx="1558053" cy="563933"/>
              </a:xfrm>
            </p:grpSpPr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A42ACE2C-A067-413C-973A-C61877A8BFDF}"/>
                    </a:ext>
                  </a:extLst>
                </p:cNvPr>
                <p:cNvSpPr/>
                <p:nvPr userDrawn="1"/>
              </p:nvSpPr>
              <p:spPr>
                <a:xfrm>
                  <a:off x="-3314821" y="2981448"/>
                  <a:ext cx="1558053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4" name="Rechthoek 103">
                  <a:extLst>
                    <a:ext uri="{FF2B5EF4-FFF2-40B4-BE49-F238E27FC236}">
                      <a16:creationId xmlns:a16="http://schemas.microsoft.com/office/drawing/2014/main" id="{3EA00E55-F6F3-4FA1-B2F6-A03CA781575B}"/>
                    </a:ext>
                  </a:extLst>
                </p:cNvPr>
                <p:cNvSpPr/>
                <p:nvPr userDrawn="1"/>
              </p:nvSpPr>
              <p:spPr>
                <a:xfrm>
                  <a:off x="-3304719" y="3235173"/>
                  <a:ext cx="15403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" name="Tekstvak 104">
                  <a:extLst>
                    <a:ext uri="{FF2B5EF4-FFF2-40B4-BE49-F238E27FC236}">
                      <a16:creationId xmlns:a16="http://schemas.microsoft.com/office/drawing/2014/main" id="{DF2C31F3-2D7C-4A78-AAC7-B02DE1D48045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038892"/>
                  <a:ext cx="1089248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voorgrond</a:t>
                  </a:r>
                </a:p>
              </p:txBody>
            </p:sp>
            <p:sp>
              <p:nvSpPr>
                <p:cNvPr id="106" name="Tekstvak 105">
                  <a:extLst>
                    <a:ext uri="{FF2B5EF4-FFF2-40B4-BE49-F238E27FC236}">
                      <a16:creationId xmlns:a16="http://schemas.microsoft.com/office/drawing/2014/main" id="{A37F1B4F-F44A-4667-B73E-7B8195A45BEC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295269"/>
                  <a:ext cx="109851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achtergrond</a:t>
                  </a:r>
                </a:p>
              </p:txBody>
            </p:sp>
            <p:sp>
              <p:nvSpPr>
                <p:cNvPr id="107" name="Vrije vorm: vorm 106">
                  <a:extLst>
                    <a:ext uri="{FF2B5EF4-FFF2-40B4-BE49-F238E27FC236}">
                      <a16:creationId xmlns:a16="http://schemas.microsoft.com/office/drawing/2014/main" id="{9EA4DE5F-5689-45A1-8DD1-78742797807A}"/>
                    </a:ext>
                  </a:extLst>
                </p:cNvPr>
                <p:cNvSpPr/>
                <p:nvPr userDrawn="1"/>
              </p:nvSpPr>
              <p:spPr>
                <a:xfrm>
                  <a:off x="-2051274" y="3365381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Gelijkbenige driehoek 107">
                  <a:extLst>
                    <a:ext uri="{FF2B5EF4-FFF2-40B4-BE49-F238E27FC236}">
                      <a16:creationId xmlns:a16="http://schemas.microsoft.com/office/drawing/2014/main" id="{CEA660C8-4739-41BC-B0EE-61E6CC650D02}"/>
                    </a:ext>
                  </a:extLst>
                </p:cNvPr>
                <p:cNvSpPr/>
                <p:nvPr userDrawn="1"/>
              </p:nvSpPr>
              <p:spPr>
                <a:xfrm rot="5400000">
                  <a:off x="-1900674" y="3332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816D38AE-B657-4263-B4C8-5AE33C370EFE}"/>
                    </a:ext>
                  </a:extLst>
                </p:cNvPr>
                <p:cNvGrpSpPr/>
                <p:nvPr userDrawn="1"/>
              </p:nvGrpSpPr>
              <p:grpSpPr>
                <a:xfrm>
                  <a:off x="-3257052" y="3032066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C024ED60-F84E-4F6B-B4F4-B971CDD68FC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5" name="Rechthoek 114">
                    <a:extLst>
                      <a:ext uri="{FF2B5EF4-FFF2-40B4-BE49-F238E27FC236}">
                        <a16:creationId xmlns:a16="http://schemas.microsoft.com/office/drawing/2014/main" id="{188EC64B-BF0A-4A99-80FB-8FF284E2A8E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6" name="Rechthoek 115">
                    <a:extLst>
                      <a:ext uri="{FF2B5EF4-FFF2-40B4-BE49-F238E27FC236}">
                        <a16:creationId xmlns:a16="http://schemas.microsoft.com/office/drawing/2014/main" id="{067CECB3-73E5-44B1-9920-473D84E6FF4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F562F73E-3F54-46A9-A893-4512D4FD7DBB}"/>
                    </a:ext>
                  </a:extLst>
                </p:cNvPr>
                <p:cNvGrpSpPr/>
                <p:nvPr userDrawn="1"/>
              </p:nvGrpSpPr>
              <p:grpSpPr>
                <a:xfrm>
                  <a:off x="-3257053" y="3276580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111" name="Rechthoek 110">
                    <a:extLst>
                      <a:ext uri="{FF2B5EF4-FFF2-40B4-BE49-F238E27FC236}">
                        <a16:creationId xmlns:a16="http://schemas.microsoft.com/office/drawing/2014/main" id="{43686B16-0BC8-457E-94ED-CFC732066B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42E3C9DB-6D55-4A49-96CC-832B01F063A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4C9095B4-EE84-479B-B1EC-09F25141384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00" name="ICOON_info">
                <a:extLst>
                  <a:ext uri="{FF2B5EF4-FFF2-40B4-BE49-F238E27FC236}">
                    <a16:creationId xmlns:a16="http://schemas.microsoft.com/office/drawing/2014/main" id="{B7444F33-5CF8-4D71-97DF-4074EB2338E6}"/>
                  </a:ext>
                </a:extLst>
              </p:cNvPr>
              <p:cNvGrpSpPr/>
              <p:nvPr userDrawn="1"/>
            </p:nvGrpSpPr>
            <p:grpSpPr>
              <a:xfrm>
                <a:off x="-376736" y="5498637"/>
                <a:ext cx="283685" cy="283685"/>
                <a:chOff x="-510741" y="5913713"/>
                <a:chExt cx="267555" cy="267555"/>
              </a:xfrm>
            </p:grpSpPr>
            <p:sp>
              <p:nvSpPr>
                <p:cNvPr id="101" name="Ovaal 100">
                  <a:extLst>
                    <a:ext uri="{FF2B5EF4-FFF2-40B4-BE49-F238E27FC236}">
                      <a16:creationId xmlns:a16="http://schemas.microsoft.com/office/drawing/2014/main" id="{019CE8C9-DFFC-4433-9ADF-5C10C5A0237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2" name="Graphic 163" descr="Informatie">
                  <a:extLst>
                    <a:ext uri="{FF2B5EF4-FFF2-40B4-BE49-F238E27FC236}">
                      <a16:creationId xmlns:a16="http://schemas.microsoft.com/office/drawing/2014/main" id="{7B734545-2529-4276-9AE7-16C2416BE5DB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1603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4" pos="73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08552"/>
            <a:ext cx="11160125" cy="88371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noProof="0"/>
              <a:t>Date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2FAFD85F-1CD5-417B-8535-BEABB655C122}"/>
              </a:ext>
            </a:extLst>
          </p:cNvPr>
          <p:cNvSpPr/>
          <p:nvPr userDrawn="1"/>
        </p:nvSpPr>
        <p:spPr>
          <a:xfrm>
            <a:off x="0" y="-429492"/>
            <a:ext cx="838371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TEXT</a:t>
            </a:r>
          </a:p>
        </p:txBody>
      </p:sp>
      <p:grpSp>
        <p:nvGrpSpPr>
          <p:cNvPr id="10" name="INSTRUCTIE">
            <a:extLst>
              <a:ext uri="{FF2B5EF4-FFF2-40B4-BE49-F238E27FC236}">
                <a16:creationId xmlns:a16="http://schemas.microsoft.com/office/drawing/2014/main" id="{EE76A28D-A3C8-459F-B9EB-BD0FF74D066F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C8D81F7B-BEAB-418E-A995-F1D2DA57CA6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75B0200C-51BA-4A65-AD41-0272157A4D6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30338650-CD30-43AC-A37E-BDD65A07732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51CB4E4-DF47-4B4F-8795-065622FF75B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A263E605-0E3D-4DF8-90E8-B3A6FE5B5A3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39EBA4E-62DF-4C4C-A796-9A1BCE39E8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F3F5B7EE-E6BA-4BD1-B451-06A71A4E86A2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57C14B0F-28AD-47EC-B0E5-79412FEF5EF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7E92BB16-0122-4E6F-B09B-BC23D991839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A3F5B278-1943-434B-B3F3-9EE947CACCC8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5381DB7F-EA18-44F7-AD2E-8426C0BFF99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8731956-459C-4C62-8018-87ED37FA4D2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13B8C999-29AD-4195-B9BE-F6C99425358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7EBE707E-ADCB-4B3F-86CA-10C2B9F2C93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82AFF5EE-1A40-40B5-B782-72A5DC4E231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8B04C3AB-6039-480C-B82C-5506D50FF2F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B7628D90-D666-490C-9C0E-D6A238613486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B61C2679-5812-41F9-ABB0-489FA63CEA2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3F7E38D4-3528-4403-A390-60F4995A5AD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30463E74-17F3-4BFC-93AB-FA84B6D14BA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F27E3ADD-8335-4A19-ACCA-598539F7585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B80E8D90-7237-4FDA-8BA5-E4638F464E7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FB0628B6-EE3B-4D9B-A855-833ADB83C7C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551F99C7-00F8-48C6-9902-C2BA3D5B393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A99364E9-EF47-4CCA-9165-D98304225B5B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8F1AA1ED-575E-4D03-9112-A719FD545CE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B590A140-6320-45E6-8E5F-652AD1E180A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5ED7BE2-B025-46F2-AC80-2B9B4FEF278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210C971A-6708-46A3-BA2E-0970AD6B3E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ADF107A9-B1B0-4932-938E-05F66CFE9F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0173EB37-8DE9-48C9-9A32-D19BEAF7AF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5F8FF54F-AA9B-491B-904D-91196F52E8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D52ECAC2-75A5-4A19-8E79-70EE252DB0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B70333BA-A0AC-4834-A869-5AB51A2828C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F7B8CE40-2BA4-430C-A88C-09611E64C27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7F4A857A-2741-46E8-970C-EC45C5C55EA8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DBDB84F0-1ED0-4361-9FB5-0102E8E4E71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E9CC1A39-1C20-4DA4-8BAF-5636CF99D5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17DF3556-396C-4618-9145-AA62661208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BCCECF60-9D64-46E0-B5E3-9CC0EA56B8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2CF1D770-23A6-4547-9B14-04F956CD87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075B4E3B-9D99-4AA0-BB44-9698E29AD1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B18927D9-0041-49D3-89AE-674801AFE0B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26EAC5B8-A561-4CAB-B849-7FBEE1EFCBD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93540C4D-A658-49FF-818A-45C3A66FB60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2BF6B0FE-78A3-4349-829E-A028C9EC821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A211A2AC-5E60-4B62-B89F-E67E9E6C3AA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E6252745-B230-4089-87FC-6F63DBB4718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821B2855-3D15-4207-B78E-C4EECEB8A0F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08B4186A-152A-45D8-B6FB-DADD263C1A2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427D902-CD91-499C-905C-89B7E2D743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063213FC-6FF2-4F5E-8F99-B4041EFF81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D3B62E62-6A94-4529-A36E-AB2B9E2C41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F7918297-36E7-47D4-89D1-DD169F2869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15160588-DAD8-4117-8373-9CB379553C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B653090F-28FC-45D4-8907-D3D486448C6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9ECBA121-91EE-4233-8364-4DA2A2C5A9E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20ACFAB7-6596-47B1-8C7C-7C49E2D7804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E969D1F0-F4F3-4A44-A550-E5F578F7CE1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4E612719-527D-4AAF-B2A0-660A4B3886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E505B01-E686-49A5-A590-26D4586295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0A60FF25-9598-4583-AE62-1CE4BE0A5F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91725DAD-4FEF-4648-B1C0-E196E07C25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5D1E541F-FE44-49F0-8489-CDC2CFF3D3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68D117EB-1762-4D26-8CB1-4BBD8B0D55F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78" name="Tijdelijke aanduiding voor tekst 2">
            <a:extLst>
              <a:ext uri="{FF2B5EF4-FFF2-40B4-BE49-F238E27FC236}">
                <a16:creationId xmlns:a16="http://schemas.microsoft.com/office/drawing/2014/main" id="{9C25F0DE-0D05-4209-B686-A34EB53850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6" y="2017484"/>
            <a:ext cx="11160125" cy="38055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/>
            </a:lvl1pPr>
          </a:lstStyle>
          <a:p>
            <a:r>
              <a:rPr lang="nl-NL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nl-NL" dirty="0" err="1"/>
              <a:t>urna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4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714375"/>
            <a:ext cx="11160124" cy="877888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209809"/>
            <a:ext cx="2933400" cy="151790"/>
          </a:xfrm>
        </p:spPr>
        <p:txBody>
          <a:bodyPr/>
          <a:lstStyle/>
          <a:p>
            <a:fld id="{D478D012-3D28-465A-91B9-EF0E898BB42D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2098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209809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2FAFD85F-1CD5-417B-8535-BEABB655C122}"/>
              </a:ext>
            </a:extLst>
          </p:cNvPr>
          <p:cNvSpPr/>
          <p:nvPr userDrawn="1"/>
        </p:nvSpPr>
        <p:spPr>
          <a:xfrm>
            <a:off x="0" y="-429492"/>
            <a:ext cx="210237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TITLE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89CFA5EB-A715-4203-AA8B-80EFC5E8E7E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5936" y="2000621"/>
            <a:ext cx="11160125" cy="4339854"/>
          </a:xfrm>
        </p:spPr>
        <p:txBody>
          <a:bodyPr/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/>
              <a:t>HEADING #2</a:t>
            </a:r>
          </a:p>
          <a:p>
            <a:pPr lvl="6"/>
            <a:r>
              <a:rPr lang="nl-NL" noProof="0" dirty="0" err="1"/>
              <a:t>Numeric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 err="1"/>
              <a:t>Alphabet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grpSp>
        <p:nvGrpSpPr>
          <p:cNvPr id="10" name="INSTRUCTIE">
            <a:extLst>
              <a:ext uri="{FF2B5EF4-FFF2-40B4-BE49-F238E27FC236}">
                <a16:creationId xmlns:a16="http://schemas.microsoft.com/office/drawing/2014/main" id="{B68B1799-267D-40C1-978E-791FD1817052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005737B-87BF-4148-89B5-61E14DBF5BB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C03F6EA-F302-4459-9E58-DCD9AD37D39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73DE22DE-7259-4921-BA07-ABBB6FBBB68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72C925F8-213D-4C5F-B472-79A0B246296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7A52F75E-87D3-49FB-860D-C8E387834B7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F3F310D-94F7-4356-B8AE-4CD5FB71354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325B7075-DB10-4A53-A033-DAE228E1484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EFBEAC73-A3DF-43D2-9FEB-AAFF36C4E80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A893B78C-FA07-4B86-AB35-C63BE731462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340C062-8708-4A3A-894C-87764F366379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A5776756-5E60-4D19-B58C-7036B2FAB4F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5FEEBC3-96AB-4026-8BD2-4D049E39609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092E5DDE-EF15-4B29-99D6-E7183D5AB3B8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195E7E71-AF70-4EEC-B4B3-733CF888AF3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E2AEE949-7C75-4595-9DF9-61C8554E6052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EF106E88-3D95-4176-9B5E-A0888AE76E7A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54326F27-C433-4AE3-8A11-FBDED34F626D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60E2461F-8013-4A16-B305-4AFCC2B58B9C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8B79F914-BBD7-4D03-BA7D-0BEBDD4712DC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7BE4E52-C2DD-447D-AE60-C2CF6C733B4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D364C66C-AF5C-4D42-AD7B-A9550CCCC6F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22C787FE-67CB-4E1B-911E-0C8C675AB4D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0701E92D-C096-469B-8611-73C65F1B477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8AD36868-2553-42DD-BF95-E9500436E91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83049E2D-911F-46C8-99F6-69D5170FBAA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6E8CF34E-0862-40CB-B7D2-F339E80A41D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C1C14C9D-1CC5-4D08-B7CD-35FFD1FFF14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17796CB5-7716-41A3-AFD9-F04A0CB8A97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C8E8384B-A4F6-46C2-962F-8910A3D2C7C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24D5E23-1906-44BD-A715-12E1388D62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B8A46D57-A81A-44C9-86D0-CF7B7B899A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0B38E978-A6D6-4D46-9847-B14B79859C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BF674CC3-3B9C-4007-B7FD-E9774EE216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950E4736-4697-4E91-B4E2-DD47C9854F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0FEDBB3C-6DD2-4F86-8C68-A8629D89EEF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A8846914-B9F3-430E-9DBC-3A68F43F4063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C371C794-098D-42F5-9526-122B6930355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0D869B4-795C-4213-9929-486C6DD158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23CA068-9643-450A-B697-1DA8EA6B7C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7E2E3424-54C3-473E-958D-7F818724A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5A7F8F1-B70A-4D27-AB97-6B5BB37796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870E2E15-1F06-4F6B-AD99-46C6BA599A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578A7B73-0774-4E03-AE72-59BAFBAB781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640FEED9-1B3E-4F4D-9D27-C0A4AD27750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5BE0FBC7-BDB4-4AC8-A8AC-4CAA694833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AF30C98F-B83C-4BBF-BC74-830609F4F6A8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A42B3137-0770-448B-846F-27BD9302813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A56437D8-EEF0-4B92-918B-91EF9129CD8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E731D860-8846-4695-99B0-35A085758E0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98A3CC7D-8589-40FB-BB93-595DF0D5613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1ADB261-BC5A-455F-9A8B-6D282EA4B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04063C17-4CCB-4C62-8A88-36845A1868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1848501C-9FE8-48D6-938E-59D991C76D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92E95E52-8895-406D-8E9B-E3995BE7507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7B339DD0-A180-4451-ABC3-DE956CA40A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613FD976-551C-4192-8F4B-26A61A5464E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E1AAAB96-1C5F-4947-AD81-D9FAE4EA2EA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53F1AB1D-B73A-4DDD-892D-EC31C9A7A8A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8A4CD250-3377-4650-9D4A-DC5D7A0A0A1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96B05F8B-42A9-49B8-B88E-980A1D882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7807210B-A59E-4D3A-BBE5-4EAA5F66C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3DBAEB08-24EF-4569-9A7E-F1C1FCBFE3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E0ACBDEC-2F7E-42EF-924B-2546ACF9A3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2D535ABB-4BCE-49F7-8D6B-26F429C3E9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A254AE7F-59C5-4832-9915-2AE0210EDAD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1738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% TEXT + 30%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56319"/>
            <a:ext cx="7675562" cy="86947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5938" y="3065250"/>
            <a:ext cx="7675562" cy="223917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heading</a:t>
            </a:r>
            <a:r>
              <a:rPr lang="nl-NL" noProof="0" dirty="0"/>
              <a:t> #2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120909"/>
            <a:ext cx="2933400" cy="151790"/>
          </a:xfrm>
        </p:spPr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1209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136784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20380" y="0"/>
            <a:ext cx="3471619" cy="6857999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5B9F994C-DE97-4651-AC4C-04B1D6F1B0A1}"/>
              </a:ext>
            </a:extLst>
          </p:cNvPr>
          <p:cNvSpPr/>
          <p:nvPr userDrawn="1"/>
        </p:nvSpPr>
        <p:spPr>
          <a:xfrm>
            <a:off x="0" y="-429492"/>
            <a:ext cx="361804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70% TEXT + 30% IMAGE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6AF41F7E-3678-4136-AAC2-2DD38BDFC386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9766E1AB-F283-4521-8317-E4600CEAB46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56EA111F-F9B6-43BA-8BBD-ED2411B0A4B0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1937BDC-B3BE-4558-A79F-E2397FC85469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39713DD-CF52-4FF5-A5C0-6EC1C7FF673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2CD90E0-5428-41B9-9D26-18642CFE689D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471FD58D-3472-4767-9A5A-2DE0DA104BE2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80E16B03-6BCC-43F7-9303-9DCD6B2C3DAD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C2BFC0B6-2AC0-4931-B4B0-F0DF16E89A6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BAF0AF3F-4AE8-4BAB-A69E-13D9A1D47B11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ED08A1E-C851-40AA-865F-6782DD23846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B1C5C027-D08B-4A92-9FED-FA22AEC6318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28EE896-51BA-4CE3-994B-05F484287945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7D4AAB55-3CC1-46BA-9CD1-E0A8AD6761B4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AEAD2B84-5E90-4217-A145-FAEDC26782F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654B3537-8FA9-4E86-B012-B09D46BA884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C985FD35-2242-44B1-82AC-0A39A083617C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21E53785-EED5-4165-9E84-F064F3A68276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1B1764C4-7416-449C-A081-BAFD1518EC28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EBF4C72A-2710-49C1-9698-08E162CA2339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6248734B-8868-49A1-BB15-BAF09284BD60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4A6FDE9A-0FEA-49FB-ADB1-3D575270096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8BD92A04-0810-4B10-A55D-1049DE6B8515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AD87EC68-D799-43D9-842E-F8EBCC8CF682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1B4636BA-B426-45BE-B244-BA847709429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09CCD4EC-1BE4-4C0B-8D4A-004FFCAF47AA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92CB472F-9666-4691-838B-D884CFE730A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5036B019-EAA6-4496-A0CF-C264DCD4585A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DBEA2041-66FD-4F51-91F6-401EA28468D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F3E62CA5-552B-48CA-AC51-FBC26541DE8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5796A851-C7AA-4CE1-9107-CFEBF60734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F1CBE5BF-3C05-4D49-9AA6-6E74D92564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1BFB0E88-6B2E-42F3-A6A6-744D19442F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EBD26498-10BB-4EFD-9848-9E808E4E1B4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F31D293A-7A65-4E9F-8DC8-44B95602204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65DFADBE-63B6-42E6-ABA5-69209619433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04C3A618-29E0-454B-96F1-FBE18D6F8FD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46274155-D9CC-4847-A381-4DF9C88A71F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F67E8EF3-813F-4043-AAF9-C89796FE0D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F326B48A-ED8B-45CB-BA8F-9F49F329BA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21670537-94ED-42B3-A133-C8328760AD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60759544-7635-4A1A-A256-73D2BAAE1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500064BF-AD08-4590-8658-E190E88B4B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DD6C01EB-FA3C-42B1-9C0E-FF21270D9ED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6CE50FD9-5E79-48BD-96A6-09FEA97481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9166BB64-E197-41A4-92DF-EE7E2EA831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BA172E9A-5191-4819-85A4-6544EE4ABA6A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5990D543-7A10-44B1-A2F3-DF8FD4A97F34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C10941DB-ED02-4ED4-828E-6215AB202EF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2218071D-65B8-4F17-8D16-DBD55DFDB0D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93F879FD-DF2A-4308-B9D1-D8F11D11E0F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4EF1E636-24D6-4CD0-8E4F-8CC92AE0E6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D074A65C-80AF-4844-81B7-5E3F7B4269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1AB84E05-2A0E-4479-B9C1-1B82B96CD3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E6618C8A-80CD-44A3-9686-F2DF5F5A5C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57CDB882-8295-45F4-80BE-E99A77ABCC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DA179E4D-56E6-4C43-BBC1-A875E80C9A4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F315E4F3-B18F-4AB3-A935-7ABB36556509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31D20E1F-B72F-4141-91FD-35606E34E026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3938D374-0167-40F2-B052-F75A31E6C0C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9B63684B-64C3-4EDF-A4FB-A2946B9370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B5C81E11-11D6-4C10-9A6B-6A2AC7607C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26E5E313-AB35-4C81-B408-30F4509A65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5BED3358-D640-4FEF-AC65-6756422AA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976C538A-0432-4A7D-A7BA-14782B1DC3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2A974B5F-C311-449E-BFA8-AB3B8A66D10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4E89A7C3-2566-46D9-8A19-FDF6B03B253E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B1FB599-CFA1-45CD-AA36-48F8520AC59F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9FB39E69-B5E7-493B-A5CE-753CAF41720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79CBAB41-36D4-415E-A539-C0C6340F438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1A97E6B8-6B9A-4D88-988F-B758FA85A7FE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7845B778-BD46-4B63-94A6-D388E8E97FA0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C6A40D79-11D5-45A1-BA04-17117556B57C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07C3F3C-77D2-4CA4-B281-0C162365E4CA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9145512D-414F-4BE5-9AF4-8682BE5C9D9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7CFD537-02FF-4FCD-AF77-506F800724C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760ABEA5-3521-40EB-9B36-28862F19565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6A1040BC-9151-4336-B149-DF38CA7DDF12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2801969-3BCF-4040-A348-B8AC6488ABE7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7F18D9B3-EAC7-4AAF-A231-6EA40F350E4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C6E2B286-AA1C-4141-8C38-53BB70871A8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31E82C1A-89AB-467F-BDE3-806C91A33897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462FAB55-1E34-44A6-8A84-830CC060C036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0C9D9358-0746-4C2D-B643-D2CCBE808BE1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6B0C7FBF-7890-489E-A2AF-9A6DDC14535B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D3AA46A8-672B-4907-AE1A-DB2F5BF9913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0C84C163-034F-451C-8EDF-04E43F599565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8EB249C1-7E76-4F5D-8893-E86A9562742E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3173E556-8C3D-4472-B780-E342D6098741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4E9FCA01-873F-4DB4-8695-7E8CF5DD272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0F860AAB-292A-416B-B0C2-A4F2707F758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E02BF6B-EDA9-4858-AC00-7873D619E2A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744E0DED-BD6E-4496-893B-53AEF3342AA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9C3F841E-3EFA-4F0D-A33E-74D80C2CC7E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79CFCC4A-4842-4BFF-A0C4-901EC07BDCA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C219A3A6-A073-455E-A3D9-B1C7B512E0D2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E5AD3BCD-9ADA-4098-9E96-2FEF900EEA8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C269D83A-1B4E-4C3E-8164-C705291E79D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4960FEE8-9B87-47D0-9FD5-F92BD0DE3599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4FFB4564-E9C3-4505-99A1-E35F7E44866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93445CEC-06D1-4669-96C7-9A6AAFC322D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8E0B275D-8427-4C94-9A52-D31B7A398EA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751BCBEB-215F-4111-9CB1-E190B87F0952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0" name="ICOON_info">
              <a:extLst>
                <a:ext uri="{FF2B5EF4-FFF2-40B4-BE49-F238E27FC236}">
                  <a16:creationId xmlns:a16="http://schemas.microsoft.com/office/drawing/2014/main" id="{0567C781-C56E-4777-80AC-38843FE7384E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42B54857-BCA9-4195-B744-9BC9CDA381F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Graphic 163" descr="Informatie">
                <a:extLst>
                  <a:ext uri="{FF2B5EF4-FFF2-40B4-BE49-F238E27FC236}">
                    <a16:creationId xmlns:a16="http://schemas.microsoft.com/office/drawing/2014/main" id="{2E51597E-68B0-4D6C-8654-3A5BF553016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121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TEXT + 50%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3E7D56D3-A407-4B65-98D8-B8448D90DA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5999" cy="6858000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067697"/>
            <a:ext cx="5046662" cy="1823639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br>
              <a:rPr lang="nl-NL" noProof="0" dirty="0"/>
            </a:br>
            <a:r>
              <a:rPr lang="nl-NL" noProof="0" dirty="0"/>
              <a:t>max. 2 </a:t>
            </a:r>
            <a:r>
              <a:rPr lang="nl-NL" noProof="0" dirty="0" err="1"/>
              <a:t>lines</a:t>
            </a:r>
            <a:endParaRPr lang="nl-NL" noProof="0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5938" y="3293904"/>
            <a:ext cx="5046662" cy="251230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heading</a:t>
            </a:r>
            <a:r>
              <a:rPr lang="nl-NL" noProof="0" dirty="0"/>
              <a:t> #2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308001"/>
            <a:ext cx="2933400" cy="151790"/>
          </a:xfrm>
        </p:spPr>
        <p:txBody>
          <a:bodyPr/>
          <a:lstStyle/>
          <a:p>
            <a:fld id="{D478D012-3D28-465A-91B9-EF0E898BB42D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308001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308001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2FAFD85F-1CD5-417B-8535-BEABB655C122}"/>
              </a:ext>
            </a:extLst>
          </p:cNvPr>
          <p:cNvSpPr/>
          <p:nvPr userDrawn="1"/>
        </p:nvSpPr>
        <p:spPr>
          <a:xfrm>
            <a:off x="0" y="-429492"/>
            <a:ext cx="361804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50% TEXT + 50% IMAGE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C58243DE-79D2-47E6-B815-72CD6F5C2FC6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D6FF7451-D5C6-4187-9FF6-B67373ED5945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DDEAD33F-645E-446D-A325-65921D93896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0EA1E75-1C00-4220-BF77-14704DD4F1E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B6841E7D-316A-485F-A2D9-6DB817DF35C1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E313112-96DB-494C-B867-A3A80F2E644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3114617-FB01-449F-8E52-F74C3C1FCF23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35999BD3-2EA3-45D7-9947-FFCB7C1A9A4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6422D7CF-DEB3-4BEF-9E20-C1BEF10F517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4A82EFDE-1AF0-455A-8CA2-8CD4799786B3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BA9918D5-3E52-4950-80A8-9E57CAF93490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9D10E163-FBE2-4FE7-A29C-8A17AE0FD36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140AF77B-42B7-4A48-8C93-565FB9D4467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DEEB80C-3B1C-4C18-AEC8-409C2B40126B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26798CEE-FBE3-49F4-ADEB-4365F36F96E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815C9D6D-0F69-4081-B54B-6C540A1F426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1778BE4C-894A-4A89-86B4-2351296D433B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1A3CE3D8-ADD0-427D-9F0E-367F4DC144B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07442BD8-005B-4FE1-B6F3-BC6A4A4B1399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BE8798D8-DA46-48B9-AC5E-D113827E9F1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4C808F95-D318-4E00-817A-04E4827C16F8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8E205371-C445-4691-9E38-934773C80DD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349A5CA8-AB4B-4DC6-AA61-4EEBD244DA09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4607F5A4-251E-4B6E-B003-52CD823B8FD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93F79456-AD56-4CF3-8D74-DF73F6F6475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8A3B4B3F-72BE-422E-8BBA-7168285F148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A0B0B92-CDF0-40A7-BC0C-3E4D3C30F9C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75504ACC-A04A-4A07-B5B0-E85CFDD6078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FD5E0A2A-8DEF-481D-B54D-287E48C7532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0990A538-FC66-4BAE-89DD-9E97A05783A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A56094F1-FEC5-492E-86BA-519CE12E1E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B4460F97-E298-474D-8119-94A2F16A32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095B2F6-943E-4D46-992E-78926DB614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D151E3F1-AFD8-46E3-8CC3-955D1D5361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AAFD1DC0-F82D-405D-AF60-84226C827F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566AB636-3DF1-41A7-AE1C-74658053213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6FD9FF42-F795-4117-98AA-A9DD31DFF14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31259304-F24B-4CF9-AC60-B8FFB7BAE57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C1594E77-0805-43E6-A5B5-E09A228C37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7852C8DE-F928-4069-8748-7C04A46925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19871AF1-C735-4DCA-82CF-E2BA8F46F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BB27462B-609F-4D44-AC3E-7A8B264E97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418707B1-8E83-4C4E-8E5B-06FE96CAF6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5DD0DE3A-D63F-43F7-8F67-6834150AF31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493EEFC3-F0C9-4B95-AB3B-7571D530EAA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71FF5E84-788C-432F-8C3E-7876B0062E4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3131AA6F-6ADD-4BF1-8B67-183AF954FBB5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A14577C6-57B3-4E19-B7F2-D05A79F029F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FE70E9D1-0EF2-42A6-A818-967723A7429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BC3AA2A8-0E56-4653-8A9D-82796DF3B3A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055DB3BE-D0F0-40C7-BB1C-44F241840DF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1DB0D18F-E166-47E6-B390-97E6F1A997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129818D9-E7FE-48D6-8553-2B34E6CE06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1EC2BE40-42D6-4900-88F8-D69C7EE8BD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E5DAD051-8811-4068-8EAD-AF0D5C440A2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5C368439-4F9C-4D7D-AE95-4FF9231952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3C01BA28-A8BA-410B-B36A-A32055FF030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989071A3-0F8F-46E4-800F-C05E80FF062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994252D5-F7E0-47DC-A2B8-8E6AA3046AE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45F17DD9-627E-46C4-8108-8F274C5F44F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D384975A-9A92-4027-AC4B-9FC065ADB41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8E4FC40F-7E28-45BA-8FAD-00C4E88EDF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A35938B1-86AD-4932-877F-D7B9B8E795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83937231-B086-44AC-A95C-A09976F902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432747B8-D435-4A91-A534-77402B29FE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B65499E1-447B-4F5B-8115-0AC16691BD0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22C06441-5EEB-4B13-B61A-F50038551B1B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26B66F20-ED95-4606-8613-01159D9C02D3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1E47D3D1-1EF3-4258-A32F-86E315AE8AB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4C08C498-9CAF-4F9B-AE69-92D08765A23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161335A-A719-4578-9DFE-31AB6B9392B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52A30D1-F493-4834-B12F-ED7E03C4A7F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42D8A8DA-265C-4CAF-8C45-B4DF05DC2CC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580D2FF4-EA71-453F-BD91-80353C3CA439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12D0FBF9-A690-4FA5-ABF9-17787F462088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35D9B067-F4CE-4388-B2D6-F507160F619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426D94D7-84F6-41E6-8638-82B51440C6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337BA737-2863-473F-BB72-02AF3535ECF2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B57C7B37-BD72-48A3-B0A7-EA03109BF7B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C0315608-5A10-480A-8E44-2381160938F2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0A388702-3606-4981-B0DE-C89709980C33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195CDC5E-0552-4BCF-B4AB-45EDFEFCEB37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49FF895B-9DF3-4EC9-9F7E-7F2290CCAF3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499D4E96-CE0B-4072-84BC-0E23A4D6BC7B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1E431D42-AA6A-408C-8007-34EFFE1FDAE6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99D96FDA-1244-4AA1-8837-98D63B57075D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E33958E0-1F49-458C-9428-AA6F0A8C876F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AAA2738-F44A-43DF-9697-9B7E7FF0D953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8B99DE61-205B-4A4D-85D7-109B3D875DE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CA077F3D-CDF8-4024-9BED-3825DBC387A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4E4B731A-69B4-48AF-9429-4198D991131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57E09D79-7F25-4E9A-BF38-DCDE87CF0B6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96FF040B-D490-4DB6-9493-DA39CF6A803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ED5A7793-4171-4E32-A3C2-5FB392EA67D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BA05734F-9633-4E48-B64A-AA9B49F5C74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E1230EE7-D175-43A2-8FB6-0BAE393ABE4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FB19DE6E-5543-4942-8492-438C783AFBD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FC1ED3DF-C759-49B4-A109-14BB0290041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B5CCA9F2-29AA-4548-992C-D6376424A74C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DFDA1F4D-B791-4B62-B160-510B687558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1C9B0265-3324-48F5-AE01-1FFABAD5FBC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7E387FEE-6611-487E-B4D3-ECFB8F5DBF4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275003DC-9391-43A8-AAB8-D872F3F992B9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0" name="ICOON_info">
              <a:extLst>
                <a:ext uri="{FF2B5EF4-FFF2-40B4-BE49-F238E27FC236}">
                  <a16:creationId xmlns:a16="http://schemas.microsoft.com/office/drawing/2014/main" id="{9DD0C71B-85B3-4556-A9CA-2625DE01B632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B146D096-C3CA-4D4E-8201-779318A37B1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Graphic 163" descr="Informatie">
                <a:extLst>
                  <a:ext uri="{FF2B5EF4-FFF2-40B4-BE49-F238E27FC236}">
                    <a16:creationId xmlns:a16="http://schemas.microsoft.com/office/drawing/2014/main" id="{AAB245DE-BCD8-40F9-8EB8-57AC37F4142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543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hthoek 120">
            <a:extLst>
              <a:ext uri="{FF2B5EF4-FFF2-40B4-BE49-F238E27FC236}">
                <a16:creationId xmlns:a16="http://schemas.microsoft.com/office/drawing/2014/main" id="{44990E67-14A7-4550-BC03-D6D3D1799712}"/>
              </a:ext>
            </a:extLst>
          </p:cNvPr>
          <p:cNvSpPr/>
          <p:nvPr userDrawn="1"/>
        </p:nvSpPr>
        <p:spPr>
          <a:xfrm>
            <a:off x="7474857" y="2083832"/>
            <a:ext cx="4195984" cy="3794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GB" sz="100" err="1">
              <a:solidFill>
                <a:schemeClr val="bg1">
                  <a:lumMod val="95000"/>
                  <a:alpha val="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800" y="1069200"/>
            <a:ext cx="5217206" cy="1823729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br>
              <a:rPr lang="nl-NL" noProof="0" dirty="0"/>
            </a:br>
            <a:r>
              <a:rPr lang="nl-NL" noProof="0" dirty="0"/>
              <a:t>max. 2 </a:t>
            </a:r>
            <a:r>
              <a:rPr lang="nl-NL" noProof="0" dirty="0" err="1"/>
              <a:t>lines</a:t>
            </a:r>
            <a:endParaRPr lang="nl-NL" noProof="0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4800" y="3294000"/>
            <a:ext cx="5217205" cy="1098245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 sz="1800"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nl-NL" noProof="0" dirty="0" err="1"/>
              <a:t>urna</a:t>
            </a:r>
            <a:r>
              <a:rPr lang="nl-NL" noProof="0" dirty="0"/>
              <a:t>.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4B7DA797-64C2-4840-9FF9-C16041AF84AF}"/>
              </a:ext>
            </a:extLst>
          </p:cNvPr>
          <p:cNvSpPr/>
          <p:nvPr userDrawn="1"/>
        </p:nvSpPr>
        <p:spPr>
          <a:xfrm>
            <a:off x="0" y="-429492"/>
            <a:ext cx="2238626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+ IMAGE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4771" y="1064096"/>
            <a:ext cx="4512484" cy="3867843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grpSp>
        <p:nvGrpSpPr>
          <p:cNvPr id="14" name="INSTRUCTIE">
            <a:extLst>
              <a:ext uri="{FF2B5EF4-FFF2-40B4-BE49-F238E27FC236}">
                <a16:creationId xmlns:a16="http://schemas.microsoft.com/office/drawing/2014/main" id="{9AF81D57-B70E-4F87-B510-1443F19D6A7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524802F2-DC63-49A1-B03E-94FD1156E3A9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0C2F0367-4FEB-44DA-B209-6245499FA05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3EB6166-89F1-4B32-9A25-C77920C8095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7CD7FF6F-940F-496E-9B4A-0AFCEBFE533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B56982F5-28FE-4EB5-806E-0CE9F89B40A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46EAD13-2FDA-49CD-93D0-FDF46390EBD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7A226FDF-CE39-4273-8FC2-D7AD02AB388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7352972-F057-4A30-8B3E-47B405D6400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28694636-617E-4222-B0F0-F2E3A29A971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BF52C6F-18FF-40C1-B55B-D22819337793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FC01B321-2486-4E6F-822B-0B8CD7C1F60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8D3A79B-70EC-4144-BB79-A39196005CF2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04613AF1-BBD8-49A7-BA6A-D61DEAAD7C7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705D1016-96DC-4BA9-9202-5ADDFC7AB1A0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35A4F532-503A-4399-B842-036ABBA90A8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" name="Rechthoek 30">
              <a:extLst>
                <a:ext uri="{FF2B5EF4-FFF2-40B4-BE49-F238E27FC236}">
                  <a16:creationId xmlns:a16="http://schemas.microsoft.com/office/drawing/2014/main" id="{3E7F8175-9A89-4F6D-90B0-B2F2A74DAAC0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45693579-9CDA-47EF-8262-5A9E247BBEF6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9751571B-8DEA-4752-9AC0-306FF88B1C7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64DE546D-9A1F-44CD-85C7-0FBFBECF1DC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56FF4F4A-13D2-4F66-B6EB-852A6D6D3E01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4FA089DE-249B-484B-A53B-7F3CBE6FE037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7" name="ICOON_info">
              <a:extLst>
                <a:ext uri="{FF2B5EF4-FFF2-40B4-BE49-F238E27FC236}">
                  <a16:creationId xmlns:a16="http://schemas.microsoft.com/office/drawing/2014/main" id="{6722C0E0-7D14-46C5-A7B6-AD1D3F09B955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9" name="Ovaal 78">
                <a:extLst>
                  <a:ext uri="{FF2B5EF4-FFF2-40B4-BE49-F238E27FC236}">
                    <a16:creationId xmlns:a16="http://schemas.microsoft.com/office/drawing/2014/main" id="{CF5F7279-7578-4E66-82AF-4E7C8209950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Graphic 163" descr="Informatie">
                <a:extLst>
                  <a:ext uri="{FF2B5EF4-FFF2-40B4-BE49-F238E27FC236}">
                    <a16:creationId xmlns:a16="http://schemas.microsoft.com/office/drawing/2014/main" id="{0EC55B3B-6345-41C7-B109-C46E035F549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8" name="VOORBEELD">
              <a:extLst>
                <a:ext uri="{FF2B5EF4-FFF2-40B4-BE49-F238E27FC236}">
                  <a16:creationId xmlns:a16="http://schemas.microsoft.com/office/drawing/2014/main" id="{3B104D73-0750-400C-BA21-DB3D17C8ACF3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80FFCD9E-48D6-4042-9A4C-D6D5C4A7819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72F65203-433D-416D-9CF2-2C909231265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DF66D544-9431-4092-8B27-EEAF5AEFD8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C3D83630-7AF1-4027-935A-D9A364799FA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7C251729-2332-4A8D-93FF-B4C03EE366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226B278A-A36E-48F2-BAC2-6CC3FF5CF1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6DBC3B2C-1563-4634-B672-6926F39102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D0C2F92D-1B78-4BBB-8B70-44DE056A31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E6D28FA8-6F00-4717-BC7D-32AE35BA95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3" name="Pijl: rechts 72">
                  <a:extLst>
                    <a:ext uri="{FF2B5EF4-FFF2-40B4-BE49-F238E27FC236}">
                      <a16:creationId xmlns:a16="http://schemas.microsoft.com/office/drawing/2014/main" id="{E0E8769A-6A31-4091-AEA8-D94CE6AF846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1857511D-BEC8-4CA9-BCAE-46C3D0DDD49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F42B0F8E-0B74-436F-9AC3-2D741CDB5CE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99B655E4-13B3-44B2-8DD8-35CED94F77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1673CB5F-7A0E-4A3F-8DA9-E7C16B1C90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EC336711-EAFB-45A3-B864-140257CA85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968D5174-4B33-45DE-9691-2836028AC7E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C044CDF8-070A-4619-8BA0-38F7514569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6" name="Pijl: rechts 65">
                  <a:extLst>
                    <a:ext uri="{FF2B5EF4-FFF2-40B4-BE49-F238E27FC236}">
                      <a16:creationId xmlns:a16="http://schemas.microsoft.com/office/drawing/2014/main" id="{B3385BB0-3777-4809-9DE0-737AC40EB2A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3862EFC9-0E2C-4DE4-B5E3-3F3F9EF3A2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4" name="Rechte verbindingslijn 43">
                <a:extLst>
                  <a:ext uri="{FF2B5EF4-FFF2-40B4-BE49-F238E27FC236}">
                    <a16:creationId xmlns:a16="http://schemas.microsoft.com/office/drawing/2014/main" id="{2A9DDA5A-10EB-47B7-901E-051FCA05D8F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6681DDED-4FE2-4B3A-BAE2-4B0FD801E56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B9103D79-6726-45D8-9C5D-D612A4DAC48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3EBF66B6-A9EA-48B1-A279-237C5CD7DE1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7" name="Rechthoek 56">
                  <a:extLst>
                    <a:ext uri="{FF2B5EF4-FFF2-40B4-BE49-F238E27FC236}">
                      <a16:creationId xmlns:a16="http://schemas.microsoft.com/office/drawing/2014/main" id="{EBDFA299-2F72-425E-AF12-501FA8916C0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8" name="Groep 57">
                  <a:extLst>
                    <a:ext uri="{FF2B5EF4-FFF2-40B4-BE49-F238E27FC236}">
                      <a16:creationId xmlns:a16="http://schemas.microsoft.com/office/drawing/2014/main" id="{40F4F72B-B057-42AA-A74F-4F0C333C940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93752484-FC0C-4CA5-85CE-972101183F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FD549085-4F31-422D-BBF6-D0C0D50058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BC40655B-033E-4FEA-8079-5701A742F7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529C930-5CA3-4C10-A9DC-099FE5E35DB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52CAF6A6-A9B8-4CA3-934D-DB4EACFFDB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9" name="Pijl: rechts 58">
                  <a:extLst>
                    <a:ext uri="{FF2B5EF4-FFF2-40B4-BE49-F238E27FC236}">
                      <a16:creationId xmlns:a16="http://schemas.microsoft.com/office/drawing/2014/main" id="{A228B1C0-D1A1-4F26-A651-115ABC8A59F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9EEF4539-20B8-4FC6-82E6-7AC63F222EB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9" name="Rechthoek 48">
                  <a:extLst>
                    <a:ext uri="{FF2B5EF4-FFF2-40B4-BE49-F238E27FC236}">
                      <a16:creationId xmlns:a16="http://schemas.microsoft.com/office/drawing/2014/main" id="{0C660787-64D1-4608-9015-60E7A8FE1BD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D94B2726-4932-458E-B0E3-C2464726CBC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919F8160-50B3-448E-8137-F2786C64DC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EC065A8E-CE3B-4E08-AF78-CD5BF483C4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A6C46970-2905-475F-9189-12627C20B5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9B85AF87-75D2-4FB2-9D86-20657820B1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" name="Rechte verbindingslijn 55">
                    <a:extLst>
                      <a:ext uri="{FF2B5EF4-FFF2-40B4-BE49-F238E27FC236}">
                        <a16:creationId xmlns:a16="http://schemas.microsoft.com/office/drawing/2014/main" id="{F94CF601-D60B-41B6-90E5-26C9AECF5A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1" name="Pijl: rechts 50">
                  <a:extLst>
                    <a:ext uri="{FF2B5EF4-FFF2-40B4-BE49-F238E27FC236}">
                      <a16:creationId xmlns:a16="http://schemas.microsoft.com/office/drawing/2014/main" id="{0FF9865E-65A8-4D54-B2E5-B8AF156049B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81" name="INSTRUCTIE">
            <a:extLst>
              <a:ext uri="{FF2B5EF4-FFF2-40B4-BE49-F238E27FC236}">
                <a16:creationId xmlns:a16="http://schemas.microsoft.com/office/drawing/2014/main" id="{3F3ADE8F-8A6F-4B93-9466-53DD983D84C2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9C4731AE-26F4-4ADD-AB0C-6EB24AE14529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03120CCD-DE25-45F0-8748-BE24883AAE5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8CAA71C-F7B2-4700-B1D3-C57F0D3CB75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280F4DAC-94D0-4203-918F-A2B102BC2F48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333FBDA3-C166-4B39-B9C1-B5DE6DE84BE0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2D896223-6CD9-40DC-882C-86CDB93C3DF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Ovaal 115">
                <a:extLst>
                  <a:ext uri="{FF2B5EF4-FFF2-40B4-BE49-F238E27FC236}">
                    <a16:creationId xmlns:a16="http://schemas.microsoft.com/office/drawing/2014/main" id="{B94E9AA4-C604-461F-9F87-10AB6E628498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7" name="Vrije vorm: vorm 116">
                <a:extLst>
                  <a:ext uri="{FF2B5EF4-FFF2-40B4-BE49-F238E27FC236}">
                    <a16:creationId xmlns:a16="http://schemas.microsoft.com/office/drawing/2014/main" id="{9EF6968D-6720-4B33-9BC3-7BC48BD67665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8" name="Rechthoek: afgeronde hoeken 117">
                <a:extLst>
                  <a:ext uri="{FF2B5EF4-FFF2-40B4-BE49-F238E27FC236}">
                    <a16:creationId xmlns:a16="http://schemas.microsoft.com/office/drawing/2014/main" id="{4D76B1D9-C7CE-49B3-9463-B6368D1E2A61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9" name="Rechte verbindingslijn 118">
                <a:extLst>
                  <a:ext uri="{FF2B5EF4-FFF2-40B4-BE49-F238E27FC236}">
                    <a16:creationId xmlns:a16="http://schemas.microsoft.com/office/drawing/2014/main" id="{E5EF9C7B-C887-4083-9656-B7DA450B82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B1003328-AD0B-4845-94C2-AA041324E689}"/>
                  </a:ext>
                </a:extLst>
              </p:cNvPr>
              <p:cNvCxnSpPr>
                <a:cxnSpLocks/>
                <a:stCxn id="118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7D1EDFC0-C575-4614-8A9B-57FB45AE3CD0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B777D4F7-A6A7-406A-B34B-A38907E0D1D9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B55671B6-CED1-4FCE-B794-AEB973BC60D9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887C7050-A1CB-4018-94C6-836BB006DE4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1367FCB9-FB08-423A-A629-376F2880B4E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4" name="Gelijkbenige driehoek 113">
                <a:extLst>
                  <a:ext uri="{FF2B5EF4-FFF2-40B4-BE49-F238E27FC236}">
                    <a16:creationId xmlns:a16="http://schemas.microsoft.com/office/drawing/2014/main" id="{FE780BF8-0673-41FC-ABF0-1D6ED06DCC9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670EB166-022F-4463-92B1-1EA7B9052E4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C6CC484F-F5F1-4B59-AB32-D5B31990DC8B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92" name="Groep 91">
              <a:extLst>
                <a:ext uri="{FF2B5EF4-FFF2-40B4-BE49-F238E27FC236}">
                  <a16:creationId xmlns:a16="http://schemas.microsoft.com/office/drawing/2014/main" id="{605360F9-0DFD-4E58-925E-B08C1A837BC7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96" name="Groep 95">
                <a:extLst>
                  <a:ext uri="{FF2B5EF4-FFF2-40B4-BE49-F238E27FC236}">
                    <a16:creationId xmlns:a16="http://schemas.microsoft.com/office/drawing/2014/main" id="{EFAB4F4F-1E3C-4122-A825-41334C018B7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9" name="Groep 98">
                  <a:extLst>
                    <a:ext uri="{FF2B5EF4-FFF2-40B4-BE49-F238E27FC236}">
                      <a16:creationId xmlns:a16="http://schemas.microsoft.com/office/drawing/2014/main" id="{0F6AB0F2-17CA-4C75-B5FA-FF52D34F90F5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6" name="Groep 105">
                    <a:extLst>
                      <a:ext uri="{FF2B5EF4-FFF2-40B4-BE49-F238E27FC236}">
                        <a16:creationId xmlns:a16="http://schemas.microsoft.com/office/drawing/2014/main" id="{B4123BFB-9EB1-4D70-B5C7-AAE7D48583B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9" name="Rechthoek 108">
                      <a:extLst>
                        <a:ext uri="{FF2B5EF4-FFF2-40B4-BE49-F238E27FC236}">
                          <a16:creationId xmlns:a16="http://schemas.microsoft.com/office/drawing/2014/main" id="{1D84B87F-6F83-442C-8926-A6E628B879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" name="Rechthoek 109">
                      <a:extLst>
                        <a:ext uri="{FF2B5EF4-FFF2-40B4-BE49-F238E27FC236}">
                          <a16:creationId xmlns:a16="http://schemas.microsoft.com/office/drawing/2014/main" id="{674CEFD6-0A26-4203-AA9F-FD0ACC77E3C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" name="Ovaal 110">
                      <a:extLst>
                        <a:ext uri="{FF2B5EF4-FFF2-40B4-BE49-F238E27FC236}">
                          <a16:creationId xmlns:a16="http://schemas.microsoft.com/office/drawing/2014/main" id="{01B13E6A-E84A-450C-B1FB-14A5C3FD212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7" name="Afbeelding 106">
                    <a:extLst>
                      <a:ext uri="{FF2B5EF4-FFF2-40B4-BE49-F238E27FC236}">
                        <a16:creationId xmlns:a16="http://schemas.microsoft.com/office/drawing/2014/main" id="{62EE8067-179D-445B-A63A-58164F2989C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8" name="Afbeelding 107">
                    <a:extLst>
                      <a:ext uri="{FF2B5EF4-FFF2-40B4-BE49-F238E27FC236}">
                        <a16:creationId xmlns:a16="http://schemas.microsoft.com/office/drawing/2014/main" id="{16D7F7C3-6400-4F8A-B91D-DFE387D6ADF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0" name="Groep 99">
                  <a:extLst>
                    <a:ext uri="{FF2B5EF4-FFF2-40B4-BE49-F238E27FC236}">
                      <a16:creationId xmlns:a16="http://schemas.microsoft.com/office/drawing/2014/main" id="{D845D80B-DC83-4F24-A437-1F7811379BF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4" name="Rechthoek 103">
                    <a:extLst>
                      <a:ext uri="{FF2B5EF4-FFF2-40B4-BE49-F238E27FC236}">
                        <a16:creationId xmlns:a16="http://schemas.microsoft.com/office/drawing/2014/main" id="{C85CC38C-220C-42D5-95C8-805BC85A78B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5" name="Rechthoek 104">
                    <a:extLst>
                      <a:ext uri="{FF2B5EF4-FFF2-40B4-BE49-F238E27FC236}">
                        <a16:creationId xmlns:a16="http://schemas.microsoft.com/office/drawing/2014/main" id="{F4D8BE97-9D99-4F90-A624-C3167F597D8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1" name="Groep 100">
                  <a:extLst>
                    <a:ext uri="{FF2B5EF4-FFF2-40B4-BE49-F238E27FC236}">
                      <a16:creationId xmlns:a16="http://schemas.microsoft.com/office/drawing/2014/main" id="{58271DEC-E963-4991-8836-065FA9E1BCA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71443EC1-7F26-482A-94F5-51C9C3473E0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3" name="Rechthoek 102">
                    <a:extLst>
                      <a:ext uri="{FF2B5EF4-FFF2-40B4-BE49-F238E27FC236}">
                        <a16:creationId xmlns:a16="http://schemas.microsoft.com/office/drawing/2014/main" id="{A12D309C-CE9C-4B57-9489-DA8159E9972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C050B095-0FF7-4927-94BD-962FA3C4DB5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98" name="Gelijkbenige driehoek 97">
                <a:extLst>
                  <a:ext uri="{FF2B5EF4-FFF2-40B4-BE49-F238E27FC236}">
                    <a16:creationId xmlns:a16="http://schemas.microsoft.com/office/drawing/2014/main" id="{94DD1F2D-E45E-44D8-9557-CAFDCDC06EC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3" name="ICOON_info">
              <a:extLst>
                <a:ext uri="{FF2B5EF4-FFF2-40B4-BE49-F238E27FC236}">
                  <a16:creationId xmlns:a16="http://schemas.microsoft.com/office/drawing/2014/main" id="{B99A3963-9BC7-4BA8-B891-5B610B400604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94" name="Ovaal 93">
                <a:extLst>
                  <a:ext uri="{FF2B5EF4-FFF2-40B4-BE49-F238E27FC236}">
                    <a16:creationId xmlns:a16="http://schemas.microsoft.com/office/drawing/2014/main" id="{02319905-4381-4672-A47C-264965655D8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5" name="Graphic 163" descr="Informatie">
                <a:extLst>
                  <a:ext uri="{FF2B5EF4-FFF2-40B4-BE49-F238E27FC236}">
                    <a16:creationId xmlns:a16="http://schemas.microsoft.com/office/drawing/2014/main" id="{0AF42EBA-D3AE-4D1C-BF2F-061CE36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743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7998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082845"/>
            <a:ext cx="3945531" cy="1435714"/>
          </a:xfrm>
        </p:spPr>
        <p:txBody>
          <a:bodyPr wrap="square">
            <a:spAutoFit/>
          </a:bodyPr>
          <a:lstStyle>
            <a:lvl1pPr>
              <a:lnSpc>
                <a:spcPct val="110000"/>
              </a:lnSpc>
              <a:defRPr baseline="0">
                <a:solidFill>
                  <a:schemeClr val="bg1">
                    <a:lumMod val="95000"/>
                  </a:schemeClr>
                </a:solidFill>
                <a:highlight>
                  <a:srgbClr val="BC0031"/>
                </a:highlight>
              </a:defRPr>
            </a:lvl1pPr>
          </a:lstStyle>
          <a:p>
            <a:r>
              <a:rPr lang="nl-NL" noProof="0" dirty="0"/>
              <a:t> 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BFB955E8-A081-433B-9631-83553073A6FB}"/>
              </a:ext>
            </a:extLst>
          </p:cNvPr>
          <p:cNvSpPr/>
          <p:nvPr userDrawn="1"/>
        </p:nvSpPr>
        <p:spPr>
          <a:xfrm>
            <a:off x="0" y="-429492"/>
            <a:ext cx="234121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Image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title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49" name="INSTRUCTIE">
            <a:extLst>
              <a:ext uri="{FF2B5EF4-FFF2-40B4-BE49-F238E27FC236}">
                <a16:creationId xmlns:a16="http://schemas.microsoft.com/office/drawing/2014/main" id="{0FB159B1-9589-4279-B683-90FB5ED89E2F}"/>
              </a:ext>
            </a:extLst>
          </p:cNvPr>
          <p:cNvGrpSpPr/>
          <p:nvPr userDrawn="1"/>
        </p:nvGrpSpPr>
        <p:grpSpPr>
          <a:xfrm>
            <a:off x="-3786437" y="0"/>
            <a:ext cx="3693386" cy="6452863"/>
            <a:chOff x="-3786437" y="0"/>
            <a:chExt cx="3693386" cy="6452863"/>
          </a:xfrm>
        </p:grpSpPr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E603A57D-5461-449A-A44E-DD1BF0625B2B}"/>
                </a:ext>
              </a:extLst>
            </p:cNvPr>
            <p:cNvSpPr/>
            <p:nvPr userDrawn="1"/>
          </p:nvSpPr>
          <p:spPr>
            <a:xfrm>
              <a:off x="-3786437" y="562486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51" name="INSTRUCTIE">
              <a:extLst>
                <a:ext uri="{FF2B5EF4-FFF2-40B4-BE49-F238E27FC236}">
                  <a16:creationId xmlns:a16="http://schemas.microsoft.com/office/drawing/2014/main" id="{C4D6D371-F61B-4C3C-802A-9233747F7CCE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5782322"/>
              <a:chOff x="-3786165" y="0"/>
              <a:chExt cx="3693114" cy="5782322"/>
            </a:xfrm>
          </p:grpSpPr>
          <p:sp>
            <p:nvSpPr>
              <p:cNvPr id="52" name="Rechthoek 51">
                <a:extLst>
                  <a:ext uri="{FF2B5EF4-FFF2-40B4-BE49-F238E27FC236}">
                    <a16:creationId xmlns:a16="http://schemas.microsoft.com/office/drawing/2014/main" id="{ED9727A9-41DA-4AAB-933E-52F559EB55C2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562486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53" name="Ovaal 52">
                <a:extLst>
                  <a:ext uri="{FF2B5EF4-FFF2-40B4-BE49-F238E27FC236}">
                    <a16:creationId xmlns:a16="http://schemas.microsoft.com/office/drawing/2014/main" id="{76BD3043-58E8-4570-A5F6-8B4F9184242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4AD08929-33B2-44C7-8F97-728D4FF115C9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55" name="Groep 54">
                <a:extLst>
                  <a:ext uri="{FF2B5EF4-FFF2-40B4-BE49-F238E27FC236}">
                    <a16:creationId xmlns:a16="http://schemas.microsoft.com/office/drawing/2014/main" id="{9EF634B1-0C25-42FB-A2B9-8D526D35E207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01" name="Rechthoek 100">
                  <a:extLst>
                    <a:ext uri="{FF2B5EF4-FFF2-40B4-BE49-F238E27FC236}">
                      <a16:creationId xmlns:a16="http://schemas.microsoft.com/office/drawing/2014/main" id="{7DADE768-6DC2-4EF5-9714-DAC39EEFD556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2" name="Ovaal 101">
                  <a:extLst>
                    <a:ext uri="{FF2B5EF4-FFF2-40B4-BE49-F238E27FC236}">
                      <a16:creationId xmlns:a16="http://schemas.microsoft.com/office/drawing/2014/main" id="{B7B4677E-0C63-441A-9284-9ED1F2BA5746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3" name="Vrije vorm: vorm 102">
                  <a:extLst>
                    <a:ext uri="{FF2B5EF4-FFF2-40B4-BE49-F238E27FC236}">
                      <a16:creationId xmlns:a16="http://schemas.microsoft.com/office/drawing/2014/main" id="{E04BD046-D4E0-4FD4-9B87-78FE0C196DFA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4" name="Rechthoek: afgeronde hoeken 103">
                  <a:extLst>
                    <a:ext uri="{FF2B5EF4-FFF2-40B4-BE49-F238E27FC236}">
                      <a16:creationId xmlns:a16="http://schemas.microsoft.com/office/drawing/2014/main" id="{9C9615CD-8613-41C4-BAE7-9B72B7298B7F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05" name="Rechte verbindingslijn 104">
                  <a:extLst>
                    <a:ext uri="{FF2B5EF4-FFF2-40B4-BE49-F238E27FC236}">
                      <a16:creationId xmlns:a16="http://schemas.microsoft.com/office/drawing/2014/main" id="{9DC7EF92-474B-4043-AABE-7D27BE7E2D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6" name="Rechte verbindingslijn 105">
                  <a:extLst>
                    <a:ext uri="{FF2B5EF4-FFF2-40B4-BE49-F238E27FC236}">
                      <a16:creationId xmlns:a16="http://schemas.microsoft.com/office/drawing/2014/main" id="{4190373C-B246-495F-A875-9D9A940F0A98}"/>
                    </a:ext>
                  </a:extLst>
                </p:cNvPr>
                <p:cNvCxnSpPr>
                  <a:cxnSpLocks/>
                  <a:stCxn id="104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56" name="Ovaal 55">
                <a:extLst>
                  <a:ext uri="{FF2B5EF4-FFF2-40B4-BE49-F238E27FC236}">
                    <a16:creationId xmlns:a16="http://schemas.microsoft.com/office/drawing/2014/main" id="{25720D5C-D6C1-44E6-A44E-073B913598F4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3B4EF05E-9761-4612-BD2E-76E349806911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2FD80689-89C2-4470-B03A-6375725A1FD4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595DE6A7-D7F3-49E7-97C6-8ED896C0BC6E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99" name="Rechte verbindingslijn 98">
                  <a:extLst>
                    <a:ext uri="{FF2B5EF4-FFF2-40B4-BE49-F238E27FC236}">
                      <a16:creationId xmlns:a16="http://schemas.microsoft.com/office/drawing/2014/main" id="{FC169971-A36B-4415-BEBC-2AC87A9848D3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00" name="Gelijkbenige driehoek 99">
                  <a:extLst>
                    <a:ext uri="{FF2B5EF4-FFF2-40B4-BE49-F238E27FC236}">
                      <a16:creationId xmlns:a16="http://schemas.microsoft.com/office/drawing/2014/main" id="{682E8BFF-DF52-4291-B3B9-A3510CDF9B2D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9" name="Ovaal 58">
                <a:extLst>
                  <a:ext uri="{FF2B5EF4-FFF2-40B4-BE49-F238E27FC236}">
                    <a16:creationId xmlns:a16="http://schemas.microsoft.com/office/drawing/2014/main" id="{92171AA5-AB52-415E-8EC3-B8EB75865F18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340E9A09-759F-4567-9DDC-989ACCCF0DF2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afbeelding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‘Naar achtergrond’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61" name="Ovaal 60">
                <a:extLst>
                  <a:ext uri="{FF2B5EF4-FFF2-40B4-BE49-F238E27FC236}">
                    <a16:creationId xmlns:a16="http://schemas.microsoft.com/office/drawing/2014/main" id="{10FB6105-2F02-4D41-A5F4-741A50B41905}"/>
                  </a:ext>
                </a:extLst>
              </p:cNvPr>
              <p:cNvSpPr/>
              <p:nvPr userDrawn="1"/>
            </p:nvSpPr>
            <p:spPr>
              <a:xfrm>
                <a:off x="-3603587" y="3744237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54D4FCD1-4493-48F0-B8C2-CCBF8651B4F6}"/>
                  </a:ext>
                </a:extLst>
              </p:cNvPr>
              <p:cNvSpPr/>
              <p:nvPr userDrawn="1"/>
            </p:nvSpPr>
            <p:spPr>
              <a:xfrm>
                <a:off x="-3319415" y="3744238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BEE3D5EC-6279-45AE-BCDC-ABDC2BAB7442}"/>
                  </a:ext>
                </a:extLst>
              </p:cNvPr>
              <p:cNvGrpSpPr/>
              <p:nvPr userDrawn="1"/>
            </p:nvGrpSpPr>
            <p:grpSpPr>
              <a:xfrm>
                <a:off x="-3408294" y="4834615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C521B988-F336-4E56-BFD9-C1AC5EBC224B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85" name="Groep 84">
                    <a:extLst>
                      <a:ext uri="{FF2B5EF4-FFF2-40B4-BE49-F238E27FC236}">
                        <a16:creationId xmlns:a16="http://schemas.microsoft.com/office/drawing/2014/main" id="{99CCD295-BF0A-4D90-B70C-E551F18F079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92" name="Groep 91">
                      <a:extLst>
                        <a:ext uri="{FF2B5EF4-FFF2-40B4-BE49-F238E27FC236}">
                          <a16:creationId xmlns:a16="http://schemas.microsoft.com/office/drawing/2014/main" id="{409E8F3D-E011-4489-9BFD-A64B5A81433A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95" name="Rechthoek 94">
                        <a:extLst>
                          <a:ext uri="{FF2B5EF4-FFF2-40B4-BE49-F238E27FC236}">
                            <a16:creationId xmlns:a16="http://schemas.microsoft.com/office/drawing/2014/main" id="{28ADDDA0-C139-446E-BB71-9D72F5D324AF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96" name="Rechthoek 95">
                        <a:extLst>
                          <a:ext uri="{FF2B5EF4-FFF2-40B4-BE49-F238E27FC236}">
                            <a16:creationId xmlns:a16="http://schemas.microsoft.com/office/drawing/2014/main" id="{5B0B562E-B5BD-495C-B6D5-6BE8457B0EE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97" name="Ovaal 96">
                        <a:extLst>
                          <a:ext uri="{FF2B5EF4-FFF2-40B4-BE49-F238E27FC236}">
                            <a16:creationId xmlns:a16="http://schemas.microsoft.com/office/drawing/2014/main" id="{6B145992-1B9F-4611-9F67-7234604C327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93" name="Afbeelding 92">
                      <a:extLst>
                        <a:ext uri="{FF2B5EF4-FFF2-40B4-BE49-F238E27FC236}">
                          <a16:creationId xmlns:a16="http://schemas.microsoft.com/office/drawing/2014/main" id="{26279C79-26BD-4038-94C4-9D96EF01F7F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4" name="Afbeelding 93">
                      <a:extLst>
                        <a:ext uri="{FF2B5EF4-FFF2-40B4-BE49-F238E27FC236}">
                          <a16:creationId xmlns:a16="http://schemas.microsoft.com/office/drawing/2014/main" id="{EDF0FFBD-302D-490C-987A-E145A7E7FD4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86" name="Groep 85">
                    <a:extLst>
                      <a:ext uri="{FF2B5EF4-FFF2-40B4-BE49-F238E27FC236}">
                        <a16:creationId xmlns:a16="http://schemas.microsoft.com/office/drawing/2014/main" id="{954753E0-F15E-4F19-B00C-88F700A593B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90" name="Rechthoek 89">
                      <a:extLst>
                        <a:ext uri="{FF2B5EF4-FFF2-40B4-BE49-F238E27FC236}">
                          <a16:creationId xmlns:a16="http://schemas.microsoft.com/office/drawing/2014/main" id="{948A4634-585C-4560-A133-F592DAD65DF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" name="Rechthoek 90">
                      <a:extLst>
                        <a:ext uri="{FF2B5EF4-FFF2-40B4-BE49-F238E27FC236}">
                          <a16:creationId xmlns:a16="http://schemas.microsoft.com/office/drawing/2014/main" id="{F85A5D89-CB53-47E2-B6E5-191D735EBAAE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87" name="Groep 86">
                    <a:extLst>
                      <a:ext uri="{FF2B5EF4-FFF2-40B4-BE49-F238E27FC236}">
                        <a16:creationId xmlns:a16="http://schemas.microsoft.com/office/drawing/2014/main" id="{2BE5B6AB-CF3B-44DB-BE7A-8E8AB62E1DFF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88" name="Rechthoek 87">
                      <a:extLst>
                        <a:ext uri="{FF2B5EF4-FFF2-40B4-BE49-F238E27FC236}">
                          <a16:creationId xmlns:a16="http://schemas.microsoft.com/office/drawing/2014/main" id="{ED39862B-BC07-490F-98E8-B68E556482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" name="Rechthoek 88">
                      <a:extLst>
                        <a:ext uri="{FF2B5EF4-FFF2-40B4-BE49-F238E27FC236}">
                          <a16:creationId xmlns:a16="http://schemas.microsoft.com/office/drawing/2014/main" id="{9876DB3F-3F00-4E80-A795-CEFF250A77AA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F9CA65D-71F5-47C5-BA07-975DD8C39326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84" name="Gelijkbenige driehoek 83">
                  <a:extLst>
                    <a:ext uri="{FF2B5EF4-FFF2-40B4-BE49-F238E27FC236}">
                      <a16:creationId xmlns:a16="http://schemas.microsoft.com/office/drawing/2014/main" id="{925AED8E-22EE-430D-8B55-0241DFD5828A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4" name="Groep 63">
                <a:extLst>
                  <a:ext uri="{FF2B5EF4-FFF2-40B4-BE49-F238E27FC236}">
                    <a16:creationId xmlns:a16="http://schemas.microsoft.com/office/drawing/2014/main" id="{A633C47C-1009-438C-9A30-2250D5771BC7}"/>
                  </a:ext>
                </a:extLst>
              </p:cNvPr>
              <p:cNvGrpSpPr/>
              <p:nvPr userDrawn="1"/>
            </p:nvGrpSpPr>
            <p:grpSpPr>
              <a:xfrm>
                <a:off x="-3314821" y="2981448"/>
                <a:ext cx="1558053" cy="563933"/>
                <a:chOff x="-3314821" y="2981448"/>
                <a:chExt cx="1558053" cy="563933"/>
              </a:xfrm>
            </p:grpSpPr>
            <p:sp>
              <p:nvSpPr>
                <p:cNvPr id="68" name="Rechthoek 67">
                  <a:extLst>
                    <a:ext uri="{FF2B5EF4-FFF2-40B4-BE49-F238E27FC236}">
                      <a16:creationId xmlns:a16="http://schemas.microsoft.com/office/drawing/2014/main" id="{A77CD097-1A25-4EF3-991A-3A1ED3F23E74}"/>
                    </a:ext>
                  </a:extLst>
                </p:cNvPr>
                <p:cNvSpPr/>
                <p:nvPr userDrawn="1"/>
              </p:nvSpPr>
              <p:spPr>
                <a:xfrm>
                  <a:off x="-3314821" y="2981448"/>
                  <a:ext cx="1558053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Rechthoek 68">
                  <a:extLst>
                    <a:ext uri="{FF2B5EF4-FFF2-40B4-BE49-F238E27FC236}">
                      <a16:creationId xmlns:a16="http://schemas.microsoft.com/office/drawing/2014/main" id="{90902D1B-93F8-46CF-8E53-5F6975D54078}"/>
                    </a:ext>
                  </a:extLst>
                </p:cNvPr>
                <p:cNvSpPr/>
                <p:nvPr userDrawn="1"/>
              </p:nvSpPr>
              <p:spPr>
                <a:xfrm>
                  <a:off x="-3304719" y="3235173"/>
                  <a:ext cx="15403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Tekstvak 69">
                  <a:extLst>
                    <a:ext uri="{FF2B5EF4-FFF2-40B4-BE49-F238E27FC236}">
                      <a16:creationId xmlns:a16="http://schemas.microsoft.com/office/drawing/2014/main" id="{EBA8BCE1-C6DF-4C1F-999B-19566F2E617C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038892"/>
                  <a:ext cx="1089248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voorgrond</a:t>
                  </a:r>
                </a:p>
              </p:txBody>
            </p:sp>
            <p:sp>
              <p:nvSpPr>
                <p:cNvPr id="71" name="Tekstvak 70">
                  <a:extLst>
                    <a:ext uri="{FF2B5EF4-FFF2-40B4-BE49-F238E27FC236}">
                      <a16:creationId xmlns:a16="http://schemas.microsoft.com/office/drawing/2014/main" id="{7750EBC4-0B45-49A6-98D9-9CEFF8ACA08A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295269"/>
                  <a:ext cx="109851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achtergrond</a:t>
                  </a:r>
                </a:p>
              </p:txBody>
            </p:sp>
            <p:sp>
              <p:nvSpPr>
                <p:cNvPr id="72" name="Vrije vorm: vorm 71">
                  <a:extLst>
                    <a:ext uri="{FF2B5EF4-FFF2-40B4-BE49-F238E27FC236}">
                      <a16:creationId xmlns:a16="http://schemas.microsoft.com/office/drawing/2014/main" id="{55B6F338-5C9F-43B2-AB24-B92FA6162002}"/>
                    </a:ext>
                  </a:extLst>
                </p:cNvPr>
                <p:cNvSpPr/>
                <p:nvPr userDrawn="1"/>
              </p:nvSpPr>
              <p:spPr>
                <a:xfrm>
                  <a:off x="-2051274" y="3365381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Gelijkbenige driehoek 72">
                  <a:extLst>
                    <a:ext uri="{FF2B5EF4-FFF2-40B4-BE49-F238E27FC236}">
                      <a16:creationId xmlns:a16="http://schemas.microsoft.com/office/drawing/2014/main" id="{B5DAB48F-2795-48AA-94BE-8BE7927C0CF6}"/>
                    </a:ext>
                  </a:extLst>
                </p:cNvPr>
                <p:cNvSpPr/>
                <p:nvPr userDrawn="1"/>
              </p:nvSpPr>
              <p:spPr>
                <a:xfrm rot="5400000">
                  <a:off x="-1900674" y="3332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7A207922-81BE-4BAB-8C7A-AF1B14A3A89D}"/>
                    </a:ext>
                  </a:extLst>
                </p:cNvPr>
                <p:cNvGrpSpPr/>
                <p:nvPr userDrawn="1"/>
              </p:nvGrpSpPr>
              <p:grpSpPr>
                <a:xfrm>
                  <a:off x="-3257052" y="3032066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79" name="Rechthoek 78">
                    <a:extLst>
                      <a:ext uri="{FF2B5EF4-FFF2-40B4-BE49-F238E27FC236}">
                        <a16:creationId xmlns:a16="http://schemas.microsoft.com/office/drawing/2014/main" id="{EAF739ED-30B1-4355-95B4-B65EF2C760B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0" name="Rechthoek 79">
                    <a:extLst>
                      <a:ext uri="{FF2B5EF4-FFF2-40B4-BE49-F238E27FC236}">
                        <a16:creationId xmlns:a16="http://schemas.microsoft.com/office/drawing/2014/main" id="{CCEF469C-A501-455C-95B2-3277A4C913B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" name="Rechthoek 80">
                    <a:extLst>
                      <a:ext uri="{FF2B5EF4-FFF2-40B4-BE49-F238E27FC236}">
                        <a16:creationId xmlns:a16="http://schemas.microsoft.com/office/drawing/2014/main" id="{0079302A-7947-4ED9-90A8-C4247A4D5BE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D66D6F33-69D5-4F75-A744-35846C4F0E8B}"/>
                    </a:ext>
                  </a:extLst>
                </p:cNvPr>
                <p:cNvGrpSpPr/>
                <p:nvPr userDrawn="1"/>
              </p:nvGrpSpPr>
              <p:grpSpPr>
                <a:xfrm>
                  <a:off x="-3257053" y="3276580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434FA878-D5C3-4C69-85FB-6EA69BC1D05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652C7312-A479-4D08-BE56-A880953077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010E3E63-9CF4-4C91-9561-74FDB7791E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65" name="ICOON_info">
                <a:extLst>
                  <a:ext uri="{FF2B5EF4-FFF2-40B4-BE49-F238E27FC236}">
                    <a16:creationId xmlns:a16="http://schemas.microsoft.com/office/drawing/2014/main" id="{A30F218F-5028-4093-A7CC-826208610E36}"/>
                  </a:ext>
                </a:extLst>
              </p:cNvPr>
              <p:cNvGrpSpPr/>
              <p:nvPr userDrawn="1"/>
            </p:nvGrpSpPr>
            <p:grpSpPr>
              <a:xfrm>
                <a:off x="-376736" y="5498637"/>
                <a:ext cx="283685" cy="283685"/>
                <a:chOff x="-510741" y="5913713"/>
                <a:chExt cx="267555" cy="267555"/>
              </a:xfrm>
            </p:grpSpPr>
            <p:sp>
              <p:nvSpPr>
                <p:cNvPr id="66" name="Ovaal 65">
                  <a:extLst>
                    <a:ext uri="{FF2B5EF4-FFF2-40B4-BE49-F238E27FC236}">
                      <a16:creationId xmlns:a16="http://schemas.microsoft.com/office/drawing/2014/main" id="{8F63B31A-D71F-4D83-814E-9D352CD1E9F0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Graphic 163" descr="Informatie">
                  <a:extLst>
                    <a:ext uri="{FF2B5EF4-FFF2-40B4-BE49-F238E27FC236}">
                      <a16:creationId xmlns:a16="http://schemas.microsoft.com/office/drawing/2014/main" id="{A46FF6CB-15C4-4DDE-884F-B919FA58EE3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07" name="Rechthoek 106">
            <a:extLst>
              <a:ext uri="{FF2B5EF4-FFF2-40B4-BE49-F238E27FC236}">
                <a16:creationId xmlns:a16="http://schemas.microsoft.com/office/drawing/2014/main" id="{EACAFA3E-FA8A-4960-99AE-5CCD75348282}"/>
              </a:ext>
            </a:extLst>
          </p:cNvPr>
          <p:cNvSpPr/>
          <p:nvPr userDrawn="1"/>
        </p:nvSpPr>
        <p:spPr>
          <a:xfrm>
            <a:off x="-6397338" y="-1"/>
            <a:ext cx="2507001" cy="1123351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400" b="1" cap="all" baseline="0" noProof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op!</a:t>
            </a:r>
          </a:p>
        </p:txBody>
      </p:sp>
      <p:sp>
        <p:nvSpPr>
          <p:cNvPr id="108" name="Rechthoek 107">
            <a:extLst>
              <a:ext uri="{FF2B5EF4-FFF2-40B4-BE49-F238E27FC236}">
                <a16:creationId xmlns:a16="http://schemas.microsoft.com/office/drawing/2014/main" id="{17460F03-4EE8-4133-A415-57EF618D8713}"/>
              </a:ext>
            </a:extLst>
          </p:cNvPr>
          <p:cNvSpPr/>
          <p:nvPr userDrawn="1"/>
        </p:nvSpPr>
        <p:spPr>
          <a:xfrm>
            <a:off x="-6225534" y="465324"/>
            <a:ext cx="2187560" cy="52527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Kies bij de keuze van de afbeelding voor een goed contrast, zodat de tekst op de foto leesbaar blijft.</a:t>
            </a:r>
          </a:p>
        </p:txBody>
      </p:sp>
    </p:spTree>
    <p:extLst>
      <p:ext uri="{BB962C8B-B14F-4D97-AF65-F5344CB8AC3E}">
        <p14:creationId xmlns:p14="http://schemas.microsoft.com/office/powerpoint/2010/main" val="99479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0%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7998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BFB955E8-A081-433B-9631-83553073A6FB}"/>
              </a:ext>
            </a:extLst>
          </p:cNvPr>
          <p:cNvSpPr/>
          <p:nvPr userDrawn="1"/>
        </p:nvSpPr>
        <p:spPr>
          <a:xfrm>
            <a:off x="0" y="-429492"/>
            <a:ext cx="192360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100% image</a:t>
            </a:r>
          </a:p>
        </p:txBody>
      </p: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E7300668-BABE-4EF3-9A12-30ABD06D9911}"/>
              </a:ext>
            </a:extLst>
          </p:cNvPr>
          <p:cNvGrpSpPr/>
          <p:nvPr userDrawn="1"/>
        </p:nvGrpSpPr>
        <p:grpSpPr>
          <a:xfrm>
            <a:off x="-3786437" y="0"/>
            <a:ext cx="3693386" cy="6452863"/>
            <a:chOff x="-3786437" y="0"/>
            <a:chExt cx="3693386" cy="6452863"/>
          </a:xfrm>
        </p:grpSpPr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E8BCEE4E-9377-4FA6-860A-FE33308D1455}"/>
                </a:ext>
              </a:extLst>
            </p:cNvPr>
            <p:cNvSpPr/>
            <p:nvPr userDrawn="1"/>
          </p:nvSpPr>
          <p:spPr>
            <a:xfrm>
              <a:off x="-3786437" y="5624863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80" name="INSTRUCTIE">
              <a:extLst>
                <a:ext uri="{FF2B5EF4-FFF2-40B4-BE49-F238E27FC236}">
                  <a16:creationId xmlns:a16="http://schemas.microsoft.com/office/drawing/2014/main" id="{78778950-86E3-4B7B-8D80-17D3672AFF5F}"/>
                </a:ext>
              </a:extLst>
            </p:cNvPr>
            <p:cNvGrpSpPr/>
            <p:nvPr userDrawn="1"/>
          </p:nvGrpSpPr>
          <p:grpSpPr>
            <a:xfrm>
              <a:off x="-3786165" y="0"/>
              <a:ext cx="3693114" cy="5782322"/>
              <a:chOff x="-3786165" y="0"/>
              <a:chExt cx="3693114" cy="5782322"/>
            </a:xfrm>
          </p:grpSpPr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5D2ECE53-F269-49F4-8045-819667456A8C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562486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Afbeelding invoegen/opmaken</a:t>
                </a:r>
              </a:p>
            </p:txBody>
          </p:sp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ED5460DD-6A43-4EB2-A006-9768BE103AA1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3" name="Rechthoek 82">
                <a:extLst>
                  <a:ext uri="{FF2B5EF4-FFF2-40B4-BE49-F238E27FC236}">
                    <a16:creationId xmlns:a16="http://schemas.microsoft.com/office/drawing/2014/main" id="{E979F2AC-6320-4DE8-A2F8-1B3EDE0467A8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afbeelding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afbeelding in te voegen </a:t>
                </a: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84" name="Groep 83">
                <a:extLst>
                  <a:ext uri="{FF2B5EF4-FFF2-40B4-BE49-F238E27FC236}">
                    <a16:creationId xmlns:a16="http://schemas.microsoft.com/office/drawing/2014/main" id="{22187056-999F-4D4D-BCB3-7CEC6571ED7E}"/>
                  </a:ext>
                </a:extLst>
              </p:cNvPr>
              <p:cNvGrpSpPr/>
              <p:nvPr userDrawn="1"/>
            </p:nvGrpSpPr>
            <p:grpSpPr>
              <a:xfrm>
                <a:off x="-3316179" y="1231351"/>
                <a:ext cx="294789" cy="318834"/>
                <a:chOff x="14466489" y="1001522"/>
                <a:chExt cx="290627" cy="314333"/>
              </a:xfrm>
            </p:grpSpPr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820C98AA-C51D-464C-A2AB-97F80B1038CB}"/>
                    </a:ext>
                  </a:extLst>
                </p:cNvPr>
                <p:cNvSpPr/>
                <p:nvPr userDrawn="1"/>
              </p:nvSpPr>
              <p:spPr>
                <a:xfrm>
                  <a:off x="14466489" y="1001522"/>
                  <a:ext cx="257935" cy="25416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Ovaal 130">
                  <a:extLst>
                    <a:ext uri="{FF2B5EF4-FFF2-40B4-BE49-F238E27FC236}">
                      <a16:creationId xmlns:a16="http://schemas.microsoft.com/office/drawing/2014/main" id="{D4F9E080-3542-41FF-9F73-E4131712DA13}"/>
                    </a:ext>
                  </a:extLst>
                </p:cNvPr>
                <p:cNvSpPr/>
                <p:nvPr userDrawn="1"/>
              </p:nvSpPr>
              <p:spPr>
                <a:xfrm>
                  <a:off x="14623626" y="1033630"/>
                  <a:ext cx="71169" cy="71169"/>
                </a:xfrm>
                <a:prstGeom prst="ellipse">
                  <a:avLst/>
                </a:prstGeom>
                <a:solidFill>
                  <a:srgbClr val="F1D8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2" name="Vrije vorm: vorm 131">
                  <a:extLst>
                    <a:ext uri="{FF2B5EF4-FFF2-40B4-BE49-F238E27FC236}">
                      <a16:creationId xmlns:a16="http://schemas.microsoft.com/office/drawing/2014/main" id="{31F14B85-84B3-49A3-A491-7785B65563B3}"/>
                    </a:ext>
                  </a:extLst>
                </p:cNvPr>
                <p:cNvSpPr/>
                <p:nvPr userDrawn="1"/>
              </p:nvSpPr>
              <p:spPr>
                <a:xfrm rot="2700000">
                  <a:off x="14498877" y="1157846"/>
                  <a:ext cx="168558" cy="147459"/>
                </a:xfrm>
                <a:custGeom>
                  <a:avLst/>
                  <a:gdLst>
                    <a:gd name="connsiteX0" fmla="*/ 12837 w 168558"/>
                    <a:gd name="connsiteY0" fmla="*/ 12836 h 147459"/>
                    <a:gd name="connsiteX1" fmla="*/ 43826 w 168558"/>
                    <a:gd name="connsiteY1" fmla="*/ 0 h 147459"/>
                    <a:gd name="connsiteX2" fmla="*/ 168558 w 168558"/>
                    <a:gd name="connsiteY2" fmla="*/ 0 h 147459"/>
                    <a:gd name="connsiteX3" fmla="*/ 21099 w 168558"/>
                    <a:gd name="connsiteY3" fmla="*/ 147459 h 147459"/>
                    <a:gd name="connsiteX4" fmla="*/ 0 w 168558"/>
                    <a:gd name="connsiteY4" fmla="*/ 126361 h 147459"/>
                    <a:gd name="connsiteX5" fmla="*/ 0 w 168558"/>
                    <a:gd name="connsiteY5" fmla="*/ 43826 h 147459"/>
                    <a:gd name="connsiteX6" fmla="*/ 12837 w 168558"/>
                    <a:gd name="connsiteY6" fmla="*/ 12836 h 147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558" h="147459">
                      <a:moveTo>
                        <a:pt x="12837" y="12836"/>
                      </a:moveTo>
                      <a:cubicBezTo>
                        <a:pt x="20768" y="4905"/>
                        <a:pt x="31724" y="0"/>
                        <a:pt x="43826" y="0"/>
                      </a:cubicBezTo>
                      <a:lnTo>
                        <a:pt x="168558" y="0"/>
                      </a:lnTo>
                      <a:lnTo>
                        <a:pt x="21099" y="147459"/>
                      </a:lnTo>
                      <a:lnTo>
                        <a:pt x="0" y="126361"/>
                      </a:lnTo>
                      <a:lnTo>
                        <a:pt x="0" y="43826"/>
                      </a:lnTo>
                      <a:cubicBezTo>
                        <a:pt x="1" y="31723"/>
                        <a:pt x="4906" y="20767"/>
                        <a:pt x="12837" y="12836"/>
                      </a:cubicBezTo>
                      <a:close/>
                    </a:path>
                  </a:pathLst>
                </a:custGeom>
                <a:solidFill>
                  <a:srgbClr val="C9D8E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8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3" name="Rechthoek: afgeronde hoeken 132">
                  <a:extLst>
                    <a:ext uri="{FF2B5EF4-FFF2-40B4-BE49-F238E27FC236}">
                      <a16:creationId xmlns:a16="http://schemas.microsoft.com/office/drawing/2014/main" id="{C0835E2D-DA99-4DDB-8906-C83C8439775B}"/>
                    </a:ext>
                  </a:extLst>
                </p:cNvPr>
                <p:cNvSpPr/>
                <p:nvPr userDrawn="1"/>
              </p:nvSpPr>
              <p:spPr>
                <a:xfrm>
                  <a:off x="14601150" y="1145314"/>
                  <a:ext cx="155966" cy="116816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4" name="Rechte verbindingslijn 133">
                  <a:extLst>
                    <a:ext uri="{FF2B5EF4-FFF2-40B4-BE49-F238E27FC236}">
                      <a16:creationId xmlns:a16="http://schemas.microsoft.com/office/drawing/2014/main" id="{4DA1419E-7098-4D20-94A2-278EB46C153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637490" y="1308665"/>
                  <a:ext cx="83286" cy="0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" name="Rechte verbindingslijn 134">
                  <a:extLst>
                    <a:ext uri="{FF2B5EF4-FFF2-40B4-BE49-F238E27FC236}">
                      <a16:creationId xmlns:a16="http://schemas.microsoft.com/office/drawing/2014/main" id="{F0AF1EE2-5496-4A22-8C44-9AE7A1B340CE}"/>
                    </a:ext>
                  </a:extLst>
                </p:cNvPr>
                <p:cNvCxnSpPr>
                  <a:cxnSpLocks/>
                  <a:stCxn id="133" idx="2"/>
                </p:cNvCxnSpPr>
                <p:nvPr userDrawn="1"/>
              </p:nvCxnSpPr>
              <p:spPr>
                <a:xfrm flipH="1">
                  <a:off x="14678717" y="1262130"/>
                  <a:ext cx="416" cy="43573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8AADD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85" name="Ovaal 84">
                <a:extLst>
                  <a:ext uri="{FF2B5EF4-FFF2-40B4-BE49-F238E27FC236}">
                    <a16:creationId xmlns:a16="http://schemas.microsoft.com/office/drawing/2014/main" id="{8007F987-54C2-490A-8CE8-0B35CBAAF598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65557D5D-64CF-4A8A-BA59-95044E7D740A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afbeelding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87" name="Groep 86">
                <a:extLst>
                  <a:ext uri="{FF2B5EF4-FFF2-40B4-BE49-F238E27FC236}">
                    <a16:creationId xmlns:a16="http://schemas.microsoft.com/office/drawing/2014/main" id="{FB9B40FF-D18F-4E7B-9DF4-CE925E0F66DF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127" name="Rechthoek 126">
                  <a:extLst>
                    <a:ext uri="{FF2B5EF4-FFF2-40B4-BE49-F238E27FC236}">
                      <a16:creationId xmlns:a16="http://schemas.microsoft.com/office/drawing/2014/main" id="{33D40313-67F1-4DFC-933A-8ABC17571426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128" name="Rechte verbindingslijn 127">
                  <a:extLst>
                    <a:ext uri="{FF2B5EF4-FFF2-40B4-BE49-F238E27FC236}">
                      <a16:creationId xmlns:a16="http://schemas.microsoft.com/office/drawing/2014/main" id="{1A5C9064-F9C9-4832-B4AA-65C4264AC39B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129" name="Gelijkbenige driehoek 128">
                  <a:extLst>
                    <a:ext uri="{FF2B5EF4-FFF2-40B4-BE49-F238E27FC236}">
                      <a16:creationId xmlns:a16="http://schemas.microsoft.com/office/drawing/2014/main" id="{7439E554-07EC-470D-8549-38202B34F3C2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D7046D54-0992-40E3-A348-438A34AF904F}"/>
                  </a:ext>
                </a:extLst>
              </p:cNvPr>
              <p:cNvSpPr/>
              <p:nvPr userDrawn="1"/>
            </p:nvSpPr>
            <p:spPr>
              <a:xfrm>
                <a:off x="-3603587" y="25533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4F890C0A-1ADE-4765-86C9-BA6C7D31830D}"/>
                  </a:ext>
                </a:extLst>
              </p:cNvPr>
              <p:cNvSpPr/>
              <p:nvPr userDrawn="1"/>
            </p:nvSpPr>
            <p:spPr>
              <a:xfrm>
                <a:off x="-3319415" y="2553360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afbeelding 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‘Naar achtergrond’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90" name="Ovaal 89">
                <a:extLst>
                  <a:ext uri="{FF2B5EF4-FFF2-40B4-BE49-F238E27FC236}">
                    <a16:creationId xmlns:a16="http://schemas.microsoft.com/office/drawing/2014/main" id="{B0D667B9-E79A-4F13-8587-EA0635F680B8}"/>
                  </a:ext>
                </a:extLst>
              </p:cNvPr>
              <p:cNvSpPr/>
              <p:nvPr userDrawn="1"/>
            </p:nvSpPr>
            <p:spPr>
              <a:xfrm>
                <a:off x="-3603587" y="3744237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8246D84B-531C-4937-9061-C22D3C6257CF}"/>
                  </a:ext>
                </a:extLst>
              </p:cNvPr>
              <p:cNvSpPr/>
              <p:nvPr userDrawn="1"/>
            </p:nvSpPr>
            <p:spPr>
              <a:xfrm>
                <a:off x="-3319415" y="3744238"/>
                <a:ext cx="2944682" cy="9797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Om de afbeelding te schalen of bij te snijden, ga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‘Hulpmiddelen voor afbeeldingen - Opmaak’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en klik op de knop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‘Bijsnijden’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Schaal met de bolletjes de afbeelding en met de hoekjes het afbeeldingskader.</a:t>
                </a:r>
              </a:p>
            </p:txBody>
          </p:sp>
          <p:grpSp>
            <p:nvGrpSpPr>
              <p:cNvPr id="92" name="Groep 91">
                <a:extLst>
                  <a:ext uri="{FF2B5EF4-FFF2-40B4-BE49-F238E27FC236}">
                    <a16:creationId xmlns:a16="http://schemas.microsoft.com/office/drawing/2014/main" id="{33DE33CD-EF8E-4705-9500-51D12F1B16DC}"/>
                  </a:ext>
                </a:extLst>
              </p:cNvPr>
              <p:cNvGrpSpPr/>
              <p:nvPr userDrawn="1"/>
            </p:nvGrpSpPr>
            <p:grpSpPr>
              <a:xfrm>
                <a:off x="-3408294" y="4834615"/>
                <a:ext cx="622283" cy="612919"/>
                <a:chOff x="12617641" y="3403239"/>
                <a:chExt cx="752963" cy="741634"/>
              </a:xfrm>
            </p:grpSpPr>
            <p:grpSp>
              <p:nvGrpSpPr>
                <p:cNvPr id="111" name="Groep 110">
                  <a:extLst>
                    <a:ext uri="{FF2B5EF4-FFF2-40B4-BE49-F238E27FC236}">
                      <a16:creationId xmlns:a16="http://schemas.microsoft.com/office/drawing/2014/main" id="{FBE34065-C16D-411F-B33B-92B6CC2F8E41}"/>
                    </a:ext>
                  </a:extLst>
                </p:cNvPr>
                <p:cNvGrpSpPr/>
                <p:nvPr userDrawn="1"/>
              </p:nvGrpSpPr>
              <p:grpSpPr>
                <a:xfrm>
                  <a:off x="12771550" y="3403239"/>
                  <a:ext cx="467156" cy="448491"/>
                  <a:chOff x="12782177" y="3403239"/>
                  <a:chExt cx="467156" cy="448491"/>
                </a:xfrm>
              </p:grpSpPr>
              <p:grpSp>
                <p:nvGrpSpPr>
                  <p:cNvPr id="114" name="Groep 113">
                    <a:extLst>
                      <a:ext uri="{FF2B5EF4-FFF2-40B4-BE49-F238E27FC236}">
                        <a16:creationId xmlns:a16="http://schemas.microsoft.com/office/drawing/2014/main" id="{635D0D83-8365-4129-B875-517D8B7CFE5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82177" y="3403239"/>
                    <a:ext cx="412972" cy="396132"/>
                    <a:chOff x="13554906" y="3320109"/>
                    <a:chExt cx="443912" cy="425811"/>
                  </a:xfrm>
                </p:grpSpPr>
                <p:grpSp>
                  <p:nvGrpSpPr>
                    <p:cNvPr id="121" name="Groep 120">
                      <a:extLst>
                        <a:ext uri="{FF2B5EF4-FFF2-40B4-BE49-F238E27FC236}">
                          <a16:creationId xmlns:a16="http://schemas.microsoft.com/office/drawing/2014/main" id="{908FCE34-4114-45B7-B7B1-CE1C48E8586A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3554906" y="3320109"/>
                      <a:ext cx="443912" cy="425811"/>
                      <a:chOff x="12909684" y="1276143"/>
                      <a:chExt cx="443912" cy="425811"/>
                    </a:xfrm>
                  </p:grpSpPr>
                  <p:sp>
                    <p:nvSpPr>
                      <p:cNvPr id="124" name="Rechthoek 123">
                        <a:extLst>
                          <a:ext uri="{FF2B5EF4-FFF2-40B4-BE49-F238E27FC236}">
                            <a16:creationId xmlns:a16="http://schemas.microsoft.com/office/drawing/2014/main" id="{F4DBBD78-9A8E-4BF5-8F6A-5885759E62F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443912" cy="425811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81818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25" name="Rechthoek 124">
                        <a:extLst>
                          <a:ext uri="{FF2B5EF4-FFF2-40B4-BE49-F238E27FC236}">
                            <a16:creationId xmlns:a16="http://schemas.microsoft.com/office/drawing/2014/main" id="{B544A8E8-444D-448B-9166-9179C48545A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2909684" y="1276143"/>
                        <a:ext cx="261629" cy="257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81818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lvl="0">
                          <a:lnSpc>
                            <a:spcPct val="90000"/>
                          </a:lnSpc>
                          <a:spcBef>
                            <a:spcPts val="600"/>
                          </a:spcBef>
                          <a:spcAft>
                            <a:spcPts val="600"/>
                          </a:spcAft>
                        </a:pPr>
                        <a:endParaRPr lang="nl-NL" sz="800" b="0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26" name="Ovaal 125">
                        <a:extLst>
                          <a:ext uri="{FF2B5EF4-FFF2-40B4-BE49-F238E27FC236}">
                            <a16:creationId xmlns:a16="http://schemas.microsoft.com/office/drawing/2014/main" id="{4D91E10D-07C7-4EC5-BDEF-A9B42E6067E6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13069071" y="1308711"/>
                        <a:ext cx="72188" cy="72188"/>
                      </a:xfrm>
                      <a:prstGeom prst="ellipse">
                        <a:avLst/>
                      </a:prstGeom>
                      <a:solidFill>
                        <a:srgbClr val="ECC679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0" tIns="0" rIns="0" bIns="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l"/>
                        <a:endParaRPr lang="nl-NL" sz="1000" b="1" noProof="0">
                          <a:solidFill>
                            <a:srgbClr val="211F2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22" name="Afbeelding 121">
                      <a:extLst>
                        <a:ext uri="{FF2B5EF4-FFF2-40B4-BE49-F238E27FC236}">
                          <a16:creationId xmlns:a16="http://schemas.microsoft.com/office/drawing/2014/main" id="{7EE67F6E-F3E6-4BB3-85AB-2B039EA24454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567296" y="3424992"/>
                      <a:ext cx="173367" cy="14022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23" name="Afbeelding 122">
                      <a:extLst>
                        <a:ext uri="{FF2B5EF4-FFF2-40B4-BE49-F238E27FC236}">
                          <a16:creationId xmlns:a16="http://schemas.microsoft.com/office/drawing/2014/main" id="{DABADF5E-4BF1-4FBA-AE60-44305FCA1450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 r:embed="rId2">
                      <a:duotone>
                        <a:prstClr val="black"/>
                        <a:srgbClr val="4D82B8">
                          <a:tint val="45000"/>
                          <a:satMod val="400000"/>
                        </a:srgbClr>
                      </a:duotone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contrast="-4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flipH="1">
                      <a:off x="13635599" y="3453788"/>
                      <a:ext cx="173367" cy="11142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7BCA3084-29FA-4C73-BEB7-CB6C9129AA5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103513" y="3705268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C2AAA274-4ECD-4D07-9D3E-C11B6D7BD0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Rechthoek 119">
                      <a:extLst>
                        <a:ext uri="{FF2B5EF4-FFF2-40B4-BE49-F238E27FC236}">
                          <a16:creationId xmlns:a16="http://schemas.microsoft.com/office/drawing/2014/main" id="{F153B895-5822-4EF6-B397-670B0AE12255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116" name="Groep 115">
                    <a:extLst>
                      <a:ext uri="{FF2B5EF4-FFF2-40B4-BE49-F238E27FC236}">
                        <a16:creationId xmlns:a16="http://schemas.microsoft.com/office/drawing/2014/main" id="{80A8E6A7-0ACC-44F1-BABA-70EC34966DAC}"/>
                      </a:ext>
                    </a:extLst>
                  </p:cNvPr>
                  <p:cNvGrpSpPr/>
                  <p:nvPr userDrawn="1"/>
                </p:nvGrpSpPr>
                <p:grpSpPr>
                  <a:xfrm rot="10800000">
                    <a:off x="13061402" y="3665637"/>
                    <a:ext cx="145820" cy="146462"/>
                    <a:chOff x="13096169" y="3602278"/>
                    <a:chExt cx="145820" cy="146462"/>
                  </a:xfrm>
                </p:grpSpPr>
                <p:sp>
                  <p:nvSpPr>
                    <p:cNvPr id="117" name="Rechthoek 116">
                      <a:extLst>
                        <a:ext uri="{FF2B5EF4-FFF2-40B4-BE49-F238E27FC236}">
                          <a16:creationId xmlns:a16="http://schemas.microsoft.com/office/drawing/2014/main" id="{E7D64877-67A8-437B-9122-92C5E2BE3A5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96169" y="3602278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8" name="Rechthoek 117">
                      <a:extLst>
                        <a:ext uri="{FF2B5EF4-FFF2-40B4-BE49-F238E27FC236}">
                          <a16:creationId xmlns:a16="http://schemas.microsoft.com/office/drawing/2014/main" id="{8D8617CF-329F-42A1-8AC6-2E675D9E07B6}"/>
                        </a:ext>
                      </a:extLst>
                    </p:cNvPr>
                    <p:cNvSpPr/>
                    <p:nvPr userDrawn="1"/>
                  </p:nvSpPr>
                  <p:spPr>
                    <a:xfrm rot="5400000">
                      <a:off x="13037453" y="3661636"/>
                      <a:ext cx="145820" cy="28388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511BF109-4F14-41B2-863C-9F5A58B92500}"/>
                    </a:ext>
                  </a:extLst>
                </p:cNvPr>
                <p:cNvSpPr/>
                <p:nvPr userDrawn="1"/>
              </p:nvSpPr>
              <p:spPr>
                <a:xfrm>
                  <a:off x="12617641" y="3889890"/>
                  <a:ext cx="752963" cy="161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Bijsnijden</a:t>
                  </a:r>
                </a:p>
              </p:txBody>
            </p:sp>
            <p:sp>
              <p:nvSpPr>
                <p:cNvPr id="113" name="Gelijkbenige driehoek 112">
                  <a:extLst>
                    <a:ext uri="{FF2B5EF4-FFF2-40B4-BE49-F238E27FC236}">
                      <a16:creationId xmlns:a16="http://schemas.microsoft.com/office/drawing/2014/main" id="{C60D5988-A0C7-4129-81B1-8FAFF1FC06AA}"/>
                    </a:ext>
                  </a:extLst>
                </p:cNvPr>
                <p:cNvSpPr/>
                <p:nvPr userDrawn="1"/>
              </p:nvSpPr>
              <p:spPr>
                <a:xfrm rot="10800000">
                  <a:off x="12950688" y="4093726"/>
                  <a:ext cx="86866" cy="51147"/>
                </a:xfrm>
                <a:prstGeom prst="triangle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72FF6DD-20D9-47DA-8411-EC07A287C1FA}"/>
                  </a:ext>
                </a:extLst>
              </p:cNvPr>
              <p:cNvGrpSpPr/>
              <p:nvPr userDrawn="1"/>
            </p:nvGrpSpPr>
            <p:grpSpPr>
              <a:xfrm>
                <a:off x="-3314821" y="2981448"/>
                <a:ext cx="1558053" cy="563933"/>
                <a:chOff x="-3314821" y="2981448"/>
                <a:chExt cx="1558053" cy="563933"/>
              </a:xfrm>
            </p:grpSpPr>
            <p:sp>
              <p:nvSpPr>
                <p:cNvPr id="97" name="Rechthoek 96">
                  <a:extLst>
                    <a:ext uri="{FF2B5EF4-FFF2-40B4-BE49-F238E27FC236}">
                      <a16:creationId xmlns:a16="http://schemas.microsoft.com/office/drawing/2014/main" id="{5FBF0202-D16E-4B54-9DA2-20651F4CC4A1}"/>
                    </a:ext>
                  </a:extLst>
                </p:cNvPr>
                <p:cNvSpPr/>
                <p:nvPr userDrawn="1"/>
              </p:nvSpPr>
              <p:spPr>
                <a:xfrm>
                  <a:off x="-3314821" y="2981448"/>
                  <a:ext cx="1558053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FBD347AB-2D49-462E-A71E-30F7DA13C372}"/>
                    </a:ext>
                  </a:extLst>
                </p:cNvPr>
                <p:cNvSpPr/>
                <p:nvPr userDrawn="1"/>
              </p:nvSpPr>
              <p:spPr>
                <a:xfrm>
                  <a:off x="-3304719" y="3235173"/>
                  <a:ext cx="15403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Tekstvak 98">
                  <a:extLst>
                    <a:ext uri="{FF2B5EF4-FFF2-40B4-BE49-F238E27FC236}">
                      <a16:creationId xmlns:a16="http://schemas.microsoft.com/office/drawing/2014/main" id="{D8A0A28B-1097-429C-8E56-1C507E844C99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038892"/>
                  <a:ext cx="1089248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voorgrond</a:t>
                  </a: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0C2E6D0F-523A-4AF8-9B69-8561FC7DB24D}"/>
                    </a:ext>
                  </a:extLst>
                </p:cNvPr>
                <p:cNvSpPr txBox="1"/>
                <p:nvPr userDrawn="1"/>
              </p:nvSpPr>
              <p:spPr>
                <a:xfrm>
                  <a:off x="-3069820" y="3295269"/>
                  <a:ext cx="1098515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Naar achtergrond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72CF7F63-2010-4C71-A298-6E70A5C2A128}"/>
                    </a:ext>
                  </a:extLst>
                </p:cNvPr>
                <p:cNvSpPr/>
                <p:nvPr userDrawn="1"/>
              </p:nvSpPr>
              <p:spPr>
                <a:xfrm>
                  <a:off x="-2051274" y="3365381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2" name="Gelijkbenige driehoek 101">
                  <a:extLst>
                    <a:ext uri="{FF2B5EF4-FFF2-40B4-BE49-F238E27FC236}">
                      <a16:creationId xmlns:a16="http://schemas.microsoft.com/office/drawing/2014/main" id="{09E3E282-2204-4AAF-A08A-35D068089DE3}"/>
                    </a:ext>
                  </a:extLst>
                </p:cNvPr>
                <p:cNvSpPr/>
                <p:nvPr userDrawn="1"/>
              </p:nvSpPr>
              <p:spPr>
                <a:xfrm rot="5400000">
                  <a:off x="-1900674" y="3332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3" name="Groep 102">
                  <a:extLst>
                    <a:ext uri="{FF2B5EF4-FFF2-40B4-BE49-F238E27FC236}">
                      <a16:creationId xmlns:a16="http://schemas.microsoft.com/office/drawing/2014/main" id="{01CE405F-D1AA-4E40-9698-25DF964B8E16}"/>
                    </a:ext>
                  </a:extLst>
                </p:cNvPr>
                <p:cNvGrpSpPr/>
                <p:nvPr userDrawn="1"/>
              </p:nvGrpSpPr>
              <p:grpSpPr>
                <a:xfrm>
                  <a:off x="-3257052" y="3032066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108" name="Rechthoek 107">
                    <a:extLst>
                      <a:ext uri="{FF2B5EF4-FFF2-40B4-BE49-F238E27FC236}">
                        <a16:creationId xmlns:a16="http://schemas.microsoft.com/office/drawing/2014/main" id="{E4F2361C-800F-4043-B685-5E5E2839E7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9" name="Rechthoek 108">
                    <a:extLst>
                      <a:ext uri="{FF2B5EF4-FFF2-40B4-BE49-F238E27FC236}">
                        <a16:creationId xmlns:a16="http://schemas.microsoft.com/office/drawing/2014/main" id="{7C1D604B-8717-4444-BA02-159FF7259CB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A94DEC2D-A39B-4807-A843-F6BBCAFBDA4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4" name="Groep 103">
                  <a:extLst>
                    <a:ext uri="{FF2B5EF4-FFF2-40B4-BE49-F238E27FC236}">
                      <a16:creationId xmlns:a16="http://schemas.microsoft.com/office/drawing/2014/main" id="{0405581F-2C5D-4519-8DC1-F4BBA2BE08F4}"/>
                    </a:ext>
                  </a:extLst>
                </p:cNvPr>
                <p:cNvGrpSpPr/>
                <p:nvPr userDrawn="1"/>
              </p:nvGrpSpPr>
              <p:grpSpPr>
                <a:xfrm>
                  <a:off x="-3257053" y="3276580"/>
                  <a:ext cx="182309" cy="163794"/>
                  <a:chOff x="12832541" y="3162395"/>
                  <a:chExt cx="219532" cy="197236"/>
                </a:xfrm>
              </p:grpSpPr>
              <p:sp>
                <p:nvSpPr>
                  <p:cNvPr id="105" name="Rechthoek 104">
                    <a:extLst>
                      <a:ext uri="{FF2B5EF4-FFF2-40B4-BE49-F238E27FC236}">
                        <a16:creationId xmlns:a16="http://schemas.microsoft.com/office/drawing/2014/main" id="{C2C5D3F2-DE8E-40A9-AEB6-D75984A4245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73284" y="3191991"/>
                    <a:ext cx="138045" cy="138044"/>
                  </a:xfrm>
                  <a:prstGeom prst="rect">
                    <a:avLst/>
                  </a:prstGeom>
                  <a:solidFill>
                    <a:srgbClr val="EABE76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6" name="Rechthoek 105">
                    <a:extLst>
                      <a:ext uri="{FF2B5EF4-FFF2-40B4-BE49-F238E27FC236}">
                        <a16:creationId xmlns:a16="http://schemas.microsoft.com/office/drawing/2014/main" id="{0B3A8071-0689-4E2E-B6F8-391DD09FE0A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832541" y="3162395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7" name="Rechthoek 106">
                    <a:extLst>
                      <a:ext uri="{FF2B5EF4-FFF2-40B4-BE49-F238E27FC236}">
                        <a16:creationId xmlns:a16="http://schemas.microsoft.com/office/drawing/2014/main" id="{21CF1812-4D77-42B8-B062-B90287D9C2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70586" y="3278144"/>
                    <a:ext cx="81487" cy="8148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4848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94" name="ICOON_info">
                <a:extLst>
                  <a:ext uri="{FF2B5EF4-FFF2-40B4-BE49-F238E27FC236}">
                    <a16:creationId xmlns:a16="http://schemas.microsoft.com/office/drawing/2014/main" id="{7EBDBCD7-A054-4E7A-AE68-4CCB303CC075}"/>
                  </a:ext>
                </a:extLst>
              </p:cNvPr>
              <p:cNvGrpSpPr/>
              <p:nvPr userDrawn="1"/>
            </p:nvGrpSpPr>
            <p:grpSpPr>
              <a:xfrm>
                <a:off x="-376736" y="5498637"/>
                <a:ext cx="283685" cy="283685"/>
                <a:chOff x="-510741" y="5913713"/>
                <a:chExt cx="267555" cy="267555"/>
              </a:xfrm>
            </p:grpSpPr>
            <p:sp>
              <p:nvSpPr>
                <p:cNvPr id="95" name="Ovaal 94">
                  <a:extLst>
                    <a:ext uri="{FF2B5EF4-FFF2-40B4-BE49-F238E27FC236}">
                      <a16:creationId xmlns:a16="http://schemas.microsoft.com/office/drawing/2014/main" id="{5B924EAA-2BFA-41B9-857D-1964FFF7C62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6" name="Graphic 163" descr="Informatie">
                  <a:extLst>
                    <a:ext uri="{FF2B5EF4-FFF2-40B4-BE49-F238E27FC236}">
                      <a16:creationId xmlns:a16="http://schemas.microsoft.com/office/drawing/2014/main" id="{BD3A4D96-FA49-46F3-AF26-449B1A243368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6339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5"/>
            <a:ext cx="11160125" cy="877888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BFB955E8-A081-433B-9631-83553073A6FB}"/>
              </a:ext>
            </a:extLst>
          </p:cNvPr>
          <p:cNvSpPr/>
          <p:nvPr userDrawn="1"/>
        </p:nvSpPr>
        <p:spPr>
          <a:xfrm>
            <a:off x="0" y="-429492"/>
            <a:ext cx="296638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2x images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title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07987DB0-D3F2-4F97-A9CD-E66B3D9027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6062" y="1760574"/>
            <a:ext cx="5400000" cy="4579901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14" name="Tijdelijke aanduiding voor afbeelding 16">
            <a:extLst>
              <a:ext uri="{FF2B5EF4-FFF2-40B4-BE49-F238E27FC236}">
                <a16:creationId xmlns:a16="http://schemas.microsoft.com/office/drawing/2014/main" id="{C49090C3-74B0-4B99-A5B0-00B9DBE53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" y="1760574"/>
            <a:ext cx="5400000" cy="4579901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grpSp>
        <p:nvGrpSpPr>
          <p:cNvPr id="11" name="INSTRUCTIE">
            <a:extLst>
              <a:ext uri="{FF2B5EF4-FFF2-40B4-BE49-F238E27FC236}">
                <a16:creationId xmlns:a16="http://schemas.microsoft.com/office/drawing/2014/main" id="{81221B75-809F-405A-AB5F-EEDFD508AF17}"/>
              </a:ext>
            </a:extLst>
          </p:cNvPr>
          <p:cNvGrpSpPr/>
          <p:nvPr userDrawn="1"/>
        </p:nvGrpSpPr>
        <p:grpSpPr>
          <a:xfrm>
            <a:off x="-3786437" y="0"/>
            <a:ext cx="3693386" cy="5270646"/>
            <a:chOff x="-3786437" y="0"/>
            <a:chExt cx="3693386" cy="5270646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A0F20E5-E9C3-4876-BD10-405568606319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F4811793-36E3-4D37-A45E-165304BE1F7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80BF1722-8986-4DBB-9208-5F7CFF4D1FE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5E4DEA0B-D2F7-4ED3-BF30-E5814B6ACF1B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8" name="Groep 17">
              <a:extLst>
                <a:ext uri="{FF2B5EF4-FFF2-40B4-BE49-F238E27FC236}">
                  <a16:creationId xmlns:a16="http://schemas.microsoft.com/office/drawing/2014/main" id="{DA4D3AAE-3AD6-48C3-849A-68C70438F4DA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69900D6B-D247-4D7B-AC67-AD9DE6A195F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Ovaal 47">
                <a:extLst>
                  <a:ext uri="{FF2B5EF4-FFF2-40B4-BE49-F238E27FC236}">
                    <a16:creationId xmlns:a16="http://schemas.microsoft.com/office/drawing/2014/main" id="{1AE0EB41-22C3-4846-804D-7CC707A0AEB8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Vrije vorm: vorm 48">
                <a:extLst>
                  <a:ext uri="{FF2B5EF4-FFF2-40B4-BE49-F238E27FC236}">
                    <a16:creationId xmlns:a16="http://schemas.microsoft.com/office/drawing/2014/main" id="{2658B829-3D1D-4994-8FAC-460B6431659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Rechthoek: afgeronde hoeken 49">
                <a:extLst>
                  <a:ext uri="{FF2B5EF4-FFF2-40B4-BE49-F238E27FC236}">
                    <a16:creationId xmlns:a16="http://schemas.microsoft.com/office/drawing/2014/main" id="{C968A917-5693-46F2-BCB3-429C83FEBACD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1" name="Rechte verbindingslijn 50">
                <a:extLst>
                  <a:ext uri="{FF2B5EF4-FFF2-40B4-BE49-F238E27FC236}">
                    <a16:creationId xmlns:a16="http://schemas.microsoft.com/office/drawing/2014/main" id="{F25890DF-8A2A-448D-9FD1-CE59BC339C4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" name="Rechte verbindingslijn 51">
                <a:extLst>
                  <a:ext uri="{FF2B5EF4-FFF2-40B4-BE49-F238E27FC236}">
                    <a16:creationId xmlns:a16="http://schemas.microsoft.com/office/drawing/2014/main" id="{57376660-21C6-42D0-9854-38149697BB06}"/>
                  </a:ext>
                </a:extLst>
              </p:cNvPr>
              <p:cNvCxnSpPr>
                <a:cxnSpLocks/>
                <a:stCxn id="5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98E2E392-5A83-49CB-9C70-65C0438FFA97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04703E02-A835-47B8-8DAD-C823E7F3824C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E5E35800-4083-410E-9103-E537945BBD19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CE711FD9-6503-409F-BF2B-A5BE79F312F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45" name="Rechte verbindingslijn 44">
                <a:extLst>
                  <a:ext uri="{FF2B5EF4-FFF2-40B4-BE49-F238E27FC236}">
                    <a16:creationId xmlns:a16="http://schemas.microsoft.com/office/drawing/2014/main" id="{EFE75007-8B5E-46D9-B4BA-18B2300F2B6B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46" name="Gelijkbenige driehoek 45">
                <a:extLst>
                  <a:ext uri="{FF2B5EF4-FFF2-40B4-BE49-F238E27FC236}">
                    <a16:creationId xmlns:a16="http://schemas.microsoft.com/office/drawing/2014/main" id="{C785BCD0-89C3-4FE5-8128-BBC6896132E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AADA5504-C5A6-4B6E-AC8E-6E2FC496165B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1116932B-DDA7-4975-B1DC-A07C7BB43492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0B11423A-7214-45A4-8A73-7869BCDA56C2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28" name="Groep 27">
                <a:extLst>
                  <a:ext uri="{FF2B5EF4-FFF2-40B4-BE49-F238E27FC236}">
                    <a16:creationId xmlns:a16="http://schemas.microsoft.com/office/drawing/2014/main" id="{19B03FE0-7AC9-49C4-9041-99E353DC9AA4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03DA04B3-0C0E-41BA-8AFF-82766E430DA1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8" name="Groep 37">
                    <a:extLst>
                      <a:ext uri="{FF2B5EF4-FFF2-40B4-BE49-F238E27FC236}">
                        <a16:creationId xmlns:a16="http://schemas.microsoft.com/office/drawing/2014/main" id="{382D138C-B14A-49A6-9B8A-1EF8FB3D6C1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1" name="Rechthoek 40">
                      <a:extLst>
                        <a:ext uri="{FF2B5EF4-FFF2-40B4-BE49-F238E27FC236}">
                          <a16:creationId xmlns:a16="http://schemas.microsoft.com/office/drawing/2014/main" id="{30197285-EC6C-469C-9E63-19EDB83268A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119B6BF3-E3AB-47A8-88C3-4785B98725C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Ovaal 42">
                      <a:extLst>
                        <a:ext uri="{FF2B5EF4-FFF2-40B4-BE49-F238E27FC236}">
                          <a16:creationId xmlns:a16="http://schemas.microsoft.com/office/drawing/2014/main" id="{905A254C-A5EC-4C93-9200-CBA38DAB0D6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39" name="Afbeelding 38">
                    <a:extLst>
                      <a:ext uri="{FF2B5EF4-FFF2-40B4-BE49-F238E27FC236}">
                        <a16:creationId xmlns:a16="http://schemas.microsoft.com/office/drawing/2014/main" id="{754B8A2A-082B-4A3B-BCEE-3828D3391F7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70A27AC6-A9CD-4EBD-A47A-CD3A9B92377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FD3AA6F7-9033-459B-AC99-A6B9F957F15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F90FE05A-EA4E-463E-9DD9-B107E84274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018F30BE-B292-48C3-92FE-A7965CB5020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5680F1E2-3C4F-43FE-A019-CAEBACA2463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4" name="Rechthoek 33">
                    <a:extLst>
                      <a:ext uri="{FF2B5EF4-FFF2-40B4-BE49-F238E27FC236}">
                        <a16:creationId xmlns:a16="http://schemas.microsoft.com/office/drawing/2014/main" id="{C2EB2B0A-862D-4BBA-B64C-753D39212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E25142C1-E7E5-4F5B-815D-39EE2B6F39A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083B5F0A-70FD-4494-BA6A-39E9B35467C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0" name="Gelijkbenige driehoek 29">
                <a:extLst>
                  <a:ext uri="{FF2B5EF4-FFF2-40B4-BE49-F238E27FC236}">
                    <a16:creationId xmlns:a16="http://schemas.microsoft.com/office/drawing/2014/main" id="{52443F26-36F1-470F-A9DB-56BB024FDB6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ICOON_info">
              <a:extLst>
                <a:ext uri="{FF2B5EF4-FFF2-40B4-BE49-F238E27FC236}">
                  <a16:creationId xmlns:a16="http://schemas.microsoft.com/office/drawing/2014/main" id="{4C1764D2-9681-40E0-A2A5-E08A32937002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26" name="Ovaal 25">
                <a:extLst>
                  <a:ext uri="{FF2B5EF4-FFF2-40B4-BE49-F238E27FC236}">
                    <a16:creationId xmlns:a16="http://schemas.microsoft.com/office/drawing/2014/main" id="{83981862-70B3-4FB1-AA8C-413535ED38C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Graphic 163" descr="Informatie">
                <a:extLst>
                  <a:ext uri="{FF2B5EF4-FFF2-40B4-BE49-F238E27FC236}">
                    <a16:creationId xmlns:a16="http://schemas.microsoft.com/office/drawing/2014/main" id="{71147A26-DEAE-4289-9C7E-B2A4A3CEE74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496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5"/>
            <a:ext cx="11160125" cy="877888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BFB955E8-A081-433B-9631-83553073A6FB}"/>
              </a:ext>
            </a:extLst>
          </p:cNvPr>
          <p:cNvSpPr/>
          <p:nvPr userDrawn="1"/>
        </p:nvSpPr>
        <p:spPr>
          <a:xfrm>
            <a:off x="0" y="-429492"/>
            <a:ext cx="296638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3x images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title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5" name="Tijdelijke aanduiding voor afbeelding 16">
            <a:extLst>
              <a:ext uri="{FF2B5EF4-FFF2-40B4-BE49-F238E27FC236}">
                <a16:creationId xmlns:a16="http://schemas.microsoft.com/office/drawing/2014/main" id="{89D56B36-D765-411E-9916-8D83193BFE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754227"/>
            <a:ext cx="3509962" cy="4586248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  <a:p>
            <a:endParaRPr lang="nl-NL"/>
          </a:p>
        </p:txBody>
      </p:sp>
      <p:sp>
        <p:nvSpPr>
          <p:cNvPr id="16" name="Tijdelijke aanduiding voor afbeelding 16">
            <a:extLst>
              <a:ext uri="{FF2B5EF4-FFF2-40B4-BE49-F238E27FC236}">
                <a16:creationId xmlns:a16="http://schemas.microsoft.com/office/drawing/2014/main" id="{161619E9-1A2B-454F-B005-46994466C9A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41018" y="1754227"/>
            <a:ext cx="3509962" cy="4586248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  <a:p>
            <a:endParaRPr lang="nl-NL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28ED2DC4-E3C2-4662-88E8-0880574424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66101" y="1754227"/>
            <a:ext cx="3509962" cy="4586248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grpSp>
        <p:nvGrpSpPr>
          <p:cNvPr id="54" name="INSTRUCTIE">
            <a:extLst>
              <a:ext uri="{FF2B5EF4-FFF2-40B4-BE49-F238E27FC236}">
                <a16:creationId xmlns:a16="http://schemas.microsoft.com/office/drawing/2014/main" id="{ED293C6E-5F97-40C6-8D58-C001D4BF7522}"/>
              </a:ext>
            </a:extLst>
          </p:cNvPr>
          <p:cNvGrpSpPr/>
          <p:nvPr userDrawn="1"/>
        </p:nvGrpSpPr>
        <p:grpSpPr>
          <a:xfrm>
            <a:off x="-3786437" y="0"/>
            <a:ext cx="3693386" cy="5270646"/>
            <a:chOff x="-3786437" y="0"/>
            <a:chExt cx="3693386" cy="5270646"/>
          </a:xfrm>
        </p:grpSpPr>
        <p:sp>
          <p:nvSpPr>
            <p:cNvPr id="55" name="Rechthoek 54">
              <a:extLst>
                <a:ext uri="{FF2B5EF4-FFF2-40B4-BE49-F238E27FC236}">
                  <a16:creationId xmlns:a16="http://schemas.microsoft.com/office/drawing/2014/main" id="{A640C1A8-4E98-4325-B763-BFB4E320C4C0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F45270FC-EA12-4408-AFAE-B449D770D95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F4F7A986-7DD7-40CE-A0C3-2B62895EBCF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7B83CF78-7B6B-4AD5-9ED5-6CEDDB36C2F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59" name="Groep 58">
              <a:extLst>
                <a:ext uri="{FF2B5EF4-FFF2-40B4-BE49-F238E27FC236}">
                  <a16:creationId xmlns:a16="http://schemas.microsoft.com/office/drawing/2014/main" id="{925F3821-A96F-44F9-82F8-9B1A16A0F11C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88" name="Rechthoek 87">
                <a:extLst>
                  <a:ext uri="{FF2B5EF4-FFF2-40B4-BE49-F238E27FC236}">
                    <a16:creationId xmlns:a16="http://schemas.microsoft.com/office/drawing/2014/main" id="{4CB42E74-3551-432E-AC46-09B4FB3CBF24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4C4D6DCF-7507-4BF0-8D5F-B2A3E60E298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Vrije vorm: vorm 89">
                <a:extLst>
                  <a:ext uri="{FF2B5EF4-FFF2-40B4-BE49-F238E27FC236}">
                    <a16:creationId xmlns:a16="http://schemas.microsoft.com/office/drawing/2014/main" id="{0999B41D-D55B-48D7-A4F7-2E8999DD475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1" name="Rechthoek: afgeronde hoeken 90">
                <a:extLst>
                  <a:ext uri="{FF2B5EF4-FFF2-40B4-BE49-F238E27FC236}">
                    <a16:creationId xmlns:a16="http://schemas.microsoft.com/office/drawing/2014/main" id="{7F428687-14FE-42A2-A571-3933E4681DC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E3469AE-DD01-4978-AB9E-8304547EC15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Rechte verbindingslijn 92">
                <a:extLst>
                  <a:ext uri="{FF2B5EF4-FFF2-40B4-BE49-F238E27FC236}">
                    <a16:creationId xmlns:a16="http://schemas.microsoft.com/office/drawing/2014/main" id="{3213BB01-89B1-4072-9DB3-82FAC7731CA8}"/>
                  </a:ext>
                </a:extLst>
              </p:cNvPr>
              <p:cNvCxnSpPr>
                <a:cxnSpLocks/>
                <a:stCxn id="9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0" name="Ovaal 59">
              <a:extLst>
                <a:ext uri="{FF2B5EF4-FFF2-40B4-BE49-F238E27FC236}">
                  <a16:creationId xmlns:a16="http://schemas.microsoft.com/office/drawing/2014/main" id="{27429EFB-D708-4B37-9A84-4E26791D05D6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1" name="Rechthoek 60">
              <a:extLst>
                <a:ext uri="{FF2B5EF4-FFF2-40B4-BE49-F238E27FC236}">
                  <a16:creationId xmlns:a16="http://schemas.microsoft.com/office/drawing/2014/main" id="{EAC6880B-33B4-49BF-82C6-0E3808E5C0A2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2" name="Groep 61">
              <a:extLst>
                <a:ext uri="{FF2B5EF4-FFF2-40B4-BE49-F238E27FC236}">
                  <a16:creationId xmlns:a16="http://schemas.microsoft.com/office/drawing/2014/main" id="{616D82D8-CAD3-4960-AEBC-6B0D977BD7D1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F4581A12-9812-4014-9CAF-CFF7F37AFD87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86" name="Rechte verbindingslijn 85">
                <a:extLst>
                  <a:ext uri="{FF2B5EF4-FFF2-40B4-BE49-F238E27FC236}">
                    <a16:creationId xmlns:a16="http://schemas.microsoft.com/office/drawing/2014/main" id="{1907E929-0653-4C56-BA94-38171F1C5E7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87" name="Gelijkbenige driehoek 86">
                <a:extLst>
                  <a:ext uri="{FF2B5EF4-FFF2-40B4-BE49-F238E27FC236}">
                    <a16:creationId xmlns:a16="http://schemas.microsoft.com/office/drawing/2014/main" id="{41814860-12CA-4588-B7C6-91483FE54B6E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3" name="Ovaal 62">
              <a:extLst>
                <a:ext uri="{FF2B5EF4-FFF2-40B4-BE49-F238E27FC236}">
                  <a16:creationId xmlns:a16="http://schemas.microsoft.com/office/drawing/2014/main" id="{68165EC7-3F1C-44A3-85CB-8B0AD0574987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4" name="Rechthoek 63">
              <a:extLst>
                <a:ext uri="{FF2B5EF4-FFF2-40B4-BE49-F238E27FC236}">
                  <a16:creationId xmlns:a16="http://schemas.microsoft.com/office/drawing/2014/main" id="{99F8F4AE-67B7-41FA-B802-3FA3115C27D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EAB0E4F3-9178-4B51-8D40-B3F7BF00E30F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69" name="Groep 68">
                <a:extLst>
                  <a:ext uri="{FF2B5EF4-FFF2-40B4-BE49-F238E27FC236}">
                    <a16:creationId xmlns:a16="http://schemas.microsoft.com/office/drawing/2014/main" id="{F6429551-5AFF-4CD9-9FE9-3703258293B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8DB5D426-9E36-4FC0-93ED-0FCB99CF138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79" name="Groep 78">
                    <a:extLst>
                      <a:ext uri="{FF2B5EF4-FFF2-40B4-BE49-F238E27FC236}">
                        <a16:creationId xmlns:a16="http://schemas.microsoft.com/office/drawing/2014/main" id="{58AE02BC-FE3F-43B9-A31E-2F23B77C5D7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82" name="Rechthoek 81">
                      <a:extLst>
                        <a:ext uri="{FF2B5EF4-FFF2-40B4-BE49-F238E27FC236}">
                          <a16:creationId xmlns:a16="http://schemas.microsoft.com/office/drawing/2014/main" id="{CA1FC6F0-854A-43FF-80B0-01B180EECE9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" name="Rechthoek 82">
                      <a:extLst>
                        <a:ext uri="{FF2B5EF4-FFF2-40B4-BE49-F238E27FC236}">
                          <a16:creationId xmlns:a16="http://schemas.microsoft.com/office/drawing/2014/main" id="{C3B3CDCF-2153-4114-B4A1-E561012944E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4" name="Ovaal 83">
                      <a:extLst>
                        <a:ext uri="{FF2B5EF4-FFF2-40B4-BE49-F238E27FC236}">
                          <a16:creationId xmlns:a16="http://schemas.microsoft.com/office/drawing/2014/main" id="{28899272-6D2D-4B6B-80C9-1BCCE52CECA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0" name="Afbeelding 79">
                    <a:extLst>
                      <a:ext uri="{FF2B5EF4-FFF2-40B4-BE49-F238E27FC236}">
                        <a16:creationId xmlns:a16="http://schemas.microsoft.com/office/drawing/2014/main" id="{09F04832-22B5-43B1-BE9B-C99E77A1732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1" name="Afbeelding 80">
                    <a:extLst>
                      <a:ext uri="{FF2B5EF4-FFF2-40B4-BE49-F238E27FC236}">
                        <a16:creationId xmlns:a16="http://schemas.microsoft.com/office/drawing/2014/main" id="{06B2D4E2-B26E-4F6F-9E8B-390D511426A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3" name="Groep 72">
                  <a:extLst>
                    <a:ext uri="{FF2B5EF4-FFF2-40B4-BE49-F238E27FC236}">
                      <a16:creationId xmlns:a16="http://schemas.microsoft.com/office/drawing/2014/main" id="{309342A7-65AA-4B66-9C9C-A6C99AB2308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FAB7B0A9-A4B1-4F81-A144-950F222C85D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" name="Rechthoek 77">
                    <a:extLst>
                      <a:ext uri="{FF2B5EF4-FFF2-40B4-BE49-F238E27FC236}">
                        <a16:creationId xmlns:a16="http://schemas.microsoft.com/office/drawing/2014/main" id="{FA9D294A-076D-4E46-9DA5-1DE4970A63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37EBC32A-19F3-4D16-B0FF-F38A37E6E3CF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E101B0B1-9686-43F6-A0DD-217FD38D0C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EB428A74-6F85-473F-86CD-145B4D457C5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35C609E8-29F6-41FF-B934-38B289DB98D8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71" name="Gelijkbenige driehoek 70">
                <a:extLst>
                  <a:ext uri="{FF2B5EF4-FFF2-40B4-BE49-F238E27FC236}">
                    <a16:creationId xmlns:a16="http://schemas.microsoft.com/office/drawing/2014/main" id="{D556DF4D-3800-48EE-86D6-14FA6398304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6" name="ICOON_info">
              <a:extLst>
                <a:ext uri="{FF2B5EF4-FFF2-40B4-BE49-F238E27FC236}">
                  <a16:creationId xmlns:a16="http://schemas.microsoft.com/office/drawing/2014/main" id="{88154E0D-A357-452E-8C93-D5394685773D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67" name="Ovaal 66">
                <a:extLst>
                  <a:ext uri="{FF2B5EF4-FFF2-40B4-BE49-F238E27FC236}">
                    <a16:creationId xmlns:a16="http://schemas.microsoft.com/office/drawing/2014/main" id="{1102DD94-B713-4FD9-BE90-9E98FAB92B6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Graphic 163" descr="Informatie">
                <a:extLst>
                  <a:ext uri="{FF2B5EF4-FFF2-40B4-BE49-F238E27FC236}">
                    <a16:creationId xmlns:a16="http://schemas.microsoft.com/office/drawing/2014/main" id="{5B9B1BFA-9E59-4D7A-B505-020374125B0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43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4"/>
            <a:ext cx="11160125" cy="877889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108209"/>
            <a:ext cx="2933400" cy="151790"/>
          </a:xfrm>
        </p:spPr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1082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108209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682581D-A08E-4726-919C-43E290CAC50C}"/>
              </a:ext>
            </a:extLst>
          </p:cNvPr>
          <p:cNvSpPr/>
          <p:nvPr userDrawn="1"/>
        </p:nvSpPr>
        <p:spPr>
          <a:xfrm>
            <a:off x="0" y="-429492"/>
            <a:ext cx="286379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3x images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E896F0B1-42B1-47AC-BED5-A6FB8258D4D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754227"/>
            <a:ext cx="3509962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picture</a:t>
            </a:r>
          </a:p>
        </p:txBody>
      </p:sp>
      <p:sp>
        <p:nvSpPr>
          <p:cNvPr id="18" name="Tijdelijke aanduiding voor afbeelding 16">
            <a:extLst>
              <a:ext uri="{FF2B5EF4-FFF2-40B4-BE49-F238E27FC236}">
                <a16:creationId xmlns:a16="http://schemas.microsoft.com/office/drawing/2014/main" id="{ED88A2A2-E890-4A1B-A8C2-E7D4ED2FE0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41018" y="1754227"/>
            <a:ext cx="3509962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19" name="Tijdelijke aanduiding voor afbeelding 16">
            <a:extLst>
              <a:ext uri="{FF2B5EF4-FFF2-40B4-BE49-F238E27FC236}">
                <a16:creationId xmlns:a16="http://schemas.microsoft.com/office/drawing/2014/main" id="{21EE98B7-13AC-4DF2-8E05-816B13B808A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66101" y="1754227"/>
            <a:ext cx="3509962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0" name="Tijdelijke aanduiding voor tekst 28">
            <a:extLst>
              <a:ext uri="{FF2B5EF4-FFF2-40B4-BE49-F238E27FC236}">
                <a16:creationId xmlns:a16="http://schemas.microsoft.com/office/drawing/2014/main" id="{F1131722-DC1F-440F-BF52-66EC739181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3756063"/>
            <a:ext cx="3509959" cy="258441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1" name="Tijdelijke aanduiding voor tekst 28">
            <a:extLst>
              <a:ext uri="{FF2B5EF4-FFF2-40B4-BE49-F238E27FC236}">
                <a16:creationId xmlns:a16="http://schemas.microsoft.com/office/drawing/2014/main" id="{CD37E532-3720-4BA1-AC0F-C02FCD05B3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41015" y="3756063"/>
            <a:ext cx="3509959" cy="258441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2" name="Tijdelijke aanduiding voor tekst 28">
            <a:extLst>
              <a:ext uri="{FF2B5EF4-FFF2-40B4-BE49-F238E27FC236}">
                <a16:creationId xmlns:a16="http://schemas.microsoft.com/office/drawing/2014/main" id="{3CBC20AB-BFB3-44F1-97B2-D57A0123DE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6089" y="3756063"/>
            <a:ext cx="3509959" cy="258441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5" name="Tijdelijke aanduiding voor verticale tekst 2">
            <a:extLst>
              <a:ext uri="{FF2B5EF4-FFF2-40B4-BE49-F238E27FC236}">
                <a16:creationId xmlns:a16="http://schemas.microsoft.com/office/drawing/2014/main" id="{8C8B6AC5-B51E-48E3-B0D8-C81AF20C172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985" y="4523798"/>
            <a:ext cx="3102715" cy="158490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r>
              <a:rPr lang="nl-NL" noProof="0" dirty="0"/>
              <a:t> </a:t>
            </a:r>
            <a:r>
              <a:rPr lang="nl-NL" noProof="0" dirty="0" err="1"/>
              <a:t>dolor</a:t>
            </a:r>
            <a:r>
              <a:rPr lang="nl-NL" noProof="0" dirty="0"/>
              <a:t> </a:t>
            </a:r>
            <a:r>
              <a:rPr lang="nl-NL" noProof="0" dirty="0" err="1"/>
              <a:t>sit</a:t>
            </a:r>
            <a:r>
              <a:rPr lang="nl-NL" noProof="0" dirty="0"/>
              <a:t> </a:t>
            </a:r>
            <a:r>
              <a:rPr lang="nl-NL" noProof="0" dirty="0" err="1"/>
              <a:t>amet</a:t>
            </a:r>
            <a:r>
              <a:rPr lang="nl-NL" noProof="0" dirty="0"/>
              <a:t>, </a:t>
            </a:r>
            <a:r>
              <a:rPr lang="nl-NL" noProof="0" dirty="0" err="1"/>
              <a:t>consectetuer</a:t>
            </a:r>
            <a:r>
              <a:rPr lang="nl-NL" noProof="0" dirty="0"/>
              <a:t> </a:t>
            </a:r>
            <a:r>
              <a:rPr lang="nl-NL" noProof="0" dirty="0" err="1"/>
              <a:t>adipiscing</a:t>
            </a:r>
            <a:r>
              <a:rPr lang="nl-NL" noProof="0" dirty="0"/>
              <a:t> </a:t>
            </a:r>
            <a:r>
              <a:rPr lang="nl-NL" noProof="0" dirty="0" err="1"/>
              <a:t>elit</a:t>
            </a:r>
            <a:r>
              <a:rPr lang="nl-NL" noProof="0" dirty="0"/>
              <a:t>. </a:t>
            </a:r>
            <a:r>
              <a:rPr lang="nl-NL" noProof="0" dirty="0" err="1"/>
              <a:t>Maecenas</a:t>
            </a:r>
            <a:r>
              <a:rPr lang="nl-NL" noProof="0" dirty="0"/>
              <a:t> </a:t>
            </a:r>
            <a:r>
              <a:rPr lang="nl-NL" noProof="0" dirty="0" err="1"/>
              <a:t>porttitor</a:t>
            </a:r>
            <a:r>
              <a:rPr lang="nl-NL" noProof="0" dirty="0"/>
              <a:t> </a:t>
            </a:r>
            <a:r>
              <a:rPr lang="nl-NL" noProof="0" dirty="0" err="1"/>
              <a:t>congue</a:t>
            </a:r>
            <a:r>
              <a:rPr lang="nl-NL" noProof="0" dirty="0"/>
              <a:t> massa. </a:t>
            </a:r>
            <a:r>
              <a:rPr lang="nl-NL" noProof="0" dirty="0" err="1"/>
              <a:t>Fusce</a:t>
            </a:r>
            <a:r>
              <a:rPr lang="nl-NL" noProof="0" dirty="0"/>
              <a:t> </a:t>
            </a:r>
            <a:r>
              <a:rPr lang="nl-NL" noProof="0" dirty="0" err="1"/>
              <a:t>posuere</a:t>
            </a:r>
            <a:r>
              <a:rPr lang="nl-NL" noProof="0" dirty="0"/>
              <a:t>, magna </a:t>
            </a:r>
            <a:r>
              <a:rPr lang="nl-NL" noProof="0" dirty="0" err="1"/>
              <a:t>sed</a:t>
            </a:r>
            <a:r>
              <a:rPr lang="nl-NL" noProof="0" dirty="0"/>
              <a:t> </a:t>
            </a:r>
            <a:r>
              <a:rPr lang="nl-NL" noProof="0" dirty="0" err="1"/>
              <a:t>pulvinar</a:t>
            </a:r>
            <a:r>
              <a:rPr lang="nl-NL" noProof="0" dirty="0"/>
              <a:t> </a:t>
            </a:r>
            <a:r>
              <a:rPr lang="nl-NL" noProof="0" dirty="0" err="1"/>
              <a:t>ultricies</a:t>
            </a:r>
            <a:r>
              <a:rPr lang="nl-NL" noProof="0" dirty="0"/>
              <a:t>, </a:t>
            </a:r>
            <a:r>
              <a:rPr lang="nl-NL" noProof="0" dirty="0" err="1"/>
              <a:t>purus</a:t>
            </a:r>
            <a:r>
              <a:rPr lang="nl-NL" noProof="0" dirty="0"/>
              <a:t> </a:t>
            </a:r>
            <a:r>
              <a:rPr lang="nl-NL" noProof="0" dirty="0" err="1"/>
              <a:t>lectus</a:t>
            </a:r>
            <a:r>
              <a:rPr lang="nl-NL" noProof="0" dirty="0"/>
              <a:t> </a:t>
            </a:r>
            <a:r>
              <a:rPr lang="nl-NL" noProof="0" dirty="0" err="1"/>
              <a:t>malesuada</a:t>
            </a:r>
            <a:r>
              <a:rPr lang="nl-NL" noProof="0" dirty="0"/>
              <a:t> libero, </a:t>
            </a:r>
            <a:r>
              <a:rPr lang="nl-NL" noProof="0" dirty="0" err="1"/>
              <a:t>sit</a:t>
            </a:r>
            <a:r>
              <a:rPr lang="nl-NL" noProof="0" dirty="0"/>
              <a:t> </a:t>
            </a:r>
            <a:r>
              <a:rPr lang="nl-NL" noProof="0" dirty="0" err="1"/>
              <a:t>amet</a:t>
            </a:r>
            <a:r>
              <a:rPr lang="nl-NL" noProof="0" dirty="0"/>
              <a:t> commodo magna eros </a:t>
            </a:r>
            <a:r>
              <a:rPr lang="nl-NL" noProof="0" dirty="0" err="1"/>
              <a:t>quis</a:t>
            </a:r>
            <a:r>
              <a:rPr lang="nl-NL" noProof="0" dirty="0"/>
              <a:t> </a:t>
            </a:r>
            <a:r>
              <a:rPr lang="nl-NL" noProof="0" dirty="0" err="1"/>
              <a:t>urna</a:t>
            </a:r>
            <a:r>
              <a:rPr lang="nl-NL" noProof="0" dirty="0"/>
              <a:t>.</a:t>
            </a:r>
          </a:p>
        </p:txBody>
      </p:sp>
      <p:sp>
        <p:nvSpPr>
          <p:cNvPr id="26" name="Tijdelijke aanduiding voor verticale tekst 2">
            <a:extLst>
              <a:ext uri="{FF2B5EF4-FFF2-40B4-BE49-F238E27FC236}">
                <a16:creationId xmlns:a16="http://schemas.microsoft.com/office/drawing/2014/main" id="{B6515488-F2FB-4494-A440-18B2F117FBFE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4544636" y="4523798"/>
            <a:ext cx="3102715" cy="158490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nl-NL" noProof="0" dirty="0" err="1"/>
              <a:t>urna</a:t>
            </a:r>
            <a:r>
              <a:rPr lang="nl-NL" noProof="0" dirty="0"/>
              <a:t>.</a:t>
            </a:r>
          </a:p>
        </p:txBody>
      </p:sp>
      <p:sp>
        <p:nvSpPr>
          <p:cNvPr id="27" name="Tijdelijke aanduiding voor verticale tekst 2">
            <a:extLst>
              <a:ext uri="{FF2B5EF4-FFF2-40B4-BE49-F238E27FC236}">
                <a16:creationId xmlns:a16="http://schemas.microsoft.com/office/drawing/2014/main" id="{C9F7786B-24F3-4996-8168-993B4624568E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369285" y="4523798"/>
            <a:ext cx="3102715" cy="158490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nl-NL" noProof="0" dirty="0" err="1"/>
              <a:t>urna</a:t>
            </a:r>
            <a:r>
              <a:rPr lang="nl-NL" noProof="0" dirty="0"/>
              <a:t>.</a:t>
            </a:r>
          </a:p>
        </p:txBody>
      </p:sp>
      <p:sp>
        <p:nvSpPr>
          <p:cNvPr id="29" name="Tijdelijke aanduiding voor verticale tekst 2">
            <a:extLst>
              <a:ext uri="{FF2B5EF4-FFF2-40B4-BE49-F238E27FC236}">
                <a16:creationId xmlns:a16="http://schemas.microsoft.com/office/drawing/2014/main" id="{4BA1460F-32FF-439C-99C9-FF20D3AA1496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>
            <a:off x="4544635" y="3948727"/>
            <a:ext cx="3102715" cy="34329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30" name="Tijdelijke aanduiding voor verticale tekst 2">
            <a:extLst>
              <a:ext uri="{FF2B5EF4-FFF2-40B4-BE49-F238E27FC236}">
                <a16:creationId xmlns:a16="http://schemas.microsoft.com/office/drawing/2014/main" id="{79A384B1-0017-4E0A-B0BD-BA39D25995FD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>
            <a:off x="8369285" y="3948727"/>
            <a:ext cx="3102715" cy="34329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grpSp>
        <p:nvGrpSpPr>
          <p:cNvPr id="23" name="INSTRUCTIE">
            <a:extLst>
              <a:ext uri="{FF2B5EF4-FFF2-40B4-BE49-F238E27FC236}">
                <a16:creationId xmlns:a16="http://schemas.microsoft.com/office/drawing/2014/main" id="{5229EDE8-CD84-45C0-A718-E500DE18B9CF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D46F0259-6E41-4576-B0E5-2450D8E9551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591E4424-B375-4652-AF2E-52797CFB633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EDD6E959-42C3-4803-BD6A-0040463E43B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Ovaal 32">
              <a:extLst>
                <a:ext uri="{FF2B5EF4-FFF2-40B4-BE49-F238E27FC236}">
                  <a16:creationId xmlns:a16="http://schemas.microsoft.com/office/drawing/2014/main" id="{41363F21-459A-4A40-8191-A1EF2AB4101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4" name="Rechthoek 33">
              <a:extLst>
                <a:ext uri="{FF2B5EF4-FFF2-40B4-BE49-F238E27FC236}">
                  <a16:creationId xmlns:a16="http://schemas.microsoft.com/office/drawing/2014/main" id="{6A25B1A5-E3A2-41EA-9D55-AB0204E9B363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38DE6992-4E54-40EA-90F2-1FBE42A206C8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249C77E7-383D-42F4-B536-616D4B4A6AE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E288050B-D5E1-4D92-A599-26DD3731A53E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6F2758F7-07F8-40C2-A16B-BA801D116D5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8AE2339A-534D-467C-8279-04C0EF9A45AD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40" name="Ovaal 39">
              <a:extLst>
                <a:ext uri="{FF2B5EF4-FFF2-40B4-BE49-F238E27FC236}">
                  <a16:creationId xmlns:a16="http://schemas.microsoft.com/office/drawing/2014/main" id="{C350D8F0-0018-4D54-BCE6-A85DF86E0E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B321376E-6BF5-473E-B201-AB7E842B3AC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42" name="Ovaal 41">
              <a:extLst>
                <a:ext uri="{FF2B5EF4-FFF2-40B4-BE49-F238E27FC236}">
                  <a16:creationId xmlns:a16="http://schemas.microsoft.com/office/drawing/2014/main" id="{7B83C39A-BD69-4579-AD00-1F08BCFEE4FD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84E3D949-0368-4802-A307-2C87AA8C933E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Ovaal 43">
              <a:extLst>
                <a:ext uri="{FF2B5EF4-FFF2-40B4-BE49-F238E27FC236}">
                  <a16:creationId xmlns:a16="http://schemas.microsoft.com/office/drawing/2014/main" id="{0031B7C2-3B71-44DB-AEFC-17C9FD6298B2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D2748703-76E2-4987-A6EF-44F53C496421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Ovaal 45">
              <a:extLst>
                <a:ext uri="{FF2B5EF4-FFF2-40B4-BE49-F238E27FC236}">
                  <a16:creationId xmlns:a16="http://schemas.microsoft.com/office/drawing/2014/main" id="{6DC51F3B-8C71-42D5-B614-F775A96222E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6CA7CCCB-237B-4682-96BA-9EDC363BC1E4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Ovaal 47">
              <a:extLst>
                <a:ext uri="{FF2B5EF4-FFF2-40B4-BE49-F238E27FC236}">
                  <a16:creationId xmlns:a16="http://schemas.microsoft.com/office/drawing/2014/main" id="{89D1FA40-5702-46E6-BBCB-BA13663D106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58D35CB-F743-40E8-BEF6-2F11E8AE27C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9C50F96F-E289-45E5-9B9A-4465625723C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51" name="ICOON_info">
              <a:extLst>
                <a:ext uri="{FF2B5EF4-FFF2-40B4-BE49-F238E27FC236}">
                  <a16:creationId xmlns:a16="http://schemas.microsoft.com/office/drawing/2014/main" id="{54991ABD-1131-4786-AC55-D85D7D9F586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93" name="Ovaal 92">
                <a:extLst>
                  <a:ext uri="{FF2B5EF4-FFF2-40B4-BE49-F238E27FC236}">
                    <a16:creationId xmlns:a16="http://schemas.microsoft.com/office/drawing/2014/main" id="{33AC77BD-25D7-45B9-9530-6B4223E5990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4" name="Graphic 163" descr="Informatie">
                <a:extLst>
                  <a:ext uri="{FF2B5EF4-FFF2-40B4-BE49-F238E27FC236}">
                    <a16:creationId xmlns:a16="http://schemas.microsoft.com/office/drawing/2014/main" id="{5E611146-DB1D-43F7-8D52-C52D88B7FD2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2" name="VOORBEELD">
              <a:extLst>
                <a:ext uri="{FF2B5EF4-FFF2-40B4-BE49-F238E27FC236}">
                  <a16:creationId xmlns:a16="http://schemas.microsoft.com/office/drawing/2014/main" id="{EB34C087-7272-4C7D-9DEA-F96FBCE7DCD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C8FF919C-DAAE-4277-84F8-5B6891BF9B4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54" name="Rechthoek 53">
                <a:extLst>
                  <a:ext uri="{FF2B5EF4-FFF2-40B4-BE49-F238E27FC236}">
                    <a16:creationId xmlns:a16="http://schemas.microsoft.com/office/drawing/2014/main" id="{6FF64704-96D2-48F9-A284-56809BB5261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5" name="Groep 54">
                <a:extLst>
                  <a:ext uri="{FF2B5EF4-FFF2-40B4-BE49-F238E27FC236}">
                    <a16:creationId xmlns:a16="http://schemas.microsoft.com/office/drawing/2014/main" id="{EDDE5D4D-5C9C-4170-811D-B8E4E29A698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6" name="Groep 85">
                  <a:extLst>
                    <a:ext uri="{FF2B5EF4-FFF2-40B4-BE49-F238E27FC236}">
                      <a16:creationId xmlns:a16="http://schemas.microsoft.com/office/drawing/2014/main" id="{830AFC58-E8FB-42F7-BC89-B2DDBFFE63F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97A1B6C8-F65D-4C2A-8508-F2BBB2D8A21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2BDFE8D5-6E74-482C-AA65-69AA6BFE30E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0" name="Rechte verbindingslijn 89">
                    <a:extLst>
                      <a:ext uri="{FF2B5EF4-FFF2-40B4-BE49-F238E27FC236}">
                        <a16:creationId xmlns:a16="http://schemas.microsoft.com/office/drawing/2014/main" id="{0E89E947-B08B-474F-BF0E-520C284318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0AA5235C-ACE0-4795-A797-4F5E400F0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2" name="Rechte verbindingslijn 91">
                    <a:extLst>
                      <a:ext uri="{FF2B5EF4-FFF2-40B4-BE49-F238E27FC236}">
                        <a16:creationId xmlns:a16="http://schemas.microsoft.com/office/drawing/2014/main" id="{13D8AF3C-2B2D-47CB-B22E-A250A63F40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7" name="Pijl: rechts 86">
                  <a:extLst>
                    <a:ext uri="{FF2B5EF4-FFF2-40B4-BE49-F238E27FC236}">
                      <a16:creationId xmlns:a16="http://schemas.microsoft.com/office/drawing/2014/main" id="{E047DBD4-3C12-4689-8949-D2BDB5A57B6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AEF7A58F-3CEE-46C8-8D61-729113A9AC3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9" name="Groep 78">
                  <a:extLst>
                    <a:ext uri="{FF2B5EF4-FFF2-40B4-BE49-F238E27FC236}">
                      <a16:creationId xmlns:a16="http://schemas.microsoft.com/office/drawing/2014/main" id="{50716C4E-F129-4749-AFDC-9123BDFB40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30749CB1-D714-4B92-A8E2-0B00326393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2" name="Rechte verbindingslijn 81">
                    <a:extLst>
                      <a:ext uri="{FF2B5EF4-FFF2-40B4-BE49-F238E27FC236}">
                        <a16:creationId xmlns:a16="http://schemas.microsoft.com/office/drawing/2014/main" id="{71A4072D-562C-44D8-BDA7-F1120D2F50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3" name="Rechte verbindingslijn 82">
                    <a:extLst>
                      <a:ext uri="{FF2B5EF4-FFF2-40B4-BE49-F238E27FC236}">
                        <a16:creationId xmlns:a16="http://schemas.microsoft.com/office/drawing/2014/main" id="{9B9A41F1-76F4-4372-937D-D185605CD7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23905FFA-4383-4D5B-B1B4-4B0BD0263A9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E5673D6E-CCCD-4CBE-95DB-C79FA1E910E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0" name="Pijl: rechts 79">
                  <a:extLst>
                    <a:ext uri="{FF2B5EF4-FFF2-40B4-BE49-F238E27FC236}">
                      <a16:creationId xmlns:a16="http://schemas.microsoft.com/office/drawing/2014/main" id="{B5C70D67-394F-4FB9-BFD4-5B827522559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7" name="Rechte verbindingslijn 56">
                <a:extLst>
                  <a:ext uri="{FF2B5EF4-FFF2-40B4-BE49-F238E27FC236}">
                    <a16:creationId xmlns:a16="http://schemas.microsoft.com/office/drawing/2014/main" id="{1CCE51E4-4E40-430A-BF76-DF90A153132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8" name="Rechte verbindingslijn 57">
                <a:extLst>
                  <a:ext uri="{FF2B5EF4-FFF2-40B4-BE49-F238E27FC236}">
                    <a16:creationId xmlns:a16="http://schemas.microsoft.com/office/drawing/2014/main" id="{7E3E24E7-16A8-4A4F-850A-694EB81334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30957ADC-AC50-43EC-A48C-B61194321FA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60" name="Rechthoek 59">
                <a:extLst>
                  <a:ext uri="{FF2B5EF4-FFF2-40B4-BE49-F238E27FC236}">
                    <a16:creationId xmlns:a16="http://schemas.microsoft.com/office/drawing/2014/main" id="{6D0C3A52-4B14-48CB-BB1E-A3160A6EF3D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4D856D01-3791-4856-B765-AF6DF7F1927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71" name="Rechthoek 70">
                  <a:extLst>
                    <a:ext uri="{FF2B5EF4-FFF2-40B4-BE49-F238E27FC236}">
                      <a16:creationId xmlns:a16="http://schemas.microsoft.com/office/drawing/2014/main" id="{A5F5EE93-015C-4993-974D-36B87FDDF35B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72" name="Groep 71">
                  <a:extLst>
                    <a:ext uri="{FF2B5EF4-FFF2-40B4-BE49-F238E27FC236}">
                      <a16:creationId xmlns:a16="http://schemas.microsoft.com/office/drawing/2014/main" id="{73AF75AD-B20A-42E9-B224-B167D0851CB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446AD881-898A-42D4-B9A3-5AAC08155B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30BCDE50-D431-42C4-925E-B44C280FE9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E5F09255-8F26-4C39-9ED7-493743C154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A380C3D-7028-4E80-9429-EE26094B3B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5BF01824-717D-4386-8894-25E9DC00E2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3" name="Pijl: rechts 72">
                  <a:extLst>
                    <a:ext uri="{FF2B5EF4-FFF2-40B4-BE49-F238E27FC236}">
                      <a16:creationId xmlns:a16="http://schemas.microsoft.com/office/drawing/2014/main" id="{22BFFDCE-D431-4EF5-831C-91C8F8D9C2D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2" name="Groep 61">
                <a:extLst>
                  <a:ext uri="{FF2B5EF4-FFF2-40B4-BE49-F238E27FC236}">
                    <a16:creationId xmlns:a16="http://schemas.microsoft.com/office/drawing/2014/main" id="{DA222E7E-649C-4F6F-BB23-86781951C4BF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63" name="Rechthoek 62">
                  <a:extLst>
                    <a:ext uri="{FF2B5EF4-FFF2-40B4-BE49-F238E27FC236}">
                      <a16:creationId xmlns:a16="http://schemas.microsoft.com/office/drawing/2014/main" id="{25B87D59-8BB6-4566-A480-F98810F9A23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4" name="Groep 63">
                  <a:extLst>
                    <a:ext uri="{FF2B5EF4-FFF2-40B4-BE49-F238E27FC236}">
                      <a16:creationId xmlns:a16="http://schemas.microsoft.com/office/drawing/2014/main" id="{265EA7A1-D04E-4D20-90FB-4A5DA6D8AC5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3FE5BBC4-A8FE-440D-9387-A0549455C3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89104198-11A8-4B8F-A6AF-DC8B31AA90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C8EDF891-3622-49AF-B0A4-76AD9F4C06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BCC64D3A-699A-4296-8E56-764015B329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3CAE1BB5-0C9D-42AD-B071-E949773C72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5" name="Pijl: rechts 64">
                  <a:extLst>
                    <a:ext uri="{FF2B5EF4-FFF2-40B4-BE49-F238E27FC236}">
                      <a16:creationId xmlns:a16="http://schemas.microsoft.com/office/drawing/2014/main" id="{2ECBDB4B-4F4C-4C36-BE65-39850BB7999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5" name="INSTRUCTIE">
            <a:extLst>
              <a:ext uri="{FF2B5EF4-FFF2-40B4-BE49-F238E27FC236}">
                <a16:creationId xmlns:a16="http://schemas.microsoft.com/office/drawing/2014/main" id="{87B9A52A-7BA7-4D5E-8023-446C36C62361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55E38911-8271-4DDE-BA07-4BAFEAEFA9D1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F6984FF2-E5F3-4099-B992-8393BDC7ACC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4824A961-4B22-470B-A862-81FDEC6AAE6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6CB09827-47E4-4050-9C7A-2F374975813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8B39D111-9786-4D4F-8756-1705FF8D0347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4EBDF4FC-59F0-46D9-9A34-226AC2E92AF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0" name="Ovaal 129">
                <a:extLst>
                  <a:ext uri="{FF2B5EF4-FFF2-40B4-BE49-F238E27FC236}">
                    <a16:creationId xmlns:a16="http://schemas.microsoft.com/office/drawing/2014/main" id="{AB515986-6800-4561-9B87-38DAF6B5682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Vrije vorm: vorm 130">
                <a:extLst>
                  <a:ext uri="{FF2B5EF4-FFF2-40B4-BE49-F238E27FC236}">
                    <a16:creationId xmlns:a16="http://schemas.microsoft.com/office/drawing/2014/main" id="{2757A2CB-F371-4BCF-94B2-98A40CF8416E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Rechthoek: afgeronde hoeken 131">
                <a:extLst>
                  <a:ext uri="{FF2B5EF4-FFF2-40B4-BE49-F238E27FC236}">
                    <a16:creationId xmlns:a16="http://schemas.microsoft.com/office/drawing/2014/main" id="{9FC89245-29AF-43CF-9321-97C709DA7BFA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3" name="Rechte verbindingslijn 132">
                <a:extLst>
                  <a:ext uri="{FF2B5EF4-FFF2-40B4-BE49-F238E27FC236}">
                    <a16:creationId xmlns:a16="http://schemas.microsoft.com/office/drawing/2014/main" id="{872DD248-D46E-4649-BE55-F3C37A8376E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401A4AFB-CEAD-42D2-A0CF-A193E8E15F65}"/>
                  </a:ext>
                </a:extLst>
              </p:cNvPr>
              <p:cNvCxnSpPr>
                <a:cxnSpLocks/>
                <a:stCxn id="13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8651EFA5-0558-4BB3-B646-4F9151570664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DD2B2B68-1FB3-4EC7-8B24-71074E632AF3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3" name="Groep 102">
              <a:extLst>
                <a:ext uri="{FF2B5EF4-FFF2-40B4-BE49-F238E27FC236}">
                  <a16:creationId xmlns:a16="http://schemas.microsoft.com/office/drawing/2014/main" id="{4776097F-1E37-442A-AA5D-0F5675250F03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45D987BD-BE52-4C4D-8C53-F75027B46C4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27" name="Rechte verbindingslijn 126">
                <a:extLst>
                  <a:ext uri="{FF2B5EF4-FFF2-40B4-BE49-F238E27FC236}">
                    <a16:creationId xmlns:a16="http://schemas.microsoft.com/office/drawing/2014/main" id="{E606E0C2-C392-4B73-8F42-123C3A6C7AB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8" name="Gelijkbenige driehoek 127">
                <a:extLst>
                  <a:ext uri="{FF2B5EF4-FFF2-40B4-BE49-F238E27FC236}">
                    <a16:creationId xmlns:a16="http://schemas.microsoft.com/office/drawing/2014/main" id="{3BF6C163-585D-43DC-A62A-D0D9B4001CEB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676BEFB0-6798-4663-8246-5F261BF5CDFB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F21CF5B5-6580-43BA-ADD3-B440E53E4BAA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06" name="Groep 105">
              <a:extLst>
                <a:ext uri="{FF2B5EF4-FFF2-40B4-BE49-F238E27FC236}">
                  <a16:creationId xmlns:a16="http://schemas.microsoft.com/office/drawing/2014/main" id="{1AC9BD42-BD9A-49C0-889C-70BF2692B1AC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110" name="Groep 109">
                <a:extLst>
                  <a:ext uri="{FF2B5EF4-FFF2-40B4-BE49-F238E27FC236}">
                    <a16:creationId xmlns:a16="http://schemas.microsoft.com/office/drawing/2014/main" id="{DD66243F-B472-499F-A7F3-0B184EAF455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13" name="Groep 112">
                  <a:extLst>
                    <a:ext uri="{FF2B5EF4-FFF2-40B4-BE49-F238E27FC236}">
                      <a16:creationId xmlns:a16="http://schemas.microsoft.com/office/drawing/2014/main" id="{59436D0A-08D7-4659-A46E-FC11EF9839C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20" name="Groep 119">
                    <a:extLst>
                      <a:ext uri="{FF2B5EF4-FFF2-40B4-BE49-F238E27FC236}">
                        <a16:creationId xmlns:a16="http://schemas.microsoft.com/office/drawing/2014/main" id="{1EA454FA-C411-4F3A-B36C-15FF39C2CD2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23" name="Rechthoek 122">
                      <a:extLst>
                        <a:ext uri="{FF2B5EF4-FFF2-40B4-BE49-F238E27FC236}">
                          <a16:creationId xmlns:a16="http://schemas.microsoft.com/office/drawing/2014/main" id="{9BD3C103-78D2-45B4-8ECE-7D7C9562B66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" name="Rechthoek 123">
                      <a:extLst>
                        <a:ext uri="{FF2B5EF4-FFF2-40B4-BE49-F238E27FC236}">
                          <a16:creationId xmlns:a16="http://schemas.microsoft.com/office/drawing/2014/main" id="{14948135-7CB1-433E-97DB-94D704D392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" name="Ovaal 124">
                      <a:extLst>
                        <a:ext uri="{FF2B5EF4-FFF2-40B4-BE49-F238E27FC236}">
                          <a16:creationId xmlns:a16="http://schemas.microsoft.com/office/drawing/2014/main" id="{D7186CFF-8B9D-4899-904B-994AE2A0FF5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1" name="Afbeelding 120">
                    <a:extLst>
                      <a:ext uri="{FF2B5EF4-FFF2-40B4-BE49-F238E27FC236}">
                        <a16:creationId xmlns:a16="http://schemas.microsoft.com/office/drawing/2014/main" id="{D7F9AAB9-0326-4E54-BF64-C289FAF2E3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22" name="Afbeelding 121">
                    <a:extLst>
                      <a:ext uri="{FF2B5EF4-FFF2-40B4-BE49-F238E27FC236}">
                        <a16:creationId xmlns:a16="http://schemas.microsoft.com/office/drawing/2014/main" id="{BBC52934-8F6C-4587-A950-40F146E657F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4" name="Groep 113">
                  <a:extLst>
                    <a:ext uri="{FF2B5EF4-FFF2-40B4-BE49-F238E27FC236}">
                      <a16:creationId xmlns:a16="http://schemas.microsoft.com/office/drawing/2014/main" id="{C50D7A0C-A307-46C3-BDCC-45814C85B02E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8" name="Rechthoek 117">
                    <a:extLst>
                      <a:ext uri="{FF2B5EF4-FFF2-40B4-BE49-F238E27FC236}">
                        <a16:creationId xmlns:a16="http://schemas.microsoft.com/office/drawing/2014/main" id="{7B5D7969-68C0-4D93-B89F-12209C15120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9" name="Rechthoek 118">
                    <a:extLst>
                      <a:ext uri="{FF2B5EF4-FFF2-40B4-BE49-F238E27FC236}">
                        <a16:creationId xmlns:a16="http://schemas.microsoft.com/office/drawing/2014/main" id="{484F60B8-82C3-481D-B239-07CD1B35E1D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5" name="Groep 114">
                  <a:extLst>
                    <a:ext uri="{FF2B5EF4-FFF2-40B4-BE49-F238E27FC236}">
                      <a16:creationId xmlns:a16="http://schemas.microsoft.com/office/drawing/2014/main" id="{D6AB4230-DCB6-409A-9F4C-9715535FB6A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6" name="Rechthoek 115">
                    <a:extLst>
                      <a:ext uri="{FF2B5EF4-FFF2-40B4-BE49-F238E27FC236}">
                        <a16:creationId xmlns:a16="http://schemas.microsoft.com/office/drawing/2014/main" id="{D3471E54-D00B-4CA8-84FD-86E41EDEA5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7" name="Rechthoek 116">
                    <a:extLst>
                      <a:ext uri="{FF2B5EF4-FFF2-40B4-BE49-F238E27FC236}">
                        <a16:creationId xmlns:a16="http://schemas.microsoft.com/office/drawing/2014/main" id="{7FC65970-87BD-466C-81F2-6E997591C90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FAC788D8-D120-4DA2-95AC-2B97E576D38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12" name="Gelijkbenige driehoek 111">
                <a:extLst>
                  <a:ext uri="{FF2B5EF4-FFF2-40B4-BE49-F238E27FC236}">
                    <a16:creationId xmlns:a16="http://schemas.microsoft.com/office/drawing/2014/main" id="{70F563EA-8CCA-4002-838D-5166823656AC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7" name="ICOON_info">
              <a:extLst>
                <a:ext uri="{FF2B5EF4-FFF2-40B4-BE49-F238E27FC236}">
                  <a16:creationId xmlns:a16="http://schemas.microsoft.com/office/drawing/2014/main" id="{596E49B7-AB62-439C-A4F3-A5F80C6AB496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108" name="Ovaal 107">
                <a:extLst>
                  <a:ext uri="{FF2B5EF4-FFF2-40B4-BE49-F238E27FC236}">
                    <a16:creationId xmlns:a16="http://schemas.microsoft.com/office/drawing/2014/main" id="{D71C7E50-D6F5-4F6F-BD93-8FF9EA1282B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Graphic 163" descr="Informatie">
                <a:extLst>
                  <a:ext uri="{FF2B5EF4-FFF2-40B4-BE49-F238E27FC236}">
                    <a16:creationId xmlns:a16="http://schemas.microsoft.com/office/drawing/2014/main" id="{2792F41D-65C0-42AD-B7CD-1778A38A5C0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" name="Tijdelijke aanduiding voor verticale tekst 2">
            <a:extLst>
              <a:ext uri="{FF2B5EF4-FFF2-40B4-BE49-F238E27FC236}">
                <a16:creationId xmlns:a16="http://schemas.microsoft.com/office/drawing/2014/main" id="{BDD09DDD-A138-E1C3-9E25-C52BBF13F68D}"/>
              </a:ext>
            </a:extLst>
          </p:cNvPr>
          <p:cNvSpPr>
            <a:spLocks noGrp="1"/>
          </p:cNvSpPr>
          <p:nvPr>
            <p:ph type="body" orient="vert" idx="24" hasCustomPrompt="1"/>
          </p:nvPr>
        </p:nvSpPr>
        <p:spPr>
          <a:xfrm>
            <a:off x="719969" y="3948727"/>
            <a:ext cx="3102715" cy="34329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24065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 SLIDE +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tekst 28">
            <a:extLst>
              <a:ext uri="{FF2B5EF4-FFF2-40B4-BE49-F238E27FC236}">
                <a16:creationId xmlns:a16="http://schemas.microsoft.com/office/drawing/2014/main" id="{F1131722-DC1F-440F-BF52-66EC739181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1754227"/>
            <a:ext cx="2557935" cy="4586247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6"/>
            <a:ext cx="11160125" cy="88887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108209"/>
            <a:ext cx="2933400" cy="151790"/>
          </a:xfrm>
        </p:spPr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1082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108209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682581D-A08E-4726-919C-43E290CAC50C}"/>
              </a:ext>
            </a:extLst>
          </p:cNvPr>
          <p:cNvSpPr/>
          <p:nvPr userDrawn="1"/>
        </p:nvSpPr>
        <p:spPr>
          <a:xfrm>
            <a:off x="0" y="-429492"/>
            <a:ext cx="395460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Theme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slide + 4 images</a:t>
            </a:r>
          </a:p>
        </p:txBody>
      </p:sp>
      <p:sp>
        <p:nvSpPr>
          <p:cNvPr id="12" name="Tijdelijke aanduiding voor afbeelding 16">
            <a:extLst>
              <a:ext uri="{FF2B5EF4-FFF2-40B4-BE49-F238E27FC236}">
                <a16:creationId xmlns:a16="http://schemas.microsoft.com/office/drawing/2014/main" id="{E896F0B1-42B1-47AC-BED5-A6FB8258D4D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754227"/>
            <a:ext cx="2557936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5" name="Tijdelijke aanduiding voor verticale tekst 2">
            <a:extLst>
              <a:ext uri="{FF2B5EF4-FFF2-40B4-BE49-F238E27FC236}">
                <a16:creationId xmlns:a16="http://schemas.microsoft.com/office/drawing/2014/main" id="{8C8B6AC5-B51E-48E3-B0D8-C81AF20C172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985" y="4851400"/>
            <a:ext cx="2150231" cy="125729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28" name="Tijdelijke aanduiding voor verticale tekst 2">
            <a:extLst>
              <a:ext uri="{FF2B5EF4-FFF2-40B4-BE49-F238E27FC236}">
                <a16:creationId xmlns:a16="http://schemas.microsoft.com/office/drawing/2014/main" id="{26073098-758E-4560-B941-CE230376883D}"/>
              </a:ext>
            </a:extLst>
          </p:cNvPr>
          <p:cNvSpPr>
            <a:spLocks noGrp="1"/>
          </p:cNvSpPr>
          <p:nvPr>
            <p:ph type="body" orient="vert" idx="24" hasCustomPrompt="1"/>
          </p:nvPr>
        </p:nvSpPr>
        <p:spPr>
          <a:xfrm>
            <a:off x="719969" y="3948727"/>
            <a:ext cx="2150231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sp>
        <p:nvSpPr>
          <p:cNvPr id="54" name="Tijdelijke aanduiding voor tekst 28">
            <a:extLst>
              <a:ext uri="{FF2B5EF4-FFF2-40B4-BE49-F238E27FC236}">
                <a16:creationId xmlns:a16="http://schemas.microsoft.com/office/drawing/2014/main" id="{E802A485-C990-4914-8015-3F7E12A211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83333" y="1754227"/>
            <a:ext cx="2557935" cy="4586247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55" name="Tijdelijke aanduiding voor afbeelding 16">
            <a:extLst>
              <a:ext uri="{FF2B5EF4-FFF2-40B4-BE49-F238E27FC236}">
                <a16:creationId xmlns:a16="http://schemas.microsoft.com/office/drawing/2014/main" id="{663A445A-7270-4C82-A22E-933311448E3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83334" y="1754227"/>
            <a:ext cx="2557936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56" name="Tijdelijke aanduiding voor verticale tekst 2">
            <a:extLst>
              <a:ext uri="{FF2B5EF4-FFF2-40B4-BE49-F238E27FC236}">
                <a16:creationId xmlns:a16="http://schemas.microsoft.com/office/drawing/2014/main" id="{7FD015E4-0055-480B-B45B-F5C28C1DA54B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>
            <a:off x="3587185" y="4851400"/>
            <a:ext cx="2150231" cy="125729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57" name="Tijdelijke aanduiding voor verticale tekst 2">
            <a:extLst>
              <a:ext uri="{FF2B5EF4-FFF2-40B4-BE49-F238E27FC236}">
                <a16:creationId xmlns:a16="http://schemas.microsoft.com/office/drawing/2014/main" id="{AEAB05CB-E511-472B-8882-278FF33F85F5}"/>
              </a:ext>
            </a:extLst>
          </p:cNvPr>
          <p:cNvSpPr>
            <a:spLocks noGrp="1"/>
          </p:cNvSpPr>
          <p:nvPr>
            <p:ph type="body" orient="vert" idx="28" hasCustomPrompt="1"/>
          </p:nvPr>
        </p:nvSpPr>
        <p:spPr>
          <a:xfrm>
            <a:off x="3587185" y="3948727"/>
            <a:ext cx="2150231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sp>
        <p:nvSpPr>
          <p:cNvPr id="59" name="Tijdelijke aanduiding voor tekst 28">
            <a:extLst>
              <a:ext uri="{FF2B5EF4-FFF2-40B4-BE49-F238E27FC236}">
                <a16:creationId xmlns:a16="http://schemas.microsoft.com/office/drawing/2014/main" id="{622B5C83-2F20-446D-8FA2-75C57C0F16C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18126" y="1754227"/>
            <a:ext cx="2557935" cy="4586247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60" name="Tijdelijke aanduiding voor afbeelding 16">
            <a:extLst>
              <a:ext uri="{FF2B5EF4-FFF2-40B4-BE49-F238E27FC236}">
                <a16:creationId xmlns:a16="http://schemas.microsoft.com/office/drawing/2014/main" id="{F5CB26A0-9DAB-411F-9035-39EA76F75D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8125" y="1754227"/>
            <a:ext cx="2557936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61" name="Tijdelijke aanduiding voor verticale tekst 2">
            <a:extLst>
              <a:ext uri="{FF2B5EF4-FFF2-40B4-BE49-F238E27FC236}">
                <a16:creationId xmlns:a16="http://schemas.microsoft.com/office/drawing/2014/main" id="{14D45919-0BDA-45BD-A7A1-48D24B9D73F6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9321978" y="4851400"/>
            <a:ext cx="2150231" cy="125729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62" name="Tijdelijke aanduiding voor verticale tekst 2">
            <a:extLst>
              <a:ext uri="{FF2B5EF4-FFF2-40B4-BE49-F238E27FC236}">
                <a16:creationId xmlns:a16="http://schemas.microsoft.com/office/drawing/2014/main" id="{5934FBDC-C8E6-4D5D-B5FA-3E6D3ABA05C4}"/>
              </a:ext>
            </a:extLst>
          </p:cNvPr>
          <p:cNvSpPr>
            <a:spLocks noGrp="1"/>
          </p:cNvSpPr>
          <p:nvPr>
            <p:ph type="body" orient="vert" idx="32" hasCustomPrompt="1"/>
          </p:nvPr>
        </p:nvSpPr>
        <p:spPr>
          <a:xfrm>
            <a:off x="9321978" y="3948727"/>
            <a:ext cx="2150231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sp>
        <p:nvSpPr>
          <p:cNvPr id="64" name="Tijdelijke aanduiding voor tekst 28">
            <a:extLst>
              <a:ext uri="{FF2B5EF4-FFF2-40B4-BE49-F238E27FC236}">
                <a16:creationId xmlns:a16="http://schemas.microsoft.com/office/drawing/2014/main" id="{1EDBEAE1-AD6A-4852-B055-B38B12745AF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727" y="1754227"/>
            <a:ext cx="2557935" cy="4586247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65" name="Tijdelijke aanduiding voor afbeelding 16">
            <a:extLst>
              <a:ext uri="{FF2B5EF4-FFF2-40B4-BE49-F238E27FC236}">
                <a16:creationId xmlns:a16="http://schemas.microsoft.com/office/drawing/2014/main" id="{3016D28B-2481-471D-A5AA-D8D7623E6E9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250730" y="1754227"/>
            <a:ext cx="2557936" cy="2001837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66" name="Tijdelijke aanduiding voor verticale tekst 2">
            <a:extLst>
              <a:ext uri="{FF2B5EF4-FFF2-40B4-BE49-F238E27FC236}">
                <a16:creationId xmlns:a16="http://schemas.microsoft.com/office/drawing/2014/main" id="{7E796661-6BC5-4D59-B681-0BE4F5E1513D}"/>
              </a:ext>
            </a:extLst>
          </p:cNvPr>
          <p:cNvSpPr>
            <a:spLocks noGrp="1"/>
          </p:cNvSpPr>
          <p:nvPr>
            <p:ph type="body" orient="vert" idx="35" hasCustomPrompt="1"/>
          </p:nvPr>
        </p:nvSpPr>
        <p:spPr>
          <a:xfrm>
            <a:off x="6454579" y="4851400"/>
            <a:ext cx="2150231" cy="125729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67" name="Tijdelijke aanduiding voor verticale tekst 2">
            <a:extLst>
              <a:ext uri="{FF2B5EF4-FFF2-40B4-BE49-F238E27FC236}">
                <a16:creationId xmlns:a16="http://schemas.microsoft.com/office/drawing/2014/main" id="{71A78F47-D381-4E7E-8FCF-6B09B984FDB7}"/>
              </a:ext>
            </a:extLst>
          </p:cNvPr>
          <p:cNvSpPr>
            <a:spLocks noGrp="1"/>
          </p:cNvSpPr>
          <p:nvPr>
            <p:ph type="body" orient="vert" idx="36" hasCustomPrompt="1"/>
          </p:nvPr>
        </p:nvSpPr>
        <p:spPr>
          <a:xfrm>
            <a:off x="6454579" y="3948727"/>
            <a:ext cx="2150231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grpSp>
        <p:nvGrpSpPr>
          <p:cNvPr id="26" name="INSTRUCTIE">
            <a:extLst>
              <a:ext uri="{FF2B5EF4-FFF2-40B4-BE49-F238E27FC236}">
                <a16:creationId xmlns:a16="http://schemas.microsoft.com/office/drawing/2014/main" id="{1029CBD1-BA65-43A9-9297-24ACD1AB6C4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BE412EC3-4078-46D8-96D2-134192D6A03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C83B5E9B-D668-46AB-922E-DF1249B44ED2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6754D5CA-E317-4B22-85AC-6833CA553994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5907EB8A-96E5-4728-81B6-9BA7B6E16DF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9809C16F-8149-4136-B7C3-12E5B7AE2B5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B4E35E3C-E31C-405A-A06D-3BA368002A8F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309475D2-3AA5-4DFC-B250-D1DF5065748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F06AF805-7FDC-47B2-9424-C4B90D9032AE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E04890CC-8B7E-4A75-BF83-D1BAC7765A5C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10A0FC60-9A4E-46A0-B137-F40357D69B9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03BB9EA5-4170-4ED2-B95F-9B45B877C9C4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3214BF8D-F699-4EF6-B403-CEE19DDC9F03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40" name="Ovaal 39">
              <a:extLst>
                <a:ext uri="{FF2B5EF4-FFF2-40B4-BE49-F238E27FC236}">
                  <a16:creationId xmlns:a16="http://schemas.microsoft.com/office/drawing/2014/main" id="{3492D4D8-4287-43A9-8294-F0A09C5A6B3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1B3A8232-0795-4213-81CD-C97A77007BA4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Ovaal 41">
              <a:extLst>
                <a:ext uri="{FF2B5EF4-FFF2-40B4-BE49-F238E27FC236}">
                  <a16:creationId xmlns:a16="http://schemas.microsoft.com/office/drawing/2014/main" id="{9881995A-11AA-439B-A143-A75E2E573A88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9CB1F1E3-CEC7-49EA-B098-F0F6B33F9606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Ovaal 43">
              <a:extLst>
                <a:ext uri="{FF2B5EF4-FFF2-40B4-BE49-F238E27FC236}">
                  <a16:creationId xmlns:a16="http://schemas.microsoft.com/office/drawing/2014/main" id="{D78B48AB-2D89-4750-B80E-EE1CAD56A45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F9FA83E6-D6D2-43FD-A53A-487442A614B4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Ovaal 45">
              <a:extLst>
                <a:ext uri="{FF2B5EF4-FFF2-40B4-BE49-F238E27FC236}">
                  <a16:creationId xmlns:a16="http://schemas.microsoft.com/office/drawing/2014/main" id="{73DA25A3-1BE0-4775-944B-1640D5450C6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BBDC220A-AFC0-4C07-8909-B72E8B984D8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8A45A6FC-F9C8-4891-93D6-C23AD1CD60F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49" name="ICOON_info">
              <a:extLst>
                <a:ext uri="{FF2B5EF4-FFF2-40B4-BE49-F238E27FC236}">
                  <a16:creationId xmlns:a16="http://schemas.microsoft.com/office/drawing/2014/main" id="{5C3E9871-E94B-4D02-BC7F-38EDA900769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03" name="Ovaal 102">
                <a:extLst>
                  <a:ext uri="{FF2B5EF4-FFF2-40B4-BE49-F238E27FC236}">
                    <a16:creationId xmlns:a16="http://schemas.microsoft.com/office/drawing/2014/main" id="{35BF5460-7B77-4DB5-A8F1-D1ED5B6088C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Graphic 163" descr="Informatie">
                <a:extLst>
                  <a:ext uri="{FF2B5EF4-FFF2-40B4-BE49-F238E27FC236}">
                    <a16:creationId xmlns:a16="http://schemas.microsoft.com/office/drawing/2014/main" id="{A0D2047C-CAE8-4708-842E-9E3B4C200E6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0" name="VOORBEELD">
              <a:extLst>
                <a:ext uri="{FF2B5EF4-FFF2-40B4-BE49-F238E27FC236}">
                  <a16:creationId xmlns:a16="http://schemas.microsoft.com/office/drawing/2014/main" id="{00E9F0CA-CD1C-4CF9-8BFC-724784A9307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E35BB521-EDC6-47C5-AC48-53238B75825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52" name="Rechthoek 51">
                <a:extLst>
                  <a:ext uri="{FF2B5EF4-FFF2-40B4-BE49-F238E27FC236}">
                    <a16:creationId xmlns:a16="http://schemas.microsoft.com/office/drawing/2014/main" id="{15767DDB-DA37-42AD-8FA6-F01BD32CE1B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B2F1DE9C-234E-4D9E-A18F-2022E3624BD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EA3D2AA3-38E6-4D7C-93DA-9C7CAF77C26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DD8892A5-5A77-4140-AEF2-6F42D0A4E1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F56086BA-D9FF-49BE-8352-28393BCAD2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0" name="Rechte verbindingslijn 99">
                    <a:extLst>
                      <a:ext uri="{FF2B5EF4-FFF2-40B4-BE49-F238E27FC236}">
                        <a16:creationId xmlns:a16="http://schemas.microsoft.com/office/drawing/2014/main" id="{4CD4FF99-60AF-4934-BC4E-67B4BDD4C7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1" name="Rechte verbindingslijn 100">
                    <a:extLst>
                      <a:ext uri="{FF2B5EF4-FFF2-40B4-BE49-F238E27FC236}">
                        <a16:creationId xmlns:a16="http://schemas.microsoft.com/office/drawing/2014/main" id="{6B142F28-00AD-4274-B83F-36150C5D97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AE3CCEE3-75B6-4148-8950-93CCA58D4D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7" name="Pijl: rechts 96">
                  <a:extLst>
                    <a:ext uri="{FF2B5EF4-FFF2-40B4-BE49-F238E27FC236}">
                      <a16:creationId xmlns:a16="http://schemas.microsoft.com/office/drawing/2014/main" id="{484BED1C-904D-41DA-AECF-83576E67152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3DA444E6-6B82-4E91-9DCE-7549C15F9DF8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89" name="Groep 88">
                  <a:extLst>
                    <a:ext uri="{FF2B5EF4-FFF2-40B4-BE49-F238E27FC236}">
                      <a16:creationId xmlns:a16="http://schemas.microsoft.com/office/drawing/2014/main" id="{C7972E4E-E3CC-40CA-8927-ECD2B4D234A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CF91AAAD-7811-4F0D-96F8-C2D9C9182B1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2" name="Rechte verbindingslijn 91">
                    <a:extLst>
                      <a:ext uri="{FF2B5EF4-FFF2-40B4-BE49-F238E27FC236}">
                        <a16:creationId xmlns:a16="http://schemas.microsoft.com/office/drawing/2014/main" id="{D8BFDEDF-81DC-49D0-B10D-5023CBB133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3" name="Rechte verbindingslijn 92">
                    <a:extLst>
                      <a:ext uri="{FF2B5EF4-FFF2-40B4-BE49-F238E27FC236}">
                        <a16:creationId xmlns:a16="http://schemas.microsoft.com/office/drawing/2014/main" id="{7059099B-E1B0-44ED-9B0A-9BF47DD893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4" name="Rechte verbindingslijn 93">
                    <a:extLst>
                      <a:ext uri="{FF2B5EF4-FFF2-40B4-BE49-F238E27FC236}">
                        <a16:creationId xmlns:a16="http://schemas.microsoft.com/office/drawing/2014/main" id="{F6B6D9E2-D245-483B-8F0B-EF400A9005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5" name="Rechte verbindingslijn 94">
                    <a:extLst>
                      <a:ext uri="{FF2B5EF4-FFF2-40B4-BE49-F238E27FC236}">
                        <a16:creationId xmlns:a16="http://schemas.microsoft.com/office/drawing/2014/main" id="{79F187A5-4AE7-472A-BC25-8C60B62AE6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0" name="Pijl: rechts 89">
                  <a:extLst>
                    <a:ext uri="{FF2B5EF4-FFF2-40B4-BE49-F238E27FC236}">
                      <a16:creationId xmlns:a16="http://schemas.microsoft.com/office/drawing/2014/main" id="{F14A01EF-313C-4242-BC3F-0CD485DEE54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63" name="Rechte verbindingslijn 62">
                <a:extLst>
                  <a:ext uri="{FF2B5EF4-FFF2-40B4-BE49-F238E27FC236}">
                    <a16:creationId xmlns:a16="http://schemas.microsoft.com/office/drawing/2014/main" id="{7A5DF2AD-F386-45BB-805D-8AB6DB0F2F3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68" name="Rechte verbindingslijn 67">
                <a:extLst>
                  <a:ext uri="{FF2B5EF4-FFF2-40B4-BE49-F238E27FC236}">
                    <a16:creationId xmlns:a16="http://schemas.microsoft.com/office/drawing/2014/main" id="{DDEA6A70-A392-48F9-8CBD-17550446EA0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69" name="Rechthoek 68">
                <a:extLst>
                  <a:ext uri="{FF2B5EF4-FFF2-40B4-BE49-F238E27FC236}">
                    <a16:creationId xmlns:a16="http://schemas.microsoft.com/office/drawing/2014/main" id="{3878BB00-AD66-428B-BFA0-CFDD90BA3D9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70" name="Rechthoek 69">
                <a:extLst>
                  <a:ext uri="{FF2B5EF4-FFF2-40B4-BE49-F238E27FC236}">
                    <a16:creationId xmlns:a16="http://schemas.microsoft.com/office/drawing/2014/main" id="{8DD30F50-7DD9-42E8-A15A-A5DAEA8C2F7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71" name="Groep 70">
                <a:extLst>
                  <a:ext uri="{FF2B5EF4-FFF2-40B4-BE49-F238E27FC236}">
                    <a16:creationId xmlns:a16="http://schemas.microsoft.com/office/drawing/2014/main" id="{1783435A-A6D8-4A58-AE26-6AB8DED5A08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986CA39D-4DC5-4E73-889E-F4F5518800F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4A57194B-78A9-4C10-8BFA-11DA9924136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3D94A9D4-A06E-4D81-94A7-A53D0DEB3A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C4D42840-642A-4DEE-9C8C-9D17EBE18A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B488137A-CF23-482A-B5A1-46B607948A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6AD07A72-074A-4EA5-A03A-4DAAE902D72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9A9359F8-7DA2-44B9-9359-ED80C046E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547270E4-F694-4BB1-80C2-CD856153A26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2" name="Groep 71">
                <a:extLst>
                  <a:ext uri="{FF2B5EF4-FFF2-40B4-BE49-F238E27FC236}">
                    <a16:creationId xmlns:a16="http://schemas.microsoft.com/office/drawing/2014/main" id="{8C3C778D-F061-450F-907E-64D03030CDC1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73" name="Rechthoek 72">
                  <a:extLst>
                    <a:ext uri="{FF2B5EF4-FFF2-40B4-BE49-F238E27FC236}">
                      <a16:creationId xmlns:a16="http://schemas.microsoft.com/office/drawing/2014/main" id="{3458BCE8-4A3E-45B9-B9A8-C485FC848CE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74" name="Groep 73">
                  <a:extLst>
                    <a:ext uri="{FF2B5EF4-FFF2-40B4-BE49-F238E27FC236}">
                      <a16:creationId xmlns:a16="http://schemas.microsoft.com/office/drawing/2014/main" id="{CD7A95C1-B018-425F-A4B9-88988B59B91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2BC53A7B-19A2-46D1-BD93-03F92CB146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B7CFD34D-19CE-4A66-ADF6-0D60EACAF4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DD3FC388-167A-4329-BC43-C7EF9E2274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0D462DC3-2DB6-485C-9D1E-4AEBEF7757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F85B9976-AB33-46A4-867C-F8BB7D051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5" name="Pijl: rechts 74">
                  <a:extLst>
                    <a:ext uri="{FF2B5EF4-FFF2-40B4-BE49-F238E27FC236}">
                      <a16:creationId xmlns:a16="http://schemas.microsoft.com/office/drawing/2014/main" id="{3230F2D2-8A1B-416C-A1E6-553CAEEFF8F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05" name="INSTRUCTIE">
            <a:extLst>
              <a:ext uri="{FF2B5EF4-FFF2-40B4-BE49-F238E27FC236}">
                <a16:creationId xmlns:a16="http://schemas.microsoft.com/office/drawing/2014/main" id="{D46DF7CC-47E9-4F5A-B487-CBA9D791ADA3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DACF0AB3-2C96-46AD-BE37-D479DD83C6BA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327EAAA7-B95A-4DBB-ABE4-436452E4826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D5CD3DAF-1478-4D41-8A18-E922EB05EF6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F1DEB4C9-59E3-42A4-99CF-212B4C3F3A98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10" name="Groep 109">
              <a:extLst>
                <a:ext uri="{FF2B5EF4-FFF2-40B4-BE49-F238E27FC236}">
                  <a16:creationId xmlns:a16="http://schemas.microsoft.com/office/drawing/2014/main" id="{4B4AF96E-B8DB-4E1B-88E5-C8C2CFD28DE2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2980D39-6B5B-4318-A044-895D8D0EDE9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Ovaal 139">
                <a:extLst>
                  <a:ext uri="{FF2B5EF4-FFF2-40B4-BE49-F238E27FC236}">
                    <a16:creationId xmlns:a16="http://schemas.microsoft.com/office/drawing/2014/main" id="{066CAB14-3C2C-45F8-A424-06B443C1DC0C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1" name="Vrije vorm: vorm 140">
                <a:extLst>
                  <a:ext uri="{FF2B5EF4-FFF2-40B4-BE49-F238E27FC236}">
                    <a16:creationId xmlns:a16="http://schemas.microsoft.com/office/drawing/2014/main" id="{41D5ED00-468D-4CBD-8F83-500D903D31D5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2" name="Rechthoek: afgeronde hoeken 141">
                <a:extLst>
                  <a:ext uri="{FF2B5EF4-FFF2-40B4-BE49-F238E27FC236}">
                    <a16:creationId xmlns:a16="http://schemas.microsoft.com/office/drawing/2014/main" id="{E0F8B9E1-632F-428D-9E15-1CB6697EBD5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165844BC-06ED-4902-8987-9A502488E3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3F5BFABD-F3AF-479A-A1A0-8BFD44284CE3}"/>
                  </a:ext>
                </a:extLst>
              </p:cNvPr>
              <p:cNvCxnSpPr>
                <a:cxnSpLocks/>
                <a:stCxn id="14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BAA34125-E5E5-4B24-8098-2CFBBBF0BCF5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85D20A29-2684-437C-BD08-D9FF670B1092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CDE7F224-2885-4354-89A9-9A740118BC23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AA40C69C-9787-4C43-A7D8-7C2E1FEEFF5E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D5BBEF4B-AC76-42DA-8C10-87CD974CE80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38" name="Gelijkbenige driehoek 137">
                <a:extLst>
                  <a:ext uri="{FF2B5EF4-FFF2-40B4-BE49-F238E27FC236}">
                    <a16:creationId xmlns:a16="http://schemas.microsoft.com/office/drawing/2014/main" id="{6BD19BD8-8855-4972-96ED-4E30242CBC6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FCCDE6E3-9163-484B-8329-7B24564A03E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60E0564D-00D4-4636-B287-F2B8D04F31D3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16" name="Groep 115">
              <a:extLst>
                <a:ext uri="{FF2B5EF4-FFF2-40B4-BE49-F238E27FC236}">
                  <a16:creationId xmlns:a16="http://schemas.microsoft.com/office/drawing/2014/main" id="{423580D8-50C7-41A4-9968-40D503CB5025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120" name="Groep 119">
                <a:extLst>
                  <a:ext uri="{FF2B5EF4-FFF2-40B4-BE49-F238E27FC236}">
                    <a16:creationId xmlns:a16="http://schemas.microsoft.com/office/drawing/2014/main" id="{43765FA3-295E-4D9E-85CC-B7552E5E624D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23" name="Groep 122">
                  <a:extLst>
                    <a:ext uri="{FF2B5EF4-FFF2-40B4-BE49-F238E27FC236}">
                      <a16:creationId xmlns:a16="http://schemas.microsoft.com/office/drawing/2014/main" id="{D316BF9C-6878-4A45-8C1B-519B5EA42CC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30" name="Groep 129">
                    <a:extLst>
                      <a:ext uri="{FF2B5EF4-FFF2-40B4-BE49-F238E27FC236}">
                        <a16:creationId xmlns:a16="http://schemas.microsoft.com/office/drawing/2014/main" id="{D3E09620-B9C6-417E-8925-8AE8D7C4815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33" name="Rechthoek 132">
                      <a:extLst>
                        <a:ext uri="{FF2B5EF4-FFF2-40B4-BE49-F238E27FC236}">
                          <a16:creationId xmlns:a16="http://schemas.microsoft.com/office/drawing/2014/main" id="{CDED8C67-CF73-4072-A7A5-E352D6808C0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34" name="Rechthoek 133">
                      <a:extLst>
                        <a:ext uri="{FF2B5EF4-FFF2-40B4-BE49-F238E27FC236}">
                          <a16:creationId xmlns:a16="http://schemas.microsoft.com/office/drawing/2014/main" id="{4CA81D24-EBD0-4651-9AE6-25572160B01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35" name="Ovaal 134">
                      <a:extLst>
                        <a:ext uri="{FF2B5EF4-FFF2-40B4-BE49-F238E27FC236}">
                          <a16:creationId xmlns:a16="http://schemas.microsoft.com/office/drawing/2014/main" id="{9AD88D8E-FF7D-4DAD-A613-E25DB8001A9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31" name="Afbeelding 130">
                    <a:extLst>
                      <a:ext uri="{FF2B5EF4-FFF2-40B4-BE49-F238E27FC236}">
                        <a16:creationId xmlns:a16="http://schemas.microsoft.com/office/drawing/2014/main" id="{9AE2380F-8FD2-40C8-AB2F-F3F474A30DE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32" name="Afbeelding 131">
                    <a:extLst>
                      <a:ext uri="{FF2B5EF4-FFF2-40B4-BE49-F238E27FC236}">
                        <a16:creationId xmlns:a16="http://schemas.microsoft.com/office/drawing/2014/main" id="{1AD37831-A992-4519-90BF-00DDEFBAF37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4" name="Groep 123">
                  <a:extLst>
                    <a:ext uri="{FF2B5EF4-FFF2-40B4-BE49-F238E27FC236}">
                      <a16:creationId xmlns:a16="http://schemas.microsoft.com/office/drawing/2014/main" id="{6CC1AFF9-E35B-4254-972D-E3F6154B59E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8" name="Rechthoek 127">
                    <a:extLst>
                      <a:ext uri="{FF2B5EF4-FFF2-40B4-BE49-F238E27FC236}">
                        <a16:creationId xmlns:a16="http://schemas.microsoft.com/office/drawing/2014/main" id="{AE3E18B2-B2E1-4D4F-8B2B-F85C04185A7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9" name="Rechthoek 128">
                    <a:extLst>
                      <a:ext uri="{FF2B5EF4-FFF2-40B4-BE49-F238E27FC236}">
                        <a16:creationId xmlns:a16="http://schemas.microsoft.com/office/drawing/2014/main" id="{D5EDA396-8D64-4B03-BED4-6A31A8344CD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25" name="Groep 124">
                  <a:extLst>
                    <a:ext uri="{FF2B5EF4-FFF2-40B4-BE49-F238E27FC236}">
                      <a16:creationId xmlns:a16="http://schemas.microsoft.com/office/drawing/2014/main" id="{8B953C16-7507-4C01-95E7-7871A3EE73C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6" name="Rechthoek 125">
                    <a:extLst>
                      <a:ext uri="{FF2B5EF4-FFF2-40B4-BE49-F238E27FC236}">
                        <a16:creationId xmlns:a16="http://schemas.microsoft.com/office/drawing/2014/main" id="{2F8F7211-71A0-4A84-9551-AC0D0310D2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7" name="Rechthoek 126">
                    <a:extLst>
                      <a:ext uri="{FF2B5EF4-FFF2-40B4-BE49-F238E27FC236}">
                        <a16:creationId xmlns:a16="http://schemas.microsoft.com/office/drawing/2014/main" id="{439CFBA1-1C62-49EF-9E70-9AB2F4F8072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21" name="Rechthoek 120">
                <a:extLst>
                  <a:ext uri="{FF2B5EF4-FFF2-40B4-BE49-F238E27FC236}">
                    <a16:creationId xmlns:a16="http://schemas.microsoft.com/office/drawing/2014/main" id="{635B1D10-92E4-4A35-8C13-8971A5B3994D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22" name="Gelijkbenige driehoek 121">
                <a:extLst>
                  <a:ext uri="{FF2B5EF4-FFF2-40B4-BE49-F238E27FC236}">
                    <a16:creationId xmlns:a16="http://schemas.microsoft.com/office/drawing/2014/main" id="{BD0F6CBF-575E-4E62-B69F-BD4DDDD1945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7" name="ICOON_info">
              <a:extLst>
                <a:ext uri="{FF2B5EF4-FFF2-40B4-BE49-F238E27FC236}">
                  <a16:creationId xmlns:a16="http://schemas.microsoft.com/office/drawing/2014/main" id="{0E5E7A44-396D-4A2F-BD7C-63143ED4C574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118" name="Ovaal 117">
                <a:extLst>
                  <a:ext uri="{FF2B5EF4-FFF2-40B4-BE49-F238E27FC236}">
                    <a16:creationId xmlns:a16="http://schemas.microsoft.com/office/drawing/2014/main" id="{1FD536BF-B430-45A5-8C1A-9A0EEF06C44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9" name="Graphic 163" descr="Informatie">
                <a:extLst>
                  <a:ext uri="{FF2B5EF4-FFF2-40B4-BE49-F238E27FC236}">
                    <a16:creationId xmlns:a16="http://schemas.microsoft.com/office/drawing/2014/main" id="{332FFADE-EDBD-4E0D-A63A-50826951582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769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5"/>
            <a:ext cx="11160125" cy="877887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108209"/>
            <a:ext cx="2933400" cy="151790"/>
          </a:xfrm>
        </p:spPr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1082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108209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682581D-A08E-4726-919C-43E290CAC50C}"/>
              </a:ext>
            </a:extLst>
          </p:cNvPr>
          <p:cNvSpPr/>
          <p:nvPr userDrawn="1"/>
        </p:nvSpPr>
        <p:spPr>
          <a:xfrm>
            <a:off x="0" y="-429492"/>
            <a:ext cx="5275483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INTRODUCTIon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SLIDE + 2 images</a:t>
            </a:r>
          </a:p>
        </p:txBody>
      </p:sp>
      <p:sp>
        <p:nvSpPr>
          <p:cNvPr id="26" name="Tijdelijke aanduiding voor tekst 28">
            <a:extLst>
              <a:ext uri="{FF2B5EF4-FFF2-40B4-BE49-F238E27FC236}">
                <a16:creationId xmlns:a16="http://schemas.microsoft.com/office/drawing/2014/main" id="{1B2DAFC0-25D5-4839-B3F6-57F8A6CB5B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7717078" y="748980"/>
            <a:ext cx="2557935" cy="5360032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27" name="Tijdelijke aanduiding voor afbeelding 16">
            <a:extLst>
              <a:ext uri="{FF2B5EF4-FFF2-40B4-BE49-F238E27FC236}">
                <a16:creationId xmlns:a16="http://schemas.microsoft.com/office/drawing/2014/main" id="{90593DF4-32A9-4CAA-93E6-E0028C52ECA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16030" y="2150032"/>
            <a:ext cx="2557936" cy="2557935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9" name="Tijdelijke aanduiding voor verticale tekst 2">
            <a:extLst>
              <a:ext uri="{FF2B5EF4-FFF2-40B4-BE49-F238E27FC236}">
                <a16:creationId xmlns:a16="http://schemas.microsoft.com/office/drawing/2014/main" id="{A6EDFAE4-2EA3-4DDF-8F3A-86960E2161A0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>
            <a:off x="9130064" y="3585187"/>
            <a:ext cx="2289900" cy="87178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30" name="Tijdelijke aanduiding voor verticale tekst 2">
            <a:extLst>
              <a:ext uri="{FF2B5EF4-FFF2-40B4-BE49-F238E27FC236}">
                <a16:creationId xmlns:a16="http://schemas.microsoft.com/office/drawing/2014/main" id="{5FB592DA-866A-4ED6-9C14-10528FAD1A97}"/>
              </a:ext>
            </a:extLst>
          </p:cNvPr>
          <p:cNvSpPr>
            <a:spLocks noGrp="1"/>
          </p:cNvSpPr>
          <p:nvPr>
            <p:ph type="body" orient="vert" idx="28" hasCustomPrompt="1"/>
          </p:nvPr>
        </p:nvSpPr>
        <p:spPr>
          <a:xfrm>
            <a:off x="9130064" y="2408537"/>
            <a:ext cx="2289900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sp>
        <p:nvSpPr>
          <p:cNvPr id="31" name="Tijdelijke aanduiding voor tekst 28">
            <a:extLst>
              <a:ext uri="{FF2B5EF4-FFF2-40B4-BE49-F238E27FC236}">
                <a16:creationId xmlns:a16="http://schemas.microsoft.com/office/drawing/2014/main" id="{352488BF-4616-4784-8571-4DD7F37F87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916985" y="748980"/>
            <a:ext cx="2557935" cy="5360032"/>
          </a:xfrm>
          <a:solidFill>
            <a:schemeClr val="bg1"/>
          </a:solidFill>
          <a:ln w="12700">
            <a:solidFill>
              <a:srgbClr val="EBEBEC"/>
            </a:solidFill>
          </a:ln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 </a:t>
            </a:r>
            <a:endParaRPr lang="nl-NL" dirty="0"/>
          </a:p>
        </p:txBody>
      </p:sp>
      <p:sp>
        <p:nvSpPr>
          <p:cNvPr id="32" name="Tijdelijke aanduiding voor afbeelding 16">
            <a:extLst>
              <a:ext uri="{FF2B5EF4-FFF2-40B4-BE49-F238E27FC236}">
                <a16:creationId xmlns:a16="http://schemas.microsoft.com/office/drawing/2014/main" id="{38C008A5-6EA5-41E0-A68C-87AE233CAD4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5937" y="2150032"/>
            <a:ext cx="2557936" cy="2557935"/>
          </a:xfrm>
          <a:solidFill>
            <a:schemeClr val="bg1">
              <a:lumMod val="95000"/>
            </a:schemeClr>
          </a:solidFill>
        </p:spPr>
        <p:txBody>
          <a:bodyPr lIns="360000" tIns="0" rIns="36000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33" name="Tijdelijke aanduiding voor verticale tekst 2">
            <a:extLst>
              <a:ext uri="{FF2B5EF4-FFF2-40B4-BE49-F238E27FC236}">
                <a16:creationId xmlns:a16="http://schemas.microsoft.com/office/drawing/2014/main" id="{5B04E802-0BD3-4DAE-8E36-74BDD652968F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3328420" y="3585188"/>
            <a:ext cx="2289900" cy="87178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3"/>
            <a:r>
              <a:rPr lang="nl-NL" noProof="0" dirty="0"/>
              <a:t>Lorem ipsum dolor sit amet, consectetuer adipiscing elit. Maecenas porttitor </a:t>
            </a:r>
            <a:r>
              <a:rPr lang="nl-NL" noProof="0" dirty="0" err="1"/>
              <a:t>congue</a:t>
            </a:r>
            <a:r>
              <a:rPr lang="nl-NL" noProof="0" dirty="0"/>
              <a:t> massa.</a:t>
            </a:r>
          </a:p>
        </p:txBody>
      </p:sp>
      <p:sp>
        <p:nvSpPr>
          <p:cNvPr id="34" name="Tijdelijke aanduiding voor verticale tekst 2">
            <a:extLst>
              <a:ext uri="{FF2B5EF4-FFF2-40B4-BE49-F238E27FC236}">
                <a16:creationId xmlns:a16="http://schemas.microsoft.com/office/drawing/2014/main" id="{F6FFCD09-9F88-4268-A904-6FD040E50502}"/>
              </a:ext>
            </a:extLst>
          </p:cNvPr>
          <p:cNvSpPr>
            <a:spLocks noGrp="1"/>
          </p:cNvSpPr>
          <p:nvPr>
            <p:ph type="body" orient="vert" idx="32" hasCustomPrompt="1"/>
          </p:nvPr>
        </p:nvSpPr>
        <p:spPr>
          <a:xfrm>
            <a:off x="3329971" y="2408537"/>
            <a:ext cx="2289900" cy="6708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4"/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r>
              <a:rPr lang="nl-NL" noProof="0" dirty="0"/>
              <a:t> (2 </a:t>
            </a:r>
            <a:r>
              <a:rPr lang="nl-NL" noProof="0" dirty="0" err="1"/>
              <a:t>lines</a:t>
            </a:r>
            <a:r>
              <a:rPr lang="nl-NL" noProof="0" dirty="0"/>
              <a:t>)</a:t>
            </a:r>
          </a:p>
        </p:txBody>
      </p:sp>
      <p:grpSp>
        <p:nvGrpSpPr>
          <p:cNvPr id="17" name="INSTRUCTIE">
            <a:extLst>
              <a:ext uri="{FF2B5EF4-FFF2-40B4-BE49-F238E27FC236}">
                <a16:creationId xmlns:a16="http://schemas.microsoft.com/office/drawing/2014/main" id="{6B111F8D-E59B-478C-A25E-F5B99AD2224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4CEB035B-5898-418C-84C4-050543633D1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14F0F012-CCEE-4356-90E4-6A1EDECA7EA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977FC72B-99F4-4DEE-8A38-BE8A1A193017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9080DCCD-B9E0-474E-8D1E-3E4642443AF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4BE1DFAA-371E-415C-81E6-B99ADA764BEB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4F67E3B0-8F76-42AA-8E5D-12CACCFC9BCD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C67F8515-DEC4-44F4-B3EE-89FDBA75A7DB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8D090B49-3460-4F06-A4D8-867D2F31F047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2930A208-8B7A-4CFD-A73B-D17A2D99A302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5" name="Rechthoek 34">
              <a:extLst>
                <a:ext uri="{FF2B5EF4-FFF2-40B4-BE49-F238E27FC236}">
                  <a16:creationId xmlns:a16="http://schemas.microsoft.com/office/drawing/2014/main" id="{1FFA5ED0-E563-4734-AFC8-9C0B16A8F72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3764EB6B-7D8E-4AD1-AF55-B49290E9319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7" name="Rechthoek 36">
              <a:extLst>
                <a:ext uri="{FF2B5EF4-FFF2-40B4-BE49-F238E27FC236}">
                  <a16:creationId xmlns:a16="http://schemas.microsoft.com/office/drawing/2014/main" id="{25AF2716-C868-4E92-8F45-E74BD2B7FA1D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E63A38B6-2A68-4F53-9E20-E98DADAC39A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E7FBA960-9CA9-4362-976C-224AA10F49BC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Ovaal 39">
              <a:extLst>
                <a:ext uri="{FF2B5EF4-FFF2-40B4-BE49-F238E27FC236}">
                  <a16:creationId xmlns:a16="http://schemas.microsoft.com/office/drawing/2014/main" id="{961DBF81-130A-4EB8-9C4C-FF57665C2C20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82A5219A-B913-4D43-8C68-3887B59DA06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Ovaal 41">
              <a:extLst>
                <a:ext uri="{FF2B5EF4-FFF2-40B4-BE49-F238E27FC236}">
                  <a16:creationId xmlns:a16="http://schemas.microsoft.com/office/drawing/2014/main" id="{1A265293-9451-40DC-B440-349976B0CF89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CDBBF9AD-A05C-4CDD-B56F-82982E57F04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Ovaal 43">
              <a:extLst>
                <a:ext uri="{FF2B5EF4-FFF2-40B4-BE49-F238E27FC236}">
                  <a16:creationId xmlns:a16="http://schemas.microsoft.com/office/drawing/2014/main" id="{7C256D07-EAB5-401F-80F4-26AD86A2801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E819C207-AC4C-42CD-8116-80BCEE3361A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C23B0CB2-941F-4357-9AF7-F50B94F767D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47" name="ICOON_info">
              <a:extLst>
                <a:ext uri="{FF2B5EF4-FFF2-40B4-BE49-F238E27FC236}">
                  <a16:creationId xmlns:a16="http://schemas.microsoft.com/office/drawing/2014/main" id="{E70DA0C1-EC47-4D69-BF25-073984AE3DB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0BA7874A-72EB-436B-89E3-855DE0AD9BA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Graphic 163" descr="Informatie">
                <a:extLst>
                  <a:ext uri="{FF2B5EF4-FFF2-40B4-BE49-F238E27FC236}">
                    <a16:creationId xmlns:a16="http://schemas.microsoft.com/office/drawing/2014/main" id="{497985E5-515B-4DB7-9FC4-4A1C83DF550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8" name="VOORBEELD">
              <a:extLst>
                <a:ext uri="{FF2B5EF4-FFF2-40B4-BE49-F238E27FC236}">
                  <a16:creationId xmlns:a16="http://schemas.microsoft.com/office/drawing/2014/main" id="{541C1780-87A2-45A1-B4DC-6D3EAD244E3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F5F4B60A-8D9B-430C-AC9F-B30D9168EAF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B0DFDD7A-34F2-4DC5-8E3A-2924C086B40E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" name="Groep 50">
                <a:extLst>
                  <a:ext uri="{FF2B5EF4-FFF2-40B4-BE49-F238E27FC236}">
                    <a16:creationId xmlns:a16="http://schemas.microsoft.com/office/drawing/2014/main" id="{3CBB6F4E-BC81-4769-9278-491D4758F33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2" name="Groep 81">
                  <a:extLst>
                    <a:ext uri="{FF2B5EF4-FFF2-40B4-BE49-F238E27FC236}">
                      <a16:creationId xmlns:a16="http://schemas.microsoft.com/office/drawing/2014/main" id="{1C6CEB21-B5D4-4207-9E12-595985861BB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4" name="Rechte verbindingslijn 83">
                    <a:extLst>
                      <a:ext uri="{FF2B5EF4-FFF2-40B4-BE49-F238E27FC236}">
                        <a16:creationId xmlns:a16="http://schemas.microsoft.com/office/drawing/2014/main" id="{3917EBCB-2B90-4E74-AD63-4BE1A2CF08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262B69D1-77EA-43A8-A6B6-0D8325F075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6AFC794E-5F81-4A76-8EDD-9BD5A98CB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AC927523-CA6E-4CAF-A388-CFFA2BBC90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00494E52-D25C-4603-8B5D-4F4FE0CCB3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3" name="Pijl: rechts 82">
                  <a:extLst>
                    <a:ext uri="{FF2B5EF4-FFF2-40B4-BE49-F238E27FC236}">
                      <a16:creationId xmlns:a16="http://schemas.microsoft.com/office/drawing/2014/main" id="{92076DF2-563E-4302-8AB8-444CD287E97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17B3BA31-8097-4EFB-B02E-376E85B7D09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5" name="Groep 74">
                  <a:extLst>
                    <a:ext uri="{FF2B5EF4-FFF2-40B4-BE49-F238E27FC236}">
                      <a16:creationId xmlns:a16="http://schemas.microsoft.com/office/drawing/2014/main" id="{7E2C2FCE-EDD8-469C-96AE-B45E93DCEC6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0383B926-1D13-49C3-87EA-F0BA52E6B1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3F3B9732-98C9-4C63-A61E-2A4EE1D1AD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A83BCDF7-0108-41E6-9424-6D81D4E42C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43971454-7D5D-4E73-B980-1A45CF1FA5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E2991308-007C-4E3F-8C9F-F08B8F5FAE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6" name="Pijl: rechts 75">
                  <a:extLst>
                    <a:ext uri="{FF2B5EF4-FFF2-40B4-BE49-F238E27FC236}">
                      <a16:creationId xmlns:a16="http://schemas.microsoft.com/office/drawing/2014/main" id="{4DAE7702-F8D7-4788-B9FE-27E1E184499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3" name="Rechte verbindingslijn 52">
                <a:extLst>
                  <a:ext uri="{FF2B5EF4-FFF2-40B4-BE49-F238E27FC236}">
                    <a16:creationId xmlns:a16="http://schemas.microsoft.com/office/drawing/2014/main" id="{64B0E3EE-75BF-4845-AE16-E6732571D29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4DDB221D-3CD6-411C-9EA7-3E67CA474AC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5" name="Rechthoek 54">
                <a:extLst>
                  <a:ext uri="{FF2B5EF4-FFF2-40B4-BE49-F238E27FC236}">
                    <a16:creationId xmlns:a16="http://schemas.microsoft.com/office/drawing/2014/main" id="{84E6391E-7204-41F6-A519-D0DBCD403FF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8AA96FBF-AC30-4829-9822-78666DFD966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57" name="Groep 56">
                <a:extLst>
                  <a:ext uri="{FF2B5EF4-FFF2-40B4-BE49-F238E27FC236}">
                    <a16:creationId xmlns:a16="http://schemas.microsoft.com/office/drawing/2014/main" id="{D3367BE9-86EC-4B7B-999A-BFCBEAA0DA6C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7" name="Rechthoek 66">
                  <a:extLst>
                    <a:ext uri="{FF2B5EF4-FFF2-40B4-BE49-F238E27FC236}">
                      <a16:creationId xmlns:a16="http://schemas.microsoft.com/office/drawing/2014/main" id="{3D5DD909-A019-42E4-B57D-4AC5BCDC680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95E6B636-5898-46B7-B17D-8922EC56EF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B0708EAC-4C0D-45CD-AD0E-B038F7D6EB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F70D525A-C60F-40A6-B7AD-D718119084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84318A3-E511-4154-89D9-F9EBB08B3D4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C558C9B6-2576-4742-AB04-E18827B4DC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FA1A8C63-A458-40DA-BEDC-35CEFC2F86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9" name="Pijl: rechts 68">
                  <a:extLst>
                    <a:ext uri="{FF2B5EF4-FFF2-40B4-BE49-F238E27FC236}">
                      <a16:creationId xmlns:a16="http://schemas.microsoft.com/office/drawing/2014/main" id="{2D207CC1-B220-47FE-B395-B08F7FCE66D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668F7993-29DD-4935-94AA-91BE189B1AF3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59" name="Rechthoek 58">
                  <a:extLst>
                    <a:ext uri="{FF2B5EF4-FFF2-40B4-BE49-F238E27FC236}">
                      <a16:creationId xmlns:a16="http://schemas.microsoft.com/office/drawing/2014/main" id="{E09FEF0A-A589-42C7-8C2C-74396237232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0" name="Groep 59">
                  <a:extLst>
                    <a:ext uri="{FF2B5EF4-FFF2-40B4-BE49-F238E27FC236}">
                      <a16:creationId xmlns:a16="http://schemas.microsoft.com/office/drawing/2014/main" id="{5A0BF7F9-F3E5-4853-9C69-97D03A2D5A1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558EE59D-B960-40D2-9B26-60040B41FB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694004BA-95A9-42A4-AE92-5CB0F8C27D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80D15656-CFEB-4E97-B379-869046F419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9DAAA5B-68CD-4C1E-AC0A-C218E00689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EC3AE5BD-9C75-4F4E-ABD1-0968E59F10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1" name="Pijl: rechts 60">
                  <a:extLst>
                    <a:ext uri="{FF2B5EF4-FFF2-40B4-BE49-F238E27FC236}">
                      <a16:creationId xmlns:a16="http://schemas.microsoft.com/office/drawing/2014/main" id="{319E8E62-7E4C-4C53-898F-5F213A1CC38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1" name="INSTRUCTIE">
            <a:extLst>
              <a:ext uri="{FF2B5EF4-FFF2-40B4-BE49-F238E27FC236}">
                <a16:creationId xmlns:a16="http://schemas.microsoft.com/office/drawing/2014/main" id="{8FEB2188-F4FD-46BA-A1D9-129700216D6B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ED63A5A2-B168-4DBB-AA12-76BC19967531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7D1A6C3A-A002-43D6-96C4-7564ED6E04C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BD97ACDF-93E6-4D01-80DF-6183312822F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BDA63181-78F8-4DF4-B080-B187A9DE2E0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96" name="Groep 95">
              <a:extLst>
                <a:ext uri="{FF2B5EF4-FFF2-40B4-BE49-F238E27FC236}">
                  <a16:creationId xmlns:a16="http://schemas.microsoft.com/office/drawing/2014/main" id="{D90F60E0-08EC-404E-9D75-5F09CBAFDC9E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ACA4CF12-4B58-4E06-B3D0-F0C9225E79F1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6" name="Ovaal 125">
                <a:extLst>
                  <a:ext uri="{FF2B5EF4-FFF2-40B4-BE49-F238E27FC236}">
                    <a16:creationId xmlns:a16="http://schemas.microsoft.com/office/drawing/2014/main" id="{1D83B71C-F4E9-4ECF-BD67-D566A0C9BE86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Vrije vorm: vorm 126">
                <a:extLst>
                  <a:ext uri="{FF2B5EF4-FFF2-40B4-BE49-F238E27FC236}">
                    <a16:creationId xmlns:a16="http://schemas.microsoft.com/office/drawing/2014/main" id="{A475EE2D-6BE1-49FC-A45D-6AE7478C8C2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Rechthoek: afgeronde hoeken 127">
                <a:extLst>
                  <a:ext uri="{FF2B5EF4-FFF2-40B4-BE49-F238E27FC236}">
                    <a16:creationId xmlns:a16="http://schemas.microsoft.com/office/drawing/2014/main" id="{6F56BAEA-1622-430D-9DD6-6DC9CDC67B0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29" name="Rechte verbindingslijn 128">
                <a:extLst>
                  <a:ext uri="{FF2B5EF4-FFF2-40B4-BE49-F238E27FC236}">
                    <a16:creationId xmlns:a16="http://schemas.microsoft.com/office/drawing/2014/main" id="{DF57A7CD-BBCB-4FE5-8101-F13461C078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Rechte verbindingslijn 129">
                <a:extLst>
                  <a:ext uri="{FF2B5EF4-FFF2-40B4-BE49-F238E27FC236}">
                    <a16:creationId xmlns:a16="http://schemas.microsoft.com/office/drawing/2014/main" id="{926429CE-DE45-4146-8794-705FF1D01656}"/>
                  </a:ext>
                </a:extLst>
              </p:cNvPr>
              <p:cNvCxnSpPr>
                <a:cxnSpLocks/>
                <a:stCxn id="128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C6F2BE0-BDDE-43FD-912D-0818FEC60ECE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037C162E-D32B-4EF1-AFCB-3200A76E3DC8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99" name="Groep 98">
              <a:extLst>
                <a:ext uri="{FF2B5EF4-FFF2-40B4-BE49-F238E27FC236}">
                  <a16:creationId xmlns:a16="http://schemas.microsoft.com/office/drawing/2014/main" id="{E488AAD5-8E91-4034-84BE-BBC351CCE62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1C096354-2796-43AA-A387-E35592035A2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23" name="Rechte verbindingslijn 122">
                <a:extLst>
                  <a:ext uri="{FF2B5EF4-FFF2-40B4-BE49-F238E27FC236}">
                    <a16:creationId xmlns:a16="http://schemas.microsoft.com/office/drawing/2014/main" id="{F072940E-7D85-4A3B-9EEE-DADA6CCA427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4" name="Gelijkbenige driehoek 123">
                <a:extLst>
                  <a:ext uri="{FF2B5EF4-FFF2-40B4-BE49-F238E27FC236}">
                    <a16:creationId xmlns:a16="http://schemas.microsoft.com/office/drawing/2014/main" id="{040BC8F2-9D17-46AA-9CF3-88935B663E6F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15A38EF7-8406-4C0B-8651-FF6A8DA31D29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55C08D96-9269-41FF-91C2-D7D4F28D7432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02" name="Groep 101">
              <a:extLst>
                <a:ext uri="{FF2B5EF4-FFF2-40B4-BE49-F238E27FC236}">
                  <a16:creationId xmlns:a16="http://schemas.microsoft.com/office/drawing/2014/main" id="{99CB2FC4-F710-41F7-AE9D-AC780502E2DB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04A00A3B-1B29-44EE-86A5-12D4AFF690E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1D5088B0-B8B8-4D39-9D1A-9319BCB81B3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16" name="Groep 115">
                    <a:extLst>
                      <a:ext uri="{FF2B5EF4-FFF2-40B4-BE49-F238E27FC236}">
                        <a16:creationId xmlns:a16="http://schemas.microsoft.com/office/drawing/2014/main" id="{33AEF13B-1406-4784-A5F3-DCC153890E1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19" name="Rechthoek 118">
                      <a:extLst>
                        <a:ext uri="{FF2B5EF4-FFF2-40B4-BE49-F238E27FC236}">
                          <a16:creationId xmlns:a16="http://schemas.microsoft.com/office/drawing/2014/main" id="{E7DF6E07-BCDB-48F5-9641-0DAA8CAA55B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0" name="Rechthoek 119">
                      <a:extLst>
                        <a:ext uri="{FF2B5EF4-FFF2-40B4-BE49-F238E27FC236}">
                          <a16:creationId xmlns:a16="http://schemas.microsoft.com/office/drawing/2014/main" id="{F4A8D161-CE26-4177-9392-C14C008DEB2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" name="Ovaal 120">
                      <a:extLst>
                        <a:ext uri="{FF2B5EF4-FFF2-40B4-BE49-F238E27FC236}">
                          <a16:creationId xmlns:a16="http://schemas.microsoft.com/office/drawing/2014/main" id="{CCCD6F01-0759-4743-8DBC-E7CDF400A2D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7" name="Afbeelding 116">
                    <a:extLst>
                      <a:ext uri="{FF2B5EF4-FFF2-40B4-BE49-F238E27FC236}">
                        <a16:creationId xmlns:a16="http://schemas.microsoft.com/office/drawing/2014/main" id="{D8597108-E69C-4D2E-8F27-AE904B7AEE3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18" name="Afbeelding 117">
                    <a:extLst>
                      <a:ext uri="{FF2B5EF4-FFF2-40B4-BE49-F238E27FC236}">
                        <a16:creationId xmlns:a16="http://schemas.microsoft.com/office/drawing/2014/main" id="{989CCDC6-B329-46E8-B042-1F157278B27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6C13FF75-6578-4953-B0C4-C9F7CA190FF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614AB13E-E449-4D2E-9657-4FBBB67988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5" name="Rechthoek 114">
                    <a:extLst>
                      <a:ext uri="{FF2B5EF4-FFF2-40B4-BE49-F238E27FC236}">
                        <a16:creationId xmlns:a16="http://schemas.microsoft.com/office/drawing/2014/main" id="{0135BDC1-B050-4805-8A6E-B5859CC5BDD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1" name="Groep 110">
                  <a:extLst>
                    <a:ext uri="{FF2B5EF4-FFF2-40B4-BE49-F238E27FC236}">
                      <a16:creationId xmlns:a16="http://schemas.microsoft.com/office/drawing/2014/main" id="{4D8339A4-AB09-4C2C-9981-FC40E999F78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A8412A52-2C51-4B14-BD99-3AF13E021AE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13" name="Rechthoek 112">
                    <a:extLst>
                      <a:ext uri="{FF2B5EF4-FFF2-40B4-BE49-F238E27FC236}">
                        <a16:creationId xmlns:a16="http://schemas.microsoft.com/office/drawing/2014/main" id="{0C0EF1EA-7591-467E-9A8F-54827A01061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07" name="Rechthoek 106">
                <a:extLst>
                  <a:ext uri="{FF2B5EF4-FFF2-40B4-BE49-F238E27FC236}">
                    <a16:creationId xmlns:a16="http://schemas.microsoft.com/office/drawing/2014/main" id="{5E5DCE39-F288-4DB7-B821-67A4D0E308D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108" name="Gelijkbenige driehoek 107">
                <a:extLst>
                  <a:ext uri="{FF2B5EF4-FFF2-40B4-BE49-F238E27FC236}">
                    <a16:creationId xmlns:a16="http://schemas.microsoft.com/office/drawing/2014/main" id="{F07AF78F-0001-4EDF-BDDF-2ED68D957DE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3" name="ICOON_info">
              <a:extLst>
                <a:ext uri="{FF2B5EF4-FFF2-40B4-BE49-F238E27FC236}">
                  <a16:creationId xmlns:a16="http://schemas.microsoft.com/office/drawing/2014/main" id="{31FB20B6-4F69-41BF-832E-BF84F94E1689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104" name="Ovaal 103">
                <a:extLst>
                  <a:ext uri="{FF2B5EF4-FFF2-40B4-BE49-F238E27FC236}">
                    <a16:creationId xmlns:a16="http://schemas.microsoft.com/office/drawing/2014/main" id="{157E6761-3F76-4DD6-98D4-CEEF7220650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5" name="Graphic 163" descr="Informatie">
                <a:extLst>
                  <a:ext uri="{FF2B5EF4-FFF2-40B4-BE49-F238E27FC236}">
                    <a16:creationId xmlns:a16="http://schemas.microsoft.com/office/drawing/2014/main" id="{C8F33365-FF6E-4B61-AC71-B5ABDB5640F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31" name="Tijdelijke aanduiding voor verticale tekst 2">
            <a:extLst>
              <a:ext uri="{FF2B5EF4-FFF2-40B4-BE49-F238E27FC236}">
                <a16:creationId xmlns:a16="http://schemas.microsoft.com/office/drawing/2014/main" id="{2C19A1CD-46EF-48DF-A6A7-80A7096A5CAC}"/>
              </a:ext>
            </a:extLst>
          </p:cNvPr>
          <p:cNvSpPr>
            <a:spLocks noGrp="1"/>
          </p:cNvSpPr>
          <p:nvPr>
            <p:ph type="body" orient="vert" idx="33" hasCustomPrompt="1"/>
          </p:nvPr>
        </p:nvSpPr>
        <p:spPr>
          <a:xfrm>
            <a:off x="9130064" y="3129247"/>
            <a:ext cx="2289900" cy="299753"/>
          </a:xfrm>
        </p:spPr>
        <p:txBody>
          <a:bodyPr vert="horz"/>
          <a:lstStyle>
            <a:lvl1pPr marL="0" indent="0">
              <a:buNone/>
              <a:defRPr sz="1800" i="1"/>
            </a:lvl1pPr>
            <a:lvl2pPr>
              <a:defRPr/>
            </a:lvl2pPr>
            <a:lvl3pPr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Function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132" name="Tijdelijke aanduiding voor verticale tekst 2">
            <a:extLst>
              <a:ext uri="{FF2B5EF4-FFF2-40B4-BE49-F238E27FC236}">
                <a16:creationId xmlns:a16="http://schemas.microsoft.com/office/drawing/2014/main" id="{596109F3-685A-4EB4-B612-0268F0C339CA}"/>
              </a:ext>
            </a:extLst>
          </p:cNvPr>
          <p:cNvSpPr>
            <a:spLocks noGrp="1"/>
          </p:cNvSpPr>
          <p:nvPr>
            <p:ph type="body" orient="vert" idx="34" hasCustomPrompt="1"/>
          </p:nvPr>
        </p:nvSpPr>
        <p:spPr>
          <a:xfrm>
            <a:off x="3329971" y="3129247"/>
            <a:ext cx="2289900" cy="299753"/>
          </a:xfrm>
        </p:spPr>
        <p:txBody>
          <a:bodyPr vert="horz"/>
          <a:lstStyle>
            <a:lvl1pPr marL="0" indent="0">
              <a:buNone/>
              <a:defRPr sz="1800" i="1"/>
            </a:lvl1pPr>
            <a:lvl2pPr>
              <a:defRPr/>
            </a:lvl2pPr>
            <a:lvl3pPr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Function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84559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714375"/>
            <a:ext cx="11160124" cy="877887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5938" y="1765300"/>
            <a:ext cx="5364162" cy="4575175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heading</a:t>
            </a:r>
            <a:r>
              <a:rPr lang="nl-NL" noProof="0" dirty="0"/>
              <a:t> #2</a:t>
            </a:r>
          </a:p>
          <a:p>
            <a:pPr lvl="6"/>
            <a:r>
              <a:rPr lang="nl-NL" noProof="0" dirty="0" err="1"/>
              <a:t>Numeric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en-GB" dirty="0"/>
              <a:t>Alphabet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311901" y="1765300"/>
            <a:ext cx="5364161" cy="4575175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19073F80-05A1-479C-B75D-C163DC462079}"/>
              </a:ext>
            </a:extLst>
          </p:cNvPr>
          <p:cNvSpPr/>
          <p:nvPr userDrawn="1"/>
        </p:nvSpPr>
        <p:spPr>
          <a:xfrm>
            <a:off x="0" y="-429492"/>
            <a:ext cx="227228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graph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8" name="INSTRUCTIE">
            <a:extLst>
              <a:ext uri="{FF2B5EF4-FFF2-40B4-BE49-F238E27FC236}">
                <a16:creationId xmlns:a16="http://schemas.microsoft.com/office/drawing/2014/main" id="{B43D376E-C5D5-4DFF-9CEF-84B46ACCCD9D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29F412-7C66-4F48-9023-B7CDC8369AA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A423A4CB-E8DF-4A27-A311-AD91B021C27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578FB96-7F03-4F3B-BABD-E31C6854092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B198E00-2FD4-4241-A14C-29060F38189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61107FE6-3739-484C-94C4-4FBA11D9184F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B73D8D1-66E0-4745-B6EF-B3DE1D51F8D2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7161AED-9010-4FAD-B802-3C889EDA08E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35D2C8B-540E-4388-88C3-11EDBFA235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5084F64-E64F-4387-8396-9363D232FB7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9F42D347-76F2-4DBB-93BE-4CA89FCE82C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9FEA283C-E4E6-447F-85B0-28A739421A1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F4A04AB-6A78-48AE-B2EC-F09D20DBA323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F1EDA69D-76EB-4832-8DB9-FA196524D4A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1449FB0-77D8-47A6-AD35-7C4CC5D0D6B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5A613427-1671-4A5A-B081-3AADBDE5E7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0245F05C-D4B0-41FF-9FC0-3A88A9CF7F0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2B72369B-2C2F-44E2-9146-81A4146F7528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DE81226B-B1D4-4013-A689-73AC71DCD2E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2CD4A749-42E9-41FA-B040-3735772F1D7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D7F8266A-BD5C-4FE0-BC76-5A9D66D7B39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B79CF70E-E14D-4CD2-98C1-1D2E3F2C42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A3FF8B2D-317B-40BC-819F-7FD3F83916D8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E740DA0E-0872-4B1A-B0A2-78D4BE2685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2F383874-CFCC-4072-B30B-FD39450B269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E6ACF5FA-6558-448A-B12C-8C5F740A73C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073CE12A-0277-4CE5-877D-1A8F9FB42B6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2F82104C-B0E1-4432-A3DF-32E00405FD1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3E6846-97AC-4288-9402-A299B0CA5BF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021FE68E-C049-4EFD-9FF2-CF7287EDBC7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31EE2479-BB61-4020-A81F-363D5FAA0C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B412D370-960D-4A24-90C3-78D9DF74C9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E7889D86-EB0D-4DE5-8FB1-57260BC0D2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43C2135B-4106-4546-B8B5-3A23182462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38AB4DD8-9B36-4D28-BD28-A66E8DB52E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FA7AD5AB-8B5E-4C4D-917D-9D5538121E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3111966-8111-420D-B700-586F44AFD2C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35ACC5CC-32D8-438C-9635-67832B7A022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FE64BC0-ED97-433C-BE5D-2EAC19D239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C79D252-AEB7-44FD-A62A-5E6544CD80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B4B41E8B-F2AB-4FB9-A6E9-75E6A0380F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9D554FB-77C7-413B-A1BF-257DCAA31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70D225F-53CB-4483-B95A-8C2D373CA1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B76E9906-A8E5-49AC-8E15-5CEC4DC0CC8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6115F480-396C-431D-B83B-62678CAF7F1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CC32FB9C-B179-4C2D-9AB9-68EBA95B22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1F2EE9F3-FFED-4233-A887-13003F48F54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81C91246-351B-441F-A18F-7102C6B2BE7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233508FD-5575-4A2D-892F-124C4BDE171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9F2EE565-A257-47A7-96F2-6CB333A3E85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B35AE1C2-534D-4B3A-B36C-AF92CA537DC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F37917C9-A26C-4A56-8961-BD3EEF9B9C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961A7A8-022D-4578-B354-B3DC362E3F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FDE5ACAF-C6C5-4121-B408-8FFD888D23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3F8D828F-BCD0-4F33-96F8-F9BBFD3209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27983E0-CD63-4803-BF5E-1E62C3E174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5CD31F1B-4059-4FC5-A488-5914C8E0122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9233E932-7420-455F-9854-6FF5C1327C6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1A265810-C78B-435C-B962-B233D668F66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A3E4A66-6E8E-4128-B73F-70A44E1EFE3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F6921646-C714-4BDB-AC6B-385FD8AC00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A4380F94-AE0A-4384-99DE-619C40B580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440BB240-790B-412E-9A37-F43232C660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057A5DB4-655D-46D8-A2CF-5E03177F01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759EEFF1-F2C4-4C99-9896-73C49DAD00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BF95D14D-0CF5-4EEE-A62B-30D5A797B69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401510F0-1E4B-4302-9E5C-5963A8431FC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38DE2E81-5B01-412F-A7C6-37E88B4CE4BA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503A3727-9F7B-43AA-8031-9162B1973540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100" name="Ovaal 99">
                <a:extLst>
                  <a:ext uri="{FF2B5EF4-FFF2-40B4-BE49-F238E27FC236}">
                    <a16:creationId xmlns:a16="http://schemas.microsoft.com/office/drawing/2014/main" id="{018E6471-2A6F-4CFA-A3CA-AADA8113E270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1921A45B-EF76-4353-9CC4-E8A2FE9AF57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02" name="Groep 101">
                <a:extLst>
                  <a:ext uri="{FF2B5EF4-FFF2-40B4-BE49-F238E27FC236}">
                    <a16:creationId xmlns:a16="http://schemas.microsoft.com/office/drawing/2014/main" id="{3EE98E52-23EF-41DD-B659-2E3CEF3198DB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01A4A792-48CE-460B-84B6-A2696A96818C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DC441F9E-5B16-4620-B879-28569EFAD717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Tekstvak 108">
                  <a:extLst>
                    <a:ext uri="{FF2B5EF4-FFF2-40B4-BE49-F238E27FC236}">
                      <a16:creationId xmlns:a16="http://schemas.microsoft.com/office/drawing/2014/main" id="{08EEFDB4-FD8A-4A7A-9835-D3CEAA48177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110" name="Tekstvak 109">
                  <a:extLst>
                    <a:ext uri="{FF2B5EF4-FFF2-40B4-BE49-F238E27FC236}">
                      <a16:creationId xmlns:a16="http://schemas.microsoft.com/office/drawing/2014/main" id="{F258BCF0-021A-4256-92E3-7F2916B01A33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111" name="Vrije vorm: vorm 110">
                  <a:extLst>
                    <a:ext uri="{FF2B5EF4-FFF2-40B4-BE49-F238E27FC236}">
                      <a16:creationId xmlns:a16="http://schemas.microsoft.com/office/drawing/2014/main" id="{E13E50E4-0BF0-4740-BFDE-AB7B7FA023E6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3CAEC3A1-F2DC-4E45-9F4D-AFF06B59334B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132" name="Rechthoek 131">
                    <a:extLst>
                      <a:ext uri="{FF2B5EF4-FFF2-40B4-BE49-F238E27FC236}">
                        <a16:creationId xmlns:a16="http://schemas.microsoft.com/office/drawing/2014/main" id="{84FA2034-8FE3-4ACF-BB7C-DA080C38DC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3" name="Rechthoek 132">
                    <a:extLst>
                      <a:ext uri="{FF2B5EF4-FFF2-40B4-BE49-F238E27FC236}">
                        <a16:creationId xmlns:a16="http://schemas.microsoft.com/office/drawing/2014/main" id="{B947723A-2D45-4D03-A17D-0E1C87FE11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Rechthoek 133">
                    <a:extLst>
                      <a:ext uri="{FF2B5EF4-FFF2-40B4-BE49-F238E27FC236}">
                        <a16:creationId xmlns:a16="http://schemas.microsoft.com/office/drawing/2014/main" id="{71022863-9467-4369-A05F-B8C36FC241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3" name="Groep 112">
                  <a:extLst>
                    <a:ext uri="{FF2B5EF4-FFF2-40B4-BE49-F238E27FC236}">
                      <a16:creationId xmlns:a16="http://schemas.microsoft.com/office/drawing/2014/main" id="{BEA58F95-5802-4DFB-A98C-A2855D49172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D354CCE8-7FE2-450E-A860-A65D7E0ECB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C2EB0CFE-0B37-4ED2-B271-2C262D2633A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125" name="Rechte verbindingslijn 124">
                      <a:extLst>
                        <a:ext uri="{FF2B5EF4-FFF2-40B4-BE49-F238E27FC236}">
                          <a16:creationId xmlns:a16="http://schemas.microsoft.com/office/drawing/2014/main" id="{AFAEFA00-CA45-4534-98F8-F69E7341029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Rechte verbindingslijn 125">
                      <a:extLst>
                        <a:ext uri="{FF2B5EF4-FFF2-40B4-BE49-F238E27FC236}">
                          <a16:creationId xmlns:a16="http://schemas.microsoft.com/office/drawing/2014/main" id="{9B412AFD-7B8C-4DF3-91C0-3C06B981C38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27" name="Groep 126">
                      <a:extLst>
                        <a:ext uri="{FF2B5EF4-FFF2-40B4-BE49-F238E27FC236}">
                          <a16:creationId xmlns:a16="http://schemas.microsoft.com/office/drawing/2014/main" id="{7D94C763-7C5D-4836-9EBD-E71DAF0392B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128" name="Rechte verbindingslijn 127">
                        <a:extLst>
                          <a:ext uri="{FF2B5EF4-FFF2-40B4-BE49-F238E27FC236}">
                            <a16:creationId xmlns:a16="http://schemas.microsoft.com/office/drawing/2014/main" id="{F64AD789-6BC0-4A70-B012-71DE5EE0DA8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9" name="Rechte verbindingslijn 128">
                        <a:extLst>
                          <a:ext uri="{FF2B5EF4-FFF2-40B4-BE49-F238E27FC236}">
                            <a16:creationId xmlns:a16="http://schemas.microsoft.com/office/drawing/2014/main" id="{B2856916-50B6-4385-9C73-33A7DE200F1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Rechte verbindingslijn 129">
                        <a:extLst>
                          <a:ext uri="{FF2B5EF4-FFF2-40B4-BE49-F238E27FC236}">
                            <a16:creationId xmlns:a16="http://schemas.microsoft.com/office/drawing/2014/main" id="{AB1A8AAE-78B0-4E16-B78D-6C7207DBD7C9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Rechte verbindingslijn 130">
                        <a:extLst>
                          <a:ext uri="{FF2B5EF4-FFF2-40B4-BE49-F238E27FC236}">
                            <a16:creationId xmlns:a16="http://schemas.microsoft.com/office/drawing/2014/main" id="{9408CC6B-E0AF-4505-BA56-B63D4FB870D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D9FE084F-BD85-40E2-8791-6A2A768FDC0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258C6F44-C85C-4331-AC2D-11E5FAB9A6A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5EA16D86-E9C1-4CCB-ADCB-8D4C1EB93AA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Rechte verbindingslijn 118">
                    <a:extLst>
                      <a:ext uri="{FF2B5EF4-FFF2-40B4-BE49-F238E27FC236}">
                        <a16:creationId xmlns:a16="http://schemas.microsoft.com/office/drawing/2014/main" id="{ED5D0877-2DC0-4ACC-80C0-B51DDB4D0E8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0A75FAC8-0679-46A6-9ABE-5A93EB9731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21" name="Groep 120">
                    <a:extLst>
                      <a:ext uri="{FF2B5EF4-FFF2-40B4-BE49-F238E27FC236}">
                        <a16:creationId xmlns:a16="http://schemas.microsoft.com/office/drawing/2014/main" id="{061610D4-DB6A-41F2-878C-1168B7464B6E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122" name="Rechthoek 121">
                      <a:extLst>
                        <a:ext uri="{FF2B5EF4-FFF2-40B4-BE49-F238E27FC236}">
                          <a16:creationId xmlns:a16="http://schemas.microsoft.com/office/drawing/2014/main" id="{E174C5CF-6E26-4BFE-81AB-0F3D3935088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3" name="Rechthoek: afgeronde bovenhoeken 122">
                      <a:extLst>
                        <a:ext uri="{FF2B5EF4-FFF2-40B4-BE49-F238E27FC236}">
                          <a16:creationId xmlns:a16="http://schemas.microsoft.com/office/drawing/2014/main" id="{2E195A6C-619A-45FF-9648-F6D5EC3280B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" name="Gelijkbenige driehoek 123">
                      <a:extLst>
                        <a:ext uri="{FF2B5EF4-FFF2-40B4-BE49-F238E27FC236}">
                          <a16:creationId xmlns:a16="http://schemas.microsoft.com/office/drawing/2014/main" id="{E37011A6-DA25-4CB4-BC44-6364BA2AD2CB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03" name="Rechthoek 102">
                <a:extLst>
                  <a:ext uri="{FF2B5EF4-FFF2-40B4-BE49-F238E27FC236}">
                    <a16:creationId xmlns:a16="http://schemas.microsoft.com/office/drawing/2014/main" id="{5F904B88-744F-452E-87F0-7205E37ABDFE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104" name="ICOON_info">
                <a:extLst>
                  <a:ext uri="{FF2B5EF4-FFF2-40B4-BE49-F238E27FC236}">
                    <a16:creationId xmlns:a16="http://schemas.microsoft.com/office/drawing/2014/main" id="{637E9E26-A493-4BCF-98E6-A56BB95917AF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105" name="Ovaal 104">
                  <a:extLst>
                    <a:ext uri="{FF2B5EF4-FFF2-40B4-BE49-F238E27FC236}">
                      <a16:creationId xmlns:a16="http://schemas.microsoft.com/office/drawing/2014/main" id="{1D580A5D-D3FF-4BB0-8B72-4250133D9F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6" name="Graphic 163" descr="Informatie">
                  <a:extLst>
                    <a:ext uri="{FF2B5EF4-FFF2-40B4-BE49-F238E27FC236}">
                      <a16:creationId xmlns:a16="http://schemas.microsoft.com/office/drawing/2014/main" id="{F74266F3-88AD-4C61-B52D-B7D2D133F24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80" name="INSTRUCTIE">
              <a:extLst>
                <a:ext uri="{FF2B5EF4-FFF2-40B4-BE49-F238E27FC236}">
                  <a16:creationId xmlns:a16="http://schemas.microsoft.com/office/drawing/2014/main" id="{DD5E165D-DC45-4245-908D-6CB476AB89B2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5A753C5C-F0FC-42B2-A588-FEE9DB17F729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76829774-A30D-4810-B5E9-DA7AC6130C66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3" name="Rechthoek 82">
                <a:extLst>
                  <a:ext uri="{FF2B5EF4-FFF2-40B4-BE49-F238E27FC236}">
                    <a16:creationId xmlns:a16="http://schemas.microsoft.com/office/drawing/2014/main" id="{9DF69EEE-746B-412D-977C-F724A17AD0C5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C2EB5319-8296-4C7D-A7CC-D2AD75A0D0FD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31DBA489-E8B9-4157-9DCD-3D3B86B724BF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C1814997-1673-41E4-BC09-AA514D52FE52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96" name="Rechthoek 95">
                  <a:extLst>
                    <a:ext uri="{FF2B5EF4-FFF2-40B4-BE49-F238E27FC236}">
                      <a16:creationId xmlns:a16="http://schemas.microsoft.com/office/drawing/2014/main" id="{FCFD399A-9DB6-442C-B63D-DD2971BC9C4B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97" name="Rechte verbindingslijn 96">
                  <a:extLst>
                    <a:ext uri="{FF2B5EF4-FFF2-40B4-BE49-F238E27FC236}">
                      <a16:creationId xmlns:a16="http://schemas.microsoft.com/office/drawing/2014/main" id="{41C3B35C-891A-4E5D-AB1E-916B3E2924BF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98" name="Gelijkbenige driehoek 97">
                  <a:extLst>
                    <a:ext uri="{FF2B5EF4-FFF2-40B4-BE49-F238E27FC236}">
                      <a16:creationId xmlns:a16="http://schemas.microsoft.com/office/drawing/2014/main" id="{C3131AF0-07CD-4946-B098-23FC11CC775C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7" name="Groep 86">
                <a:extLst>
                  <a:ext uri="{FF2B5EF4-FFF2-40B4-BE49-F238E27FC236}">
                    <a16:creationId xmlns:a16="http://schemas.microsoft.com/office/drawing/2014/main" id="{A4F20450-FD36-49D2-9374-7444B03A5B8C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93" name="Rechthoek 92">
                  <a:extLst>
                    <a:ext uri="{FF2B5EF4-FFF2-40B4-BE49-F238E27FC236}">
                      <a16:creationId xmlns:a16="http://schemas.microsoft.com/office/drawing/2014/main" id="{E54AF7F8-6218-4DB0-A04A-C6A33AFF719E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4" name="Rechthoek 93">
                  <a:extLst>
                    <a:ext uri="{FF2B5EF4-FFF2-40B4-BE49-F238E27FC236}">
                      <a16:creationId xmlns:a16="http://schemas.microsoft.com/office/drawing/2014/main" id="{A83C88D3-9D4D-45B3-8CF5-55717DD72625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5" name="Rechthoek 94">
                  <a:extLst>
                    <a:ext uri="{FF2B5EF4-FFF2-40B4-BE49-F238E27FC236}">
                      <a16:creationId xmlns:a16="http://schemas.microsoft.com/office/drawing/2014/main" id="{79DA98A2-4FD2-4AA5-A8BB-5C1B4812672B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82D214EA-DECF-45CD-A5FB-C655994169AB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12AE77C2-76A0-4486-BD2A-1952A78501C5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90" name="Groep 89">
                <a:extLst>
                  <a:ext uri="{FF2B5EF4-FFF2-40B4-BE49-F238E27FC236}">
                    <a16:creationId xmlns:a16="http://schemas.microsoft.com/office/drawing/2014/main" id="{FE7071E7-427A-4C59-AC6C-3DBDDFDB07AB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D53E4546-CC8C-4AA6-8F6D-90D31B0CE635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09B63EDE-03E1-4356-9A95-6D4A4C3433A9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203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6"/>
            <a:ext cx="11160125" cy="86986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5937" y="1790700"/>
            <a:ext cx="11160125" cy="4555508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2CB6E363-810F-4273-949C-A7D72C07CE4F}"/>
              </a:ext>
            </a:extLst>
          </p:cNvPr>
          <p:cNvSpPr/>
          <p:nvPr userDrawn="1"/>
        </p:nvSpPr>
        <p:spPr>
          <a:xfrm>
            <a:off x="0" y="-429492"/>
            <a:ext cx="111088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graph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68" name="INSTRUCTIE">
            <a:extLst>
              <a:ext uri="{FF2B5EF4-FFF2-40B4-BE49-F238E27FC236}">
                <a16:creationId xmlns:a16="http://schemas.microsoft.com/office/drawing/2014/main" id="{0234D544-189B-4884-B0CA-40F0E3F386DC}"/>
              </a:ext>
            </a:extLst>
          </p:cNvPr>
          <p:cNvGrpSpPr/>
          <p:nvPr userDrawn="1"/>
        </p:nvGrpSpPr>
        <p:grpSpPr>
          <a:xfrm>
            <a:off x="-3786437" y="1"/>
            <a:ext cx="3693386" cy="6233352"/>
            <a:chOff x="-3786437" y="1"/>
            <a:chExt cx="3693386" cy="6233352"/>
          </a:xfrm>
        </p:grpSpPr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D96ACFEE-3E74-4A0F-82A4-B52866030924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29D481FF-C6B3-4DF2-8278-99775BC8EE43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90" name="Ovaal 89">
                <a:extLst>
                  <a:ext uri="{FF2B5EF4-FFF2-40B4-BE49-F238E27FC236}">
                    <a16:creationId xmlns:a16="http://schemas.microsoft.com/office/drawing/2014/main" id="{7A2B02A4-9118-46B7-98CF-F6B40C97DC1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7FFD4365-4A25-4D91-BF77-3F3E629D2D68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92" name="Groep 91">
                <a:extLst>
                  <a:ext uri="{FF2B5EF4-FFF2-40B4-BE49-F238E27FC236}">
                    <a16:creationId xmlns:a16="http://schemas.microsoft.com/office/drawing/2014/main" id="{D5015839-E1CC-4164-86FC-C92BE2CDC8F5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97" name="Rechthoek 96">
                  <a:extLst>
                    <a:ext uri="{FF2B5EF4-FFF2-40B4-BE49-F238E27FC236}">
                      <a16:creationId xmlns:a16="http://schemas.microsoft.com/office/drawing/2014/main" id="{AFD3EA65-8425-4335-8DC2-A42ADE0A32E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DC6A3DD1-0591-4BF7-99BD-AE7827F003A4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Tekstvak 98">
                  <a:extLst>
                    <a:ext uri="{FF2B5EF4-FFF2-40B4-BE49-F238E27FC236}">
                      <a16:creationId xmlns:a16="http://schemas.microsoft.com/office/drawing/2014/main" id="{0D549732-956C-47F6-84B9-C6EA0398CF2F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FFD6CACD-C828-4186-9ADB-D4193519863C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AEF53839-8447-41F6-B8D7-C1FC9E030BF0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CE73A4C5-81B4-4E72-8838-3081A4387E53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382A52DE-14E8-49D7-930D-794751AF675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3" name="Rechthoek 122">
                    <a:extLst>
                      <a:ext uri="{FF2B5EF4-FFF2-40B4-BE49-F238E27FC236}">
                        <a16:creationId xmlns:a16="http://schemas.microsoft.com/office/drawing/2014/main" id="{6DB90010-F51C-427D-B3AF-C56E2004D5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4" name="Rechthoek 123">
                    <a:extLst>
                      <a:ext uri="{FF2B5EF4-FFF2-40B4-BE49-F238E27FC236}">
                        <a16:creationId xmlns:a16="http://schemas.microsoft.com/office/drawing/2014/main" id="{305DC0F8-0517-4D4A-A5E7-599CB2B1E7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2">
                  <a:extLst>
                    <a:ext uri="{FF2B5EF4-FFF2-40B4-BE49-F238E27FC236}">
                      <a16:creationId xmlns:a16="http://schemas.microsoft.com/office/drawing/2014/main" id="{B8223D4F-714B-4BD1-9023-64A7283D70AC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104" name="Rechthoek 103">
                    <a:extLst>
                      <a:ext uri="{FF2B5EF4-FFF2-40B4-BE49-F238E27FC236}">
                        <a16:creationId xmlns:a16="http://schemas.microsoft.com/office/drawing/2014/main" id="{ADB20AC8-15D5-4563-A96D-F621801629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05" name="Groep 104">
                    <a:extLst>
                      <a:ext uri="{FF2B5EF4-FFF2-40B4-BE49-F238E27FC236}">
                        <a16:creationId xmlns:a16="http://schemas.microsoft.com/office/drawing/2014/main" id="{ADDFE956-46C8-433D-BC53-8AA8C7B6B8E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115" name="Rechte verbindingslijn 114">
                      <a:extLst>
                        <a:ext uri="{FF2B5EF4-FFF2-40B4-BE49-F238E27FC236}">
                          <a16:creationId xmlns:a16="http://schemas.microsoft.com/office/drawing/2014/main" id="{09881C58-FEC2-4A91-8D06-DA6DD43E948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Rechte verbindingslijn 115">
                      <a:extLst>
                        <a:ext uri="{FF2B5EF4-FFF2-40B4-BE49-F238E27FC236}">
                          <a16:creationId xmlns:a16="http://schemas.microsoft.com/office/drawing/2014/main" id="{52B1EEBB-446B-4433-9200-30594591404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7" name="Groep 116">
                      <a:extLst>
                        <a:ext uri="{FF2B5EF4-FFF2-40B4-BE49-F238E27FC236}">
                          <a16:creationId xmlns:a16="http://schemas.microsoft.com/office/drawing/2014/main" id="{EF1EC329-3439-4427-9A4E-D1BD4FBA1F8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118" name="Rechte verbindingslijn 117">
                        <a:extLst>
                          <a:ext uri="{FF2B5EF4-FFF2-40B4-BE49-F238E27FC236}">
                            <a16:creationId xmlns:a16="http://schemas.microsoft.com/office/drawing/2014/main" id="{B973B926-228C-4B90-9333-5CDF6BC7A6E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BC0A888F-576B-47FE-B03C-07D1760FD7A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3C1668A8-110B-4B9B-8C31-970629666D1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8DDE7D0A-45E0-4330-A5A3-BEB6739BF22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105F4FD1-B876-4033-B580-4944887A1FD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E095657C-1391-4627-8E4E-B48AD03C28C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B93379A4-947F-413B-BB47-5B2916F4F66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1259E15A-516F-4B29-9590-700FE08F5F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D157E865-7321-4984-88D9-6E9BD6A060C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68A5EDEF-A3B7-4D6B-9CDA-EE36AFA6A323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4DAD7C11-1E3E-4AFE-9E90-0CD097C086F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C7C274C2-FFB4-4EA4-851E-9669C826080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B5E1C0EE-8722-495B-8280-98B5879C4687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05906D92-23F9-49FA-8E9F-FA5AD7BACC20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94" name="ICOON_info">
                <a:extLst>
                  <a:ext uri="{FF2B5EF4-FFF2-40B4-BE49-F238E27FC236}">
                    <a16:creationId xmlns:a16="http://schemas.microsoft.com/office/drawing/2014/main" id="{30463973-5819-4263-9B7B-E02A10754D05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95" name="Ovaal 94">
                  <a:extLst>
                    <a:ext uri="{FF2B5EF4-FFF2-40B4-BE49-F238E27FC236}">
                      <a16:creationId xmlns:a16="http://schemas.microsoft.com/office/drawing/2014/main" id="{E10DD3EB-E689-495E-B9D8-E3D94DA83DD7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6" name="Graphic 163" descr="Informatie">
                  <a:extLst>
                    <a:ext uri="{FF2B5EF4-FFF2-40B4-BE49-F238E27FC236}">
                      <a16:creationId xmlns:a16="http://schemas.microsoft.com/office/drawing/2014/main" id="{7EE336EE-0157-406C-BB4F-B9632A80B9B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0" name="INSTRUCTIE">
              <a:extLst>
                <a:ext uri="{FF2B5EF4-FFF2-40B4-BE49-F238E27FC236}">
                  <a16:creationId xmlns:a16="http://schemas.microsoft.com/office/drawing/2014/main" id="{3FE8834D-8107-496B-852C-A737EF4C6092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71" name="Rechthoek 70">
                <a:extLst>
                  <a:ext uri="{FF2B5EF4-FFF2-40B4-BE49-F238E27FC236}">
                    <a16:creationId xmlns:a16="http://schemas.microsoft.com/office/drawing/2014/main" id="{DA78FC21-5B7D-47C6-82CF-2FC0AEDFEA55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72" name="Ovaal 71">
                <a:extLst>
                  <a:ext uri="{FF2B5EF4-FFF2-40B4-BE49-F238E27FC236}">
                    <a16:creationId xmlns:a16="http://schemas.microsoft.com/office/drawing/2014/main" id="{4BDA4D97-6502-4A2A-9731-DA42254E227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E307DB95-8810-44B5-912E-D0F031E4BDB4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74" name="Ovaal 73">
                <a:extLst>
                  <a:ext uri="{FF2B5EF4-FFF2-40B4-BE49-F238E27FC236}">
                    <a16:creationId xmlns:a16="http://schemas.microsoft.com/office/drawing/2014/main" id="{851693E7-38E2-48C7-8A6B-E71BAF04D111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0D5FDFF2-509D-4FDF-98DB-DD858AD4FAA5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BEBACDE7-7EF5-4D2B-B51F-A1622AEA51D1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3E27B5F6-8F9D-472B-AE71-64F7EFE349B8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87" name="Rechte verbindingslijn 86">
                  <a:extLst>
                    <a:ext uri="{FF2B5EF4-FFF2-40B4-BE49-F238E27FC236}">
                      <a16:creationId xmlns:a16="http://schemas.microsoft.com/office/drawing/2014/main" id="{C04E2F86-C30C-45F7-BA9F-9F13EEA743A6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88" name="Gelijkbenige driehoek 87">
                  <a:extLst>
                    <a:ext uri="{FF2B5EF4-FFF2-40B4-BE49-F238E27FC236}">
                      <a16:creationId xmlns:a16="http://schemas.microsoft.com/office/drawing/2014/main" id="{AECCAE51-71CD-4A8B-9E1F-2F1720AC2AB0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F7E8558E-7ADF-4F3C-B421-D49622567934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5FD9310-0535-40A2-8F22-23047F9A700F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2070FF47-F887-47F6-8D28-35292E419008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34F269C9-E577-4823-A9F8-59BB3C1690D4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6033094D-6277-433C-A382-72A2B528D76F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5575D980-2F59-49C5-8FA8-B01EC9DAB3CF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F5C2B810-68D2-4331-8191-524382DDCB44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366A6260-10ED-4DC1-971F-7EA78E245B35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4593C876-BF69-4D13-BF86-B6F4836C7570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4987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714375"/>
            <a:ext cx="11160124" cy="877887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5938" y="1765300"/>
            <a:ext cx="5364162" cy="4575175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/>
              <a:t>HEADING #2</a:t>
            </a:r>
          </a:p>
          <a:p>
            <a:pPr lvl="6"/>
            <a:r>
              <a:rPr lang="nl-NL" noProof="0" dirty="0" err="1"/>
              <a:t>Numeric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 err="1"/>
              <a:t>Alphabet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19073F80-05A1-479C-B75D-C163DC462079}"/>
              </a:ext>
            </a:extLst>
          </p:cNvPr>
          <p:cNvSpPr/>
          <p:nvPr userDrawn="1"/>
        </p:nvSpPr>
        <p:spPr>
          <a:xfrm>
            <a:off x="0" y="-429492"/>
            <a:ext cx="217655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+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table</a:t>
            </a:r>
            <a:endParaRPr lang="nl-NL" sz="2400" b="1" cap="all" baseline="0" noProof="0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8" name="INSTRUCTIE">
            <a:extLst>
              <a:ext uri="{FF2B5EF4-FFF2-40B4-BE49-F238E27FC236}">
                <a16:creationId xmlns:a16="http://schemas.microsoft.com/office/drawing/2014/main" id="{B43D376E-C5D5-4DFF-9CEF-84B46ACCCD9D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F829F412-7C66-4F48-9023-B7CDC8369AA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A423A4CB-E8DF-4A27-A311-AD91B021C27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578FB96-7F03-4F3B-BABD-E31C6854092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B198E00-2FD4-4241-A14C-29060F38189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61107FE6-3739-484C-94C4-4FBA11D9184F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1B73D8D1-66E0-4745-B6EF-B3DE1D51F8D2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57161AED-9010-4FAD-B802-3C889EDA08E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A35D2C8B-540E-4388-88C3-11EDBFA235B9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25084F64-E64F-4387-8396-9363D232FB7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9F42D347-76F2-4DBB-93BE-4CA89FCE82CF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9FEA283C-E4E6-447F-85B0-28A739421A1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4F4A04AB-6A78-48AE-B2EC-F09D20DBA323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F1EDA69D-76EB-4832-8DB9-FA196524D4A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E1449FB0-77D8-47A6-AD35-7C4CC5D0D6B1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5A613427-1671-4A5A-B081-3AADBDE5E7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0245F05C-D4B0-41FF-9FC0-3A88A9CF7F0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2B72369B-2C2F-44E2-9146-81A4146F7528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DE81226B-B1D4-4013-A689-73AC71DCD2E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2CD4A749-42E9-41FA-B040-3735772F1D7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D7F8266A-BD5C-4FE0-BC76-5A9D66D7B39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B79CF70E-E14D-4CD2-98C1-1D2E3F2C42D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A3FF8B2D-317B-40BC-819F-7FD3F83916D8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E740DA0E-0872-4B1A-B0A2-78D4BE2685B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2F383874-CFCC-4072-B30B-FD39450B269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E6ACF5FA-6558-448A-B12C-8C5F740A73C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073CE12A-0277-4CE5-877D-1A8F9FB42B6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2F82104C-B0E1-4432-A3DF-32E00405FD1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5C3E6846-97AC-4288-9402-A299B0CA5BF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021FE68E-C049-4EFD-9FF2-CF7287EDBC7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31EE2479-BB61-4020-A81F-363D5FAA0C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B412D370-960D-4A24-90C3-78D9DF74C9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E7889D86-EB0D-4DE5-8FB1-57260BC0D2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43C2135B-4106-4546-B8B5-3A23182462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38AB4DD8-9B36-4D28-BD28-A66E8DB52E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FA7AD5AB-8B5E-4C4D-917D-9D5538121E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83111966-8111-420D-B700-586F44AFD2C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35ACC5CC-32D8-438C-9635-67832B7A022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0FE64BC0-ED97-433C-BE5D-2EAC19D239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9C79D252-AEB7-44FD-A62A-5E6544CD80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B4B41E8B-F2AB-4FB9-A6E9-75E6A0380F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C9D554FB-77C7-413B-A1BF-257DCAA318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D70D225F-53CB-4483-B95A-8C2D373CA1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B76E9906-A8E5-49AC-8E15-5CEC4DC0CC8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6115F480-396C-431D-B83B-62678CAF7F1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CC32FB9C-B179-4C2D-9AB9-68EBA95B22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1F2EE9F3-FFED-4233-A887-13003F48F54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81C91246-351B-441F-A18F-7102C6B2BE7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233508FD-5575-4A2D-892F-124C4BDE171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9F2EE565-A257-47A7-96F2-6CB333A3E85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B35AE1C2-534D-4B3A-B36C-AF92CA537DC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F37917C9-A26C-4A56-8961-BD3EEF9B9C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2961A7A8-022D-4578-B354-B3DC362E3F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FDE5ACAF-C6C5-4121-B408-8FFD888D23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3F8D828F-BCD0-4F33-96F8-F9BBFD3209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A27983E0-CD63-4803-BF5E-1E62C3E174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5CD31F1B-4059-4FC5-A488-5914C8E0122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9233E932-7420-455F-9854-6FF5C1327C6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1A265810-C78B-435C-B962-B233D668F66E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AA3E4A66-6E8E-4128-B73F-70A44E1EFE3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F6921646-C714-4BDB-AC6B-385FD8AC00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A4380F94-AE0A-4384-99DE-619C40B580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440BB240-790B-412E-9A37-F43232C660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057A5DB4-655D-46D8-A2CF-5E03177F01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759EEFF1-F2C4-4C99-9896-73C49DAD00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BF95D14D-0CF5-4EEE-A62B-30D5A797B69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401510F0-1E4B-4302-9E5C-5963A8431FCB}"/>
              </a:ext>
            </a:extLst>
          </p:cNvPr>
          <p:cNvGrpSpPr/>
          <p:nvPr userDrawn="1"/>
        </p:nvGrpSpPr>
        <p:grpSpPr>
          <a:xfrm>
            <a:off x="12377595" y="1"/>
            <a:ext cx="3693386" cy="6233352"/>
            <a:chOff x="-3786437" y="1"/>
            <a:chExt cx="3693386" cy="6233352"/>
          </a:xfrm>
        </p:grpSpPr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38DE2E81-5B01-412F-A7C6-37E88B4CE4BA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503A3727-9F7B-43AA-8031-9162B1973540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data bewerken</a:t>
                </a:r>
              </a:p>
            </p:txBody>
          </p:sp>
          <p:sp>
            <p:nvSpPr>
              <p:cNvPr id="100" name="Ovaal 99">
                <a:extLst>
                  <a:ext uri="{FF2B5EF4-FFF2-40B4-BE49-F238E27FC236}">
                    <a16:creationId xmlns:a16="http://schemas.microsoft.com/office/drawing/2014/main" id="{018E6471-2A6F-4CFA-A3CA-AADA8113E270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1921A45B-EF76-4353-9CC4-E8A2FE9AF576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102" name="Groep 101">
                <a:extLst>
                  <a:ext uri="{FF2B5EF4-FFF2-40B4-BE49-F238E27FC236}">
                    <a16:creationId xmlns:a16="http://schemas.microsoft.com/office/drawing/2014/main" id="{3EE98E52-23EF-41DD-B659-2E3CEF3198DB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01A4A792-48CE-460B-84B6-A2696A96818C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DC441F9E-5B16-4620-B879-28569EFAD717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Tekstvak 108">
                  <a:extLst>
                    <a:ext uri="{FF2B5EF4-FFF2-40B4-BE49-F238E27FC236}">
                      <a16:creationId xmlns:a16="http://schemas.microsoft.com/office/drawing/2014/main" id="{08EEFDB4-FD8A-4A7A-9835-D3CEAA48177A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110" name="Tekstvak 109">
                  <a:extLst>
                    <a:ext uri="{FF2B5EF4-FFF2-40B4-BE49-F238E27FC236}">
                      <a16:creationId xmlns:a16="http://schemas.microsoft.com/office/drawing/2014/main" id="{F258BCF0-021A-4256-92E3-7F2916B01A33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111" name="Vrije vorm: vorm 110">
                  <a:extLst>
                    <a:ext uri="{FF2B5EF4-FFF2-40B4-BE49-F238E27FC236}">
                      <a16:creationId xmlns:a16="http://schemas.microsoft.com/office/drawing/2014/main" id="{E13E50E4-0BF0-4740-BFDE-AB7B7FA023E6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2" name="Groep 111">
                  <a:extLst>
                    <a:ext uri="{FF2B5EF4-FFF2-40B4-BE49-F238E27FC236}">
                      <a16:creationId xmlns:a16="http://schemas.microsoft.com/office/drawing/2014/main" id="{3CAEC3A1-F2DC-4E45-9F4D-AFF06B59334B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132" name="Rechthoek 131">
                    <a:extLst>
                      <a:ext uri="{FF2B5EF4-FFF2-40B4-BE49-F238E27FC236}">
                        <a16:creationId xmlns:a16="http://schemas.microsoft.com/office/drawing/2014/main" id="{84FA2034-8FE3-4ACF-BB7C-DA080C38DC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3" name="Rechthoek 132">
                    <a:extLst>
                      <a:ext uri="{FF2B5EF4-FFF2-40B4-BE49-F238E27FC236}">
                        <a16:creationId xmlns:a16="http://schemas.microsoft.com/office/drawing/2014/main" id="{B947723A-2D45-4D03-A17D-0E1C87FE11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4" name="Rechthoek 133">
                    <a:extLst>
                      <a:ext uri="{FF2B5EF4-FFF2-40B4-BE49-F238E27FC236}">
                        <a16:creationId xmlns:a16="http://schemas.microsoft.com/office/drawing/2014/main" id="{71022863-9467-4369-A05F-B8C36FC241D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3" name="Groep 112">
                  <a:extLst>
                    <a:ext uri="{FF2B5EF4-FFF2-40B4-BE49-F238E27FC236}">
                      <a16:creationId xmlns:a16="http://schemas.microsoft.com/office/drawing/2014/main" id="{BEA58F95-5802-4DFB-A98C-A2855D49172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114" name="Rechthoek 113">
                    <a:extLst>
                      <a:ext uri="{FF2B5EF4-FFF2-40B4-BE49-F238E27FC236}">
                        <a16:creationId xmlns:a16="http://schemas.microsoft.com/office/drawing/2014/main" id="{D354CCE8-7FE2-450E-A860-A65D7E0ECB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5" name="Groep 114">
                    <a:extLst>
                      <a:ext uri="{FF2B5EF4-FFF2-40B4-BE49-F238E27FC236}">
                        <a16:creationId xmlns:a16="http://schemas.microsoft.com/office/drawing/2014/main" id="{C2EB0CFE-0B37-4ED2-B271-2C262D2633A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125" name="Rechte verbindingslijn 124">
                      <a:extLst>
                        <a:ext uri="{FF2B5EF4-FFF2-40B4-BE49-F238E27FC236}">
                          <a16:creationId xmlns:a16="http://schemas.microsoft.com/office/drawing/2014/main" id="{AFAEFA00-CA45-4534-98F8-F69E7341029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Rechte verbindingslijn 125">
                      <a:extLst>
                        <a:ext uri="{FF2B5EF4-FFF2-40B4-BE49-F238E27FC236}">
                          <a16:creationId xmlns:a16="http://schemas.microsoft.com/office/drawing/2014/main" id="{9B412AFD-7B8C-4DF3-91C0-3C06B981C38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27" name="Groep 126">
                      <a:extLst>
                        <a:ext uri="{FF2B5EF4-FFF2-40B4-BE49-F238E27FC236}">
                          <a16:creationId xmlns:a16="http://schemas.microsoft.com/office/drawing/2014/main" id="{7D94C763-7C5D-4836-9EBD-E71DAF0392B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128" name="Rechte verbindingslijn 127">
                        <a:extLst>
                          <a:ext uri="{FF2B5EF4-FFF2-40B4-BE49-F238E27FC236}">
                            <a16:creationId xmlns:a16="http://schemas.microsoft.com/office/drawing/2014/main" id="{F64AD789-6BC0-4A70-B012-71DE5EE0DA8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9" name="Rechte verbindingslijn 128">
                        <a:extLst>
                          <a:ext uri="{FF2B5EF4-FFF2-40B4-BE49-F238E27FC236}">
                            <a16:creationId xmlns:a16="http://schemas.microsoft.com/office/drawing/2014/main" id="{B2856916-50B6-4385-9C73-33A7DE200F18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Rechte verbindingslijn 129">
                        <a:extLst>
                          <a:ext uri="{FF2B5EF4-FFF2-40B4-BE49-F238E27FC236}">
                            <a16:creationId xmlns:a16="http://schemas.microsoft.com/office/drawing/2014/main" id="{AB1A8AAE-78B0-4E16-B78D-6C7207DBD7C9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Rechte verbindingslijn 130">
                        <a:extLst>
                          <a:ext uri="{FF2B5EF4-FFF2-40B4-BE49-F238E27FC236}">
                            <a16:creationId xmlns:a16="http://schemas.microsoft.com/office/drawing/2014/main" id="{9408CC6B-E0AF-4505-BA56-B63D4FB870D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16" name="Rechte verbindingslijn 115">
                    <a:extLst>
                      <a:ext uri="{FF2B5EF4-FFF2-40B4-BE49-F238E27FC236}">
                        <a16:creationId xmlns:a16="http://schemas.microsoft.com/office/drawing/2014/main" id="{D9FE084F-BD85-40E2-8791-6A2A768FDC0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Rechte verbindingslijn 116">
                    <a:extLst>
                      <a:ext uri="{FF2B5EF4-FFF2-40B4-BE49-F238E27FC236}">
                        <a16:creationId xmlns:a16="http://schemas.microsoft.com/office/drawing/2014/main" id="{258C6F44-C85C-4331-AC2D-11E5FAB9A6A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Rechte verbindingslijn 117">
                    <a:extLst>
                      <a:ext uri="{FF2B5EF4-FFF2-40B4-BE49-F238E27FC236}">
                        <a16:creationId xmlns:a16="http://schemas.microsoft.com/office/drawing/2014/main" id="{5EA16D86-E9C1-4CCB-ADCB-8D4C1EB93AA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Rechte verbindingslijn 118">
                    <a:extLst>
                      <a:ext uri="{FF2B5EF4-FFF2-40B4-BE49-F238E27FC236}">
                        <a16:creationId xmlns:a16="http://schemas.microsoft.com/office/drawing/2014/main" id="{ED5D0877-2DC0-4ACC-80C0-B51DDB4D0E8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0A75FAC8-0679-46A6-9ABE-5A93EB9731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21" name="Groep 120">
                    <a:extLst>
                      <a:ext uri="{FF2B5EF4-FFF2-40B4-BE49-F238E27FC236}">
                        <a16:creationId xmlns:a16="http://schemas.microsoft.com/office/drawing/2014/main" id="{061610D4-DB6A-41F2-878C-1168B7464B6E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122" name="Rechthoek 121">
                      <a:extLst>
                        <a:ext uri="{FF2B5EF4-FFF2-40B4-BE49-F238E27FC236}">
                          <a16:creationId xmlns:a16="http://schemas.microsoft.com/office/drawing/2014/main" id="{E174C5CF-6E26-4BFE-81AB-0F3D3935088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3" name="Rechthoek: afgeronde bovenhoeken 122">
                      <a:extLst>
                        <a:ext uri="{FF2B5EF4-FFF2-40B4-BE49-F238E27FC236}">
                          <a16:creationId xmlns:a16="http://schemas.microsoft.com/office/drawing/2014/main" id="{2E195A6C-619A-45FF-9648-F6D5EC3280B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" name="Gelijkbenige driehoek 123">
                      <a:extLst>
                        <a:ext uri="{FF2B5EF4-FFF2-40B4-BE49-F238E27FC236}">
                          <a16:creationId xmlns:a16="http://schemas.microsoft.com/office/drawing/2014/main" id="{E37011A6-DA25-4CB4-BC44-6364BA2AD2CB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03" name="Rechthoek 102">
                <a:extLst>
                  <a:ext uri="{FF2B5EF4-FFF2-40B4-BE49-F238E27FC236}">
                    <a16:creationId xmlns:a16="http://schemas.microsoft.com/office/drawing/2014/main" id="{5F904B88-744F-452E-87F0-7205E37ABDFE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104" name="ICOON_info">
                <a:extLst>
                  <a:ext uri="{FF2B5EF4-FFF2-40B4-BE49-F238E27FC236}">
                    <a16:creationId xmlns:a16="http://schemas.microsoft.com/office/drawing/2014/main" id="{637E9E26-A493-4BCF-98E6-A56BB95917AF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105" name="Ovaal 104">
                  <a:extLst>
                    <a:ext uri="{FF2B5EF4-FFF2-40B4-BE49-F238E27FC236}">
                      <a16:creationId xmlns:a16="http://schemas.microsoft.com/office/drawing/2014/main" id="{1D580A5D-D3FF-4BB0-8B72-4250133D9FFD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6" name="Graphic 163" descr="Informatie">
                  <a:extLst>
                    <a:ext uri="{FF2B5EF4-FFF2-40B4-BE49-F238E27FC236}">
                      <a16:creationId xmlns:a16="http://schemas.microsoft.com/office/drawing/2014/main" id="{F74266F3-88AD-4C61-B52D-B7D2D133F242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80" name="INSTRUCTIE">
              <a:extLst>
                <a:ext uri="{FF2B5EF4-FFF2-40B4-BE49-F238E27FC236}">
                  <a16:creationId xmlns:a16="http://schemas.microsoft.com/office/drawing/2014/main" id="{DD5E165D-DC45-4245-908D-6CB476AB89B2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5A753C5C-F0FC-42B2-A588-FEE9DB17F729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76829774-A30D-4810-B5E9-DA7AC6130C66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3" name="Rechthoek 82">
                <a:extLst>
                  <a:ext uri="{FF2B5EF4-FFF2-40B4-BE49-F238E27FC236}">
                    <a16:creationId xmlns:a16="http://schemas.microsoft.com/office/drawing/2014/main" id="{9DF69EEE-746B-412D-977C-F724A17AD0C5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84" name="Ovaal 83">
                <a:extLst>
                  <a:ext uri="{FF2B5EF4-FFF2-40B4-BE49-F238E27FC236}">
                    <a16:creationId xmlns:a16="http://schemas.microsoft.com/office/drawing/2014/main" id="{C2EB5319-8296-4C7D-A7CC-D2AD75A0D0FD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5" name="Rechthoek 84">
                <a:extLst>
                  <a:ext uri="{FF2B5EF4-FFF2-40B4-BE49-F238E27FC236}">
                    <a16:creationId xmlns:a16="http://schemas.microsoft.com/office/drawing/2014/main" id="{31DBA489-E8B9-4157-9DCD-3D3B86B724BF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C1814997-1673-41E4-BC09-AA514D52FE52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96" name="Rechthoek 95">
                  <a:extLst>
                    <a:ext uri="{FF2B5EF4-FFF2-40B4-BE49-F238E27FC236}">
                      <a16:creationId xmlns:a16="http://schemas.microsoft.com/office/drawing/2014/main" id="{FCFD399A-9DB6-442C-B63D-DD2971BC9C4B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97" name="Rechte verbindingslijn 96">
                  <a:extLst>
                    <a:ext uri="{FF2B5EF4-FFF2-40B4-BE49-F238E27FC236}">
                      <a16:creationId xmlns:a16="http://schemas.microsoft.com/office/drawing/2014/main" id="{41C3B35C-891A-4E5D-AB1E-916B3E2924BF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98" name="Gelijkbenige driehoek 97">
                  <a:extLst>
                    <a:ext uri="{FF2B5EF4-FFF2-40B4-BE49-F238E27FC236}">
                      <a16:creationId xmlns:a16="http://schemas.microsoft.com/office/drawing/2014/main" id="{C3131AF0-07CD-4946-B098-23FC11CC775C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7" name="Groep 86">
                <a:extLst>
                  <a:ext uri="{FF2B5EF4-FFF2-40B4-BE49-F238E27FC236}">
                    <a16:creationId xmlns:a16="http://schemas.microsoft.com/office/drawing/2014/main" id="{A4F20450-FD36-49D2-9374-7444B03A5B8C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93" name="Rechthoek 92">
                  <a:extLst>
                    <a:ext uri="{FF2B5EF4-FFF2-40B4-BE49-F238E27FC236}">
                      <a16:creationId xmlns:a16="http://schemas.microsoft.com/office/drawing/2014/main" id="{E54AF7F8-6218-4DB0-A04A-C6A33AFF719E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4" name="Rechthoek 93">
                  <a:extLst>
                    <a:ext uri="{FF2B5EF4-FFF2-40B4-BE49-F238E27FC236}">
                      <a16:creationId xmlns:a16="http://schemas.microsoft.com/office/drawing/2014/main" id="{A83C88D3-9D4D-45B3-8CF5-55717DD72625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5" name="Rechthoek 94">
                  <a:extLst>
                    <a:ext uri="{FF2B5EF4-FFF2-40B4-BE49-F238E27FC236}">
                      <a16:creationId xmlns:a16="http://schemas.microsoft.com/office/drawing/2014/main" id="{79DA98A2-4FD2-4AA5-A8BB-5C1B4812672B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82D214EA-DECF-45CD-A5FB-C655994169AB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12AE77C2-76A0-4486-BD2A-1952A78501C5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90" name="Groep 89">
                <a:extLst>
                  <a:ext uri="{FF2B5EF4-FFF2-40B4-BE49-F238E27FC236}">
                    <a16:creationId xmlns:a16="http://schemas.microsoft.com/office/drawing/2014/main" id="{FE7071E7-427A-4C59-AC6C-3DBDDFDB07AB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D53E4546-CC8C-4AA6-8F6D-90D31B0CE635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09B63EDE-03E1-4356-9A95-6D4A4C3433A9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36" name="Tijdelijke aanduiding voor tabel 16">
            <a:extLst>
              <a:ext uri="{FF2B5EF4-FFF2-40B4-BE49-F238E27FC236}">
                <a16:creationId xmlns:a16="http://schemas.microsoft.com/office/drawing/2014/main" id="{89E4726B-3DD0-4DFE-AD40-C9B88ADE1209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6319497" y="1776184"/>
            <a:ext cx="5391391" cy="4575174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</p:spTree>
    <p:extLst>
      <p:ext uri="{BB962C8B-B14F-4D97-AF65-F5344CB8AC3E}">
        <p14:creationId xmlns:p14="http://schemas.microsoft.com/office/powerpoint/2010/main" val="58772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714376"/>
            <a:ext cx="11160125" cy="86986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2CB6E363-810F-4273-949C-A7D72C07CE4F}"/>
              </a:ext>
            </a:extLst>
          </p:cNvPr>
          <p:cNvSpPr/>
          <p:nvPr userDrawn="1"/>
        </p:nvSpPr>
        <p:spPr>
          <a:xfrm>
            <a:off x="0" y="-429492"/>
            <a:ext cx="102072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TABLE</a:t>
            </a:r>
          </a:p>
        </p:txBody>
      </p:sp>
      <p:grpSp>
        <p:nvGrpSpPr>
          <p:cNvPr id="68" name="INSTRUCTIE">
            <a:extLst>
              <a:ext uri="{FF2B5EF4-FFF2-40B4-BE49-F238E27FC236}">
                <a16:creationId xmlns:a16="http://schemas.microsoft.com/office/drawing/2014/main" id="{0234D544-189B-4884-B0CA-40F0E3F386DC}"/>
              </a:ext>
            </a:extLst>
          </p:cNvPr>
          <p:cNvGrpSpPr/>
          <p:nvPr userDrawn="1"/>
        </p:nvGrpSpPr>
        <p:grpSpPr>
          <a:xfrm>
            <a:off x="-3786437" y="1"/>
            <a:ext cx="3693386" cy="6233352"/>
            <a:chOff x="-3786437" y="1"/>
            <a:chExt cx="3693386" cy="6233352"/>
          </a:xfrm>
        </p:grpSpPr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D96ACFEE-3E74-4A0F-82A4-B52866030924}"/>
                </a:ext>
              </a:extLst>
            </p:cNvPr>
            <p:cNvGrpSpPr/>
            <p:nvPr userDrawn="1"/>
          </p:nvGrpSpPr>
          <p:grpSpPr>
            <a:xfrm>
              <a:off x="-3786437" y="3752148"/>
              <a:ext cx="3693386" cy="2481205"/>
              <a:chOff x="-3786437" y="3752148"/>
              <a:chExt cx="3693386" cy="2481205"/>
            </a:xfrm>
          </p:grpSpPr>
          <p:sp>
            <p:nvSpPr>
              <p:cNvPr id="89" name="Rechthoek 88">
                <a:extLst>
                  <a:ext uri="{FF2B5EF4-FFF2-40B4-BE49-F238E27FC236}">
                    <a16:creationId xmlns:a16="http://schemas.microsoft.com/office/drawing/2014/main" id="{29D481FF-C6B3-4DF2-8278-99775BC8EE43}"/>
                  </a:ext>
                </a:extLst>
              </p:cNvPr>
              <p:cNvSpPr/>
              <p:nvPr userDrawn="1"/>
            </p:nvSpPr>
            <p:spPr>
              <a:xfrm>
                <a:off x="-3786165" y="3752148"/>
                <a:ext cx="3593091" cy="175260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 err="1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Graphic</a:t>
                </a: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data bewerken</a:t>
                </a:r>
              </a:p>
            </p:txBody>
          </p:sp>
          <p:sp>
            <p:nvSpPr>
              <p:cNvPr id="90" name="Ovaal 89">
                <a:extLst>
                  <a:ext uri="{FF2B5EF4-FFF2-40B4-BE49-F238E27FC236}">
                    <a16:creationId xmlns:a16="http://schemas.microsoft.com/office/drawing/2014/main" id="{7A2B02A4-9118-46B7-98CF-F6B40C97DC16}"/>
                  </a:ext>
                </a:extLst>
              </p:cNvPr>
              <p:cNvSpPr/>
              <p:nvPr userDrawn="1"/>
            </p:nvSpPr>
            <p:spPr>
              <a:xfrm>
                <a:off x="-3603587" y="4216746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7FFD4365-4A25-4D91-BF77-3F3E629D2D68}"/>
                  </a:ext>
                </a:extLst>
              </p:cNvPr>
              <p:cNvSpPr/>
              <p:nvPr userDrawn="1"/>
            </p:nvSpPr>
            <p:spPr>
              <a:xfrm>
                <a:off x="-3319415" y="4216747"/>
                <a:ext cx="2944682" cy="327689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Klik met de rechter muisknop op de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kies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‘Gegevens bewerken’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92" name="Groep 91">
                <a:extLst>
                  <a:ext uri="{FF2B5EF4-FFF2-40B4-BE49-F238E27FC236}">
                    <a16:creationId xmlns:a16="http://schemas.microsoft.com/office/drawing/2014/main" id="{D5015839-E1CC-4164-86FC-C92BE2CDC8F5}"/>
                  </a:ext>
                </a:extLst>
              </p:cNvPr>
              <p:cNvGrpSpPr/>
              <p:nvPr userDrawn="1"/>
            </p:nvGrpSpPr>
            <p:grpSpPr>
              <a:xfrm>
                <a:off x="-3314821" y="4656539"/>
                <a:ext cx="1495189" cy="563933"/>
                <a:chOff x="-3314821" y="3310415"/>
                <a:chExt cx="1495189" cy="563933"/>
              </a:xfrm>
            </p:grpSpPr>
            <p:sp>
              <p:nvSpPr>
                <p:cNvPr id="97" name="Rechthoek 96">
                  <a:extLst>
                    <a:ext uri="{FF2B5EF4-FFF2-40B4-BE49-F238E27FC236}">
                      <a16:creationId xmlns:a16="http://schemas.microsoft.com/office/drawing/2014/main" id="{AFD3EA65-8425-4335-8DC2-A42ADE0A32EF}"/>
                    </a:ext>
                  </a:extLst>
                </p:cNvPr>
                <p:cNvSpPr/>
                <p:nvPr userDrawn="1"/>
              </p:nvSpPr>
              <p:spPr>
                <a:xfrm>
                  <a:off x="-3314821" y="3310415"/>
                  <a:ext cx="1403797" cy="504851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1D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8" name="Rechthoek 97">
                  <a:extLst>
                    <a:ext uri="{FF2B5EF4-FFF2-40B4-BE49-F238E27FC236}">
                      <a16:creationId xmlns:a16="http://schemas.microsoft.com/office/drawing/2014/main" id="{DC6A3DD1-0591-4BF7-99BD-AE7827F003A4}"/>
                    </a:ext>
                  </a:extLst>
                </p:cNvPr>
                <p:cNvSpPr/>
                <p:nvPr userDrawn="1"/>
              </p:nvSpPr>
              <p:spPr>
                <a:xfrm>
                  <a:off x="-3304719" y="3564140"/>
                  <a:ext cx="1387813" cy="246608"/>
                </a:xfrm>
                <a:prstGeom prst="rect">
                  <a:avLst/>
                </a:prstGeom>
                <a:solidFill>
                  <a:srgbClr val="FCE4D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Tekstvak 98">
                  <a:extLst>
                    <a:ext uri="{FF2B5EF4-FFF2-40B4-BE49-F238E27FC236}">
                      <a16:creationId xmlns:a16="http://schemas.microsoft.com/office/drawing/2014/main" id="{0D549732-956C-47F6-84B9-C6EA0398CF2F}"/>
                    </a:ext>
                  </a:extLst>
                </p:cNvPr>
                <p:cNvSpPr txBox="1"/>
                <p:nvPr userDrawn="1"/>
              </p:nvSpPr>
              <p:spPr>
                <a:xfrm>
                  <a:off x="-3122115" y="3369117"/>
                  <a:ext cx="1258624" cy="13749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Grafiektype wijzigen</a:t>
                  </a:r>
                </a:p>
              </p:txBody>
            </p:sp>
            <p:sp>
              <p:nvSpPr>
                <p:cNvPr id="100" name="Tekstvak 99">
                  <a:extLst>
                    <a:ext uri="{FF2B5EF4-FFF2-40B4-BE49-F238E27FC236}">
                      <a16:creationId xmlns:a16="http://schemas.microsoft.com/office/drawing/2014/main" id="{FFD6CACD-C828-4186-9ADB-D4193519863C}"/>
                    </a:ext>
                  </a:extLst>
                </p:cNvPr>
                <p:cNvSpPr txBox="1"/>
                <p:nvPr userDrawn="1"/>
              </p:nvSpPr>
              <p:spPr>
                <a:xfrm>
                  <a:off x="-3115840" y="3624236"/>
                  <a:ext cx="1296208" cy="12641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noAutofit/>
                </a:bodyPr>
                <a:lstStyle/>
                <a:p>
                  <a:pPr marL="0" algn="l" defTabSz="1217512" rtl="0" eaLnBrk="1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kern="1200" noProof="0">
                      <a:solidFill>
                        <a:srgbClr val="211F26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Gegevens bewerken</a:t>
                  </a:r>
                </a:p>
              </p:txBody>
            </p:sp>
            <p:sp>
              <p:nvSpPr>
                <p:cNvPr id="101" name="Vrije vorm: vorm 100">
                  <a:extLst>
                    <a:ext uri="{FF2B5EF4-FFF2-40B4-BE49-F238E27FC236}">
                      <a16:creationId xmlns:a16="http://schemas.microsoft.com/office/drawing/2014/main" id="{AEF53839-8447-41F6-B8D7-C1FC9E030BF0}"/>
                    </a:ext>
                  </a:extLst>
                </p:cNvPr>
                <p:cNvSpPr/>
                <p:nvPr userDrawn="1"/>
              </p:nvSpPr>
              <p:spPr>
                <a:xfrm>
                  <a:off x="-1959834" y="3694348"/>
                  <a:ext cx="97562" cy="180000"/>
                </a:xfrm>
                <a:custGeom>
                  <a:avLst/>
                  <a:gdLst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41194 w 880280"/>
                    <a:gd name="connsiteY2" fmla="*/ 96899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27546 w 880280"/>
                    <a:gd name="connsiteY2" fmla="*/ 975815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00250 w 880280"/>
                    <a:gd name="connsiteY2" fmla="*/ 1003111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25438 w 880280"/>
                    <a:gd name="connsiteY5" fmla="*/ 928048 h 1624084"/>
                    <a:gd name="connsiteX6" fmla="*/ 511791 w 880280"/>
                    <a:gd name="connsiteY6" fmla="*/ 900753 h 1624084"/>
                    <a:gd name="connsiteX7" fmla="*/ 880280 w 880280"/>
                    <a:gd name="connsiteY7" fmla="*/ 893929 h 1624084"/>
                    <a:gd name="connsiteX8" fmla="*/ 0 w 880280"/>
                    <a:gd name="connsiteY8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511791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  <a:gd name="connsiteX0" fmla="*/ 0 w 880280"/>
                    <a:gd name="connsiteY0" fmla="*/ 0 h 1624084"/>
                    <a:gd name="connsiteX1" fmla="*/ 0 w 880280"/>
                    <a:gd name="connsiteY1" fmla="*/ 1262418 h 1624084"/>
                    <a:gd name="connsiteX2" fmla="*/ 313898 w 880280"/>
                    <a:gd name="connsiteY2" fmla="*/ 996287 h 1624084"/>
                    <a:gd name="connsiteX3" fmla="*/ 620973 w 880280"/>
                    <a:gd name="connsiteY3" fmla="*/ 1624084 h 1624084"/>
                    <a:gd name="connsiteX4" fmla="*/ 839337 w 880280"/>
                    <a:gd name="connsiteY4" fmla="*/ 1480782 h 1624084"/>
                    <a:gd name="connsiteX5" fmla="*/ 498144 w 880280"/>
                    <a:gd name="connsiteY5" fmla="*/ 900753 h 1624084"/>
                    <a:gd name="connsiteX6" fmla="*/ 880280 w 880280"/>
                    <a:gd name="connsiteY6" fmla="*/ 893929 h 1624084"/>
                    <a:gd name="connsiteX7" fmla="*/ 0 w 880280"/>
                    <a:gd name="connsiteY7" fmla="*/ 0 h 162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80280" h="1624084">
                      <a:moveTo>
                        <a:pt x="0" y="0"/>
                      </a:moveTo>
                      <a:lnTo>
                        <a:pt x="0" y="1262418"/>
                      </a:lnTo>
                      <a:lnTo>
                        <a:pt x="313898" y="996287"/>
                      </a:lnTo>
                      <a:lnTo>
                        <a:pt x="620973" y="1624084"/>
                      </a:lnTo>
                      <a:lnTo>
                        <a:pt x="839337" y="1480782"/>
                      </a:lnTo>
                      <a:lnTo>
                        <a:pt x="498144" y="900753"/>
                      </a:lnTo>
                      <a:lnTo>
                        <a:pt x="880280" y="893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2" name="Groep 101">
                  <a:extLst>
                    <a:ext uri="{FF2B5EF4-FFF2-40B4-BE49-F238E27FC236}">
                      <a16:creationId xmlns:a16="http://schemas.microsoft.com/office/drawing/2014/main" id="{CE73A4C5-81B4-4E72-8838-3081A4387E53}"/>
                    </a:ext>
                  </a:extLst>
                </p:cNvPr>
                <p:cNvGrpSpPr/>
                <p:nvPr userDrawn="1"/>
              </p:nvGrpSpPr>
              <p:grpSpPr>
                <a:xfrm>
                  <a:off x="-3261976" y="3361742"/>
                  <a:ext cx="139861" cy="152244"/>
                  <a:chOff x="12574450" y="6053892"/>
                  <a:chExt cx="169232" cy="184215"/>
                </a:xfrm>
              </p:grpSpPr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382A52DE-14E8-49D7-930D-794751AF675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574450" y="6111529"/>
                    <a:ext cx="46293" cy="126577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3" name="Rechthoek 122">
                    <a:extLst>
                      <a:ext uri="{FF2B5EF4-FFF2-40B4-BE49-F238E27FC236}">
                        <a16:creationId xmlns:a16="http://schemas.microsoft.com/office/drawing/2014/main" id="{6DB90010-F51C-427D-B3AF-C56E2004D51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35427" y="6053892"/>
                    <a:ext cx="46293" cy="184215"/>
                  </a:xfrm>
                  <a:prstGeom prst="rect">
                    <a:avLst/>
                  </a:prstGeom>
                  <a:solidFill>
                    <a:srgbClr val="EDC87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4" name="Rechthoek 123">
                    <a:extLst>
                      <a:ext uri="{FF2B5EF4-FFF2-40B4-BE49-F238E27FC236}">
                        <a16:creationId xmlns:a16="http://schemas.microsoft.com/office/drawing/2014/main" id="{305DC0F8-0517-4D4A-A5E7-599CB2B1E7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697389" y="6094907"/>
                    <a:ext cx="46293" cy="143200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0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3" name="Groep 102">
                  <a:extLst>
                    <a:ext uri="{FF2B5EF4-FFF2-40B4-BE49-F238E27FC236}">
                      <a16:creationId xmlns:a16="http://schemas.microsoft.com/office/drawing/2014/main" id="{B8223D4F-714B-4BD1-9023-64A7283D70AC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35199"/>
                  <a:ext cx="168905" cy="104490"/>
                  <a:chOff x="-3261070" y="3620931"/>
                  <a:chExt cx="193920" cy="119965"/>
                </a:xfrm>
              </p:grpSpPr>
              <p:sp>
                <p:nvSpPr>
                  <p:cNvPr id="104" name="Rechthoek 103">
                    <a:extLst>
                      <a:ext uri="{FF2B5EF4-FFF2-40B4-BE49-F238E27FC236}">
                        <a16:creationId xmlns:a16="http://schemas.microsoft.com/office/drawing/2014/main" id="{ADB20AC8-15D5-4563-A96D-F621801629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43881"/>
                    <a:ext cx="142985" cy="95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05" name="Groep 104">
                    <a:extLst>
                      <a:ext uri="{FF2B5EF4-FFF2-40B4-BE49-F238E27FC236}">
                        <a16:creationId xmlns:a16="http://schemas.microsoft.com/office/drawing/2014/main" id="{ADDFE956-46C8-433D-BC53-8AA8C7B6B8E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261070" y="3622063"/>
                    <a:ext cx="141113" cy="117345"/>
                    <a:chOff x="1094874" y="-878306"/>
                    <a:chExt cx="867364" cy="613611"/>
                  </a:xfrm>
                </p:grpSpPr>
                <p:cxnSp>
                  <p:nvCxnSpPr>
                    <p:cNvPr id="115" name="Rechte verbindingslijn 114">
                      <a:extLst>
                        <a:ext uri="{FF2B5EF4-FFF2-40B4-BE49-F238E27FC236}">
                          <a16:creationId xmlns:a16="http://schemas.microsoft.com/office/drawing/2014/main" id="{09881C58-FEC2-4A91-8D06-DA6DD43E948B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094874" y="-878305"/>
                      <a:ext cx="0" cy="61361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Rechte verbindingslijn 115">
                      <a:extLst>
                        <a:ext uri="{FF2B5EF4-FFF2-40B4-BE49-F238E27FC236}">
                          <a16:creationId xmlns:a16="http://schemas.microsoft.com/office/drawing/2014/main" id="{52B1EEBB-446B-4433-9200-30594591404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962238" y="-878306"/>
                      <a:ext cx="0" cy="613611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7" name="Groep 116">
                      <a:extLst>
                        <a:ext uri="{FF2B5EF4-FFF2-40B4-BE49-F238E27FC236}">
                          <a16:creationId xmlns:a16="http://schemas.microsoft.com/office/drawing/2014/main" id="{EF1EC329-3439-4427-9A4E-D1BD4FBA1F8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270535" y="-878306"/>
                      <a:ext cx="526983" cy="613611"/>
                      <a:chOff x="1270535" y="-745959"/>
                      <a:chExt cx="526983" cy="481264"/>
                    </a:xfrm>
                  </p:grpSpPr>
                  <p:cxnSp>
                    <p:nvCxnSpPr>
                      <p:cNvPr id="118" name="Rechte verbindingslijn 117">
                        <a:extLst>
                          <a:ext uri="{FF2B5EF4-FFF2-40B4-BE49-F238E27FC236}">
                            <a16:creationId xmlns:a16="http://schemas.microsoft.com/office/drawing/2014/main" id="{B973B926-228C-4B90-9333-5CDF6BC7A6E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446196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BC0A888F-576B-47FE-B03C-07D1760FD7A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270535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3C1668A8-110B-4B9B-8C31-970629666D1D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621857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8DDE7D0A-45E0-4330-A5A3-BEB6739BF225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797518" y="-745959"/>
                        <a:ext cx="0" cy="481264"/>
                      </a:xfrm>
                      <a:prstGeom prst="line">
                        <a:avLst/>
                      </a:prstGeom>
                      <a:ln w="3175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105F4FD1-B876-4033-B580-4944887A1FD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0471" y="3739408"/>
                    <a:ext cx="143329" cy="0"/>
                  </a:xfrm>
                  <a:prstGeom prst="line">
                    <a:avLst/>
                  </a:prstGeom>
                  <a:ln w="6350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Rechte verbindingslijn 106">
                    <a:extLst>
                      <a:ext uri="{FF2B5EF4-FFF2-40B4-BE49-F238E27FC236}">
                        <a16:creationId xmlns:a16="http://schemas.microsoft.com/office/drawing/2014/main" id="{E095657C-1391-4627-8E4E-B48AD03C28C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713352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Rechte verbindingslijn 107">
                    <a:extLst>
                      <a:ext uri="{FF2B5EF4-FFF2-40B4-BE49-F238E27FC236}">
                        <a16:creationId xmlns:a16="http://schemas.microsoft.com/office/drawing/2014/main" id="{B93379A4-947F-413B-BB47-5B2916F4F66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89677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1259E15A-516F-4B29-9590-700FE08F5F1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261070" y="3663621"/>
                    <a:ext cx="142893" cy="0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Rechthoek 109">
                    <a:extLst>
                      <a:ext uri="{FF2B5EF4-FFF2-40B4-BE49-F238E27FC236}">
                        <a16:creationId xmlns:a16="http://schemas.microsoft.com/office/drawing/2014/main" id="{D157E865-7321-4984-88D9-6E9BD6A060C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261070" y="3620931"/>
                    <a:ext cx="142893" cy="24910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68A5EDEF-A3B7-4D6B-9CDA-EE36AFA6A323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-3158000" y="3650045"/>
                    <a:ext cx="34350" cy="147351"/>
                    <a:chOff x="3148392" y="-836646"/>
                    <a:chExt cx="132124" cy="596095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4DAD7C11-1E3E-4AFE-9E90-0CD097C086F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632" y="-725510"/>
                      <a:ext cx="131884" cy="281356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C7C274C2-FFB4-4EA4-851E-9669C826080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48556" y="-836646"/>
                      <a:ext cx="131882" cy="87614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B5E1C0EE-8722-495B-8280-98B5879C4687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48392" y="-420304"/>
                      <a:ext cx="131887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sz="240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05906D92-23F9-49FA-8E9F-FA5AD7BACC20}"/>
                  </a:ext>
                </a:extLst>
              </p:cNvPr>
              <p:cNvSpPr/>
              <p:nvPr userDrawn="1"/>
            </p:nvSpPr>
            <p:spPr>
              <a:xfrm>
                <a:off x="-3786437" y="5405353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naar de instructie dia </a:t>
                </a:r>
                <a:r>
                  <a:rPr lang="nl-NL" sz="1200" b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 vind je vooraan de presentatie of voeg je in via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nl-NL" sz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nl-NL" sz="1200" i="1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‘Nieuwe dia’</a:t>
                </a:r>
              </a:p>
            </p:txBody>
          </p:sp>
          <p:grpSp>
            <p:nvGrpSpPr>
              <p:cNvPr id="94" name="ICOON_info">
                <a:extLst>
                  <a:ext uri="{FF2B5EF4-FFF2-40B4-BE49-F238E27FC236}">
                    <a16:creationId xmlns:a16="http://schemas.microsoft.com/office/drawing/2014/main" id="{30463973-5819-4263-9B7B-E02A10754D05}"/>
                  </a:ext>
                </a:extLst>
              </p:cNvPr>
              <p:cNvGrpSpPr/>
              <p:nvPr userDrawn="1"/>
            </p:nvGrpSpPr>
            <p:grpSpPr>
              <a:xfrm>
                <a:off x="-376736" y="5269335"/>
                <a:ext cx="283685" cy="283685"/>
                <a:chOff x="-510741" y="5913713"/>
                <a:chExt cx="267555" cy="267555"/>
              </a:xfrm>
            </p:grpSpPr>
            <p:sp>
              <p:nvSpPr>
                <p:cNvPr id="95" name="Ovaal 94">
                  <a:extLst>
                    <a:ext uri="{FF2B5EF4-FFF2-40B4-BE49-F238E27FC236}">
                      <a16:creationId xmlns:a16="http://schemas.microsoft.com/office/drawing/2014/main" id="{E10DD3EB-E689-495E-B9D8-E3D94DA83DD7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6" name="Graphic 163" descr="Informatie">
                  <a:extLst>
                    <a:ext uri="{FF2B5EF4-FFF2-40B4-BE49-F238E27FC236}">
                      <a16:creationId xmlns:a16="http://schemas.microsoft.com/office/drawing/2014/main" id="{7EE336EE-0157-406C-BB4F-B9632A80B9BD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0" name="INSTRUCTIE">
              <a:extLst>
                <a:ext uri="{FF2B5EF4-FFF2-40B4-BE49-F238E27FC236}">
                  <a16:creationId xmlns:a16="http://schemas.microsoft.com/office/drawing/2014/main" id="{3FE8834D-8107-496B-852C-A737EF4C6092}"/>
                </a:ext>
              </a:extLst>
            </p:cNvPr>
            <p:cNvGrpSpPr/>
            <p:nvPr userDrawn="1"/>
          </p:nvGrpSpPr>
          <p:grpSpPr>
            <a:xfrm>
              <a:off x="-3786165" y="1"/>
              <a:ext cx="3593091" cy="3570215"/>
              <a:chOff x="-3786165" y="1"/>
              <a:chExt cx="3593091" cy="3570215"/>
            </a:xfrm>
          </p:grpSpPr>
          <p:sp>
            <p:nvSpPr>
              <p:cNvPr id="71" name="Rechthoek 70">
                <a:extLst>
                  <a:ext uri="{FF2B5EF4-FFF2-40B4-BE49-F238E27FC236}">
                    <a16:creationId xmlns:a16="http://schemas.microsoft.com/office/drawing/2014/main" id="{DA78FC21-5B7D-47C6-82CF-2FC0AEDFEA55}"/>
                  </a:ext>
                </a:extLst>
              </p:cNvPr>
              <p:cNvSpPr/>
              <p:nvPr userDrawn="1"/>
            </p:nvSpPr>
            <p:spPr>
              <a:xfrm>
                <a:off x="-3786165" y="1"/>
                <a:ext cx="3593091" cy="357021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400" b="1" cap="all" baseline="0" noProof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Grafiek invoegen/opmaken</a:t>
                </a:r>
              </a:p>
            </p:txBody>
          </p:sp>
          <p:sp>
            <p:nvSpPr>
              <p:cNvPr id="72" name="Ovaal 71">
                <a:extLst>
                  <a:ext uri="{FF2B5EF4-FFF2-40B4-BE49-F238E27FC236}">
                    <a16:creationId xmlns:a16="http://schemas.microsoft.com/office/drawing/2014/main" id="{4BDA4D97-6502-4A2A-9731-DA42254E2277}"/>
                  </a:ext>
                </a:extLst>
              </p:cNvPr>
              <p:cNvSpPr/>
              <p:nvPr userDrawn="1"/>
            </p:nvSpPr>
            <p:spPr>
              <a:xfrm>
                <a:off x="-3603587" y="46532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E307DB95-8810-44B5-912E-D0F031E4BDB4}"/>
                  </a:ext>
                </a:extLst>
              </p:cNvPr>
              <p:cNvSpPr/>
              <p:nvPr userDrawn="1"/>
            </p:nvSpPr>
            <p:spPr>
              <a:xfrm>
                <a:off x="-3319415" y="465324"/>
                <a:ext cx="2944682" cy="65802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Wanneer nodig, verwijder de bestaande grafiek d.m.v. de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‘Backspace toets’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Klik op het pictogram om een nieuwe grafiek in te voegen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(zie onderstaand voorbeeld)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74" name="Ovaal 73">
                <a:extLst>
                  <a:ext uri="{FF2B5EF4-FFF2-40B4-BE49-F238E27FC236}">
                    <a16:creationId xmlns:a16="http://schemas.microsoft.com/office/drawing/2014/main" id="{851693E7-38E2-48C7-8A6B-E71BAF04D111}"/>
                  </a:ext>
                </a:extLst>
              </p:cNvPr>
              <p:cNvSpPr/>
              <p:nvPr userDrawn="1"/>
            </p:nvSpPr>
            <p:spPr>
              <a:xfrm>
                <a:off x="-3603587" y="172970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0D5FDFF2-509D-4FDF-98DB-DD858AD4FAA5}"/>
                  </a:ext>
                </a:extLst>
              </p:cNvPr>
              <p:cNvSpPr/>
              <p:nvPr userDrawn="1"/>
            </p:nvSpPr>
            <p:spPr>
              <a:xfrm>
                <a:off x="-3319415" y="1729710"/>
                <a:ext cx="2944682" cy="326338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Selecteer de gewenste grafiek</a:t>
                </a:r>
                <a:b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en klik op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‘Invoegen’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BEBACDE7-7EF5-4D2B-B51F-A1622AEA51D1}"/>
                  </a:ext>
                </a:extLst>
              </p:cNvPr>
              <p:cNvGrpSpPr/>
              <p:nvPr userDrawn="1"/>
            </p:nvGrpSpPr>
            <p:grpSpPr>
              <a:xfrm>
                <a:off x="-3311319" y="2164285"/>
                <a:ext cx="825500" cy="209550"/>
                <a:chOff x="13504624" y="2482850"/>
                <a:chExt cx="825500" cy="209550"/>
              </a:xfrm>
            </p:grpSpPr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3E27B5F6-8F9D-472B-AE71-64F7EFE349B8}"/>
                    </a:ext>
                  </a:extLst>
                </p:cNvPr>
                <p:cNvSpPr/>
                <p:nvPr userDrawn="1"/>
              </p:nvSpPr>
              <p:spPr>
                <a:xfrm>
                  <a:off x="13504624" y="2482850"/>
                  <a:ext cx="825500" cy="209550"/>
                </a:xfrm>
                <a:prstGeom prst="rect">
                  <a:avLst/>
                </a:prstGeom>
                <a:solidFill>
                  <a:srgbClr val="E5F1FB"/>
                </a:solidFill>
                <a:ln w="12700">
                  <a:solidFill>
                    <a:srgbClr val="0B7ED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nl-NL" sz="9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Invoegen</a:t>
                  </a:r>
                </a:p>
              </p:txBody>
            </p:sp>
            <p:cxnSp>
              <p:nvCxnSpPr>
                <p:cNvPr id="87" name="Rechte verbindingslijn 86">
                  <a:extLst>
                    <a:ext uri="{FF2B5EF4-FFF2-40B4-BE49-F238E27FC236}">
                      <a16:creationId xmlns:a16="http://schemas.microsoft.com/office/drawing/2014/main" id="{C04E2F86-C30C-45F7-BA9F-9F13EEA743A6}"/>
                    </a:ext>
                  </a:extLst>
                </p:cNvPr>
                <p:cNvCxnSpPr/>
                <p:nvPr userDrawn="1"/>
              </p:nvCxnSpPr>
              <p:spPr>
                <a:xfrm>
                  <a:off x="14155269" y="2515250"/>
                  <a:ext cx="0" cy="14271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44546A"/>
                  </a:solidFill>
                  <a:prstDash val="solid"/>
                </a:ln>
                <a:effectLst/>
              </p:spPr>
            </p:cxnSp>
            <p:sp>
              <p:nvSpPr>
                <p:cNvPr id="88" name="Gelijkbenige driehoek 87">
                  <a:extLst>
                    <a:ext uri="{FF2B5EF4-FFF2-40B4-BE49-F238E27FC236}">
                      <a16:creationId xmlns:a16="http://schemas.microsoft.com/office/drawing/2014/main" id="{AECCAE51-71CD-4A8B-9E1F-2F1720AC2AB0}"/>
                    </a:ext>
                  </a:extLst>
                </p:cNvPr>
                <p:cNvSpPr/>
                <p:nvPr userDrawn="1"/>
              </p:nvSpPr>
              <p:spPr>
                <a:xfrm rot="10800000">
                  <a:off x="14196089" y="2566904"/>
                  <a:ext cx="86866" cy="5114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F7E8558E-7ADF-4F3C-B421-D49622567934}"/>
                  </a:ext>
                </a:extLst>
              </p:cNvPr>
              <p:cNvGrpSpPr/>
              <p:nvPr userDrawn="1"/>
            </p:nvGrpSpPr>
            <p:grpSpPr>
              <a:xfrm>
                <a:off x="-3316599" y="1232480"/>
                <a:ext cx="289372" cy="314992"/>
                <a:chOff x="7322769" y="-310267"/>
                <a:chExt cx="289372" cy="314992"/>
              </a:xfrm>
            </p:grpSpPr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5FD9310-0535-40A2-8F22-23047F9A700F}"/>
                    </a:ext>
                  </a:extLst>
                </p:cNvPr>
                <p:cNvSpPr/>
                <p:nvPr userDrawn="1"/>
              </p:nvSpPr>
              <p:spPr>
                <a:xfrm>
                  <a:off x="7322769" y="-211712"/>
                  <a:ext cx="79156" cy="21643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2070FF47-F887-47F6-8D28-35292E419008}"/>
                    </a:ext>
                  </a:extLst>
                </p:cNvPr>
                <p:cNvSpPr/>
                <p:nvPr userDrawn="1"/>
              </p:nvSpPr>
              <p:spPr>
                <a:xfrm>
                  <a:off x="7427035" y="-310267"/>
                  <a:ext cx="79156" cy="314992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34F269C9-E577-4823-A9F8-59BB3C1690D4}"/>
                    </a:ext>
                  </a:extLst>
                </p:cNvPr>
                <p:cNvSpPr/>
                <p:nvPr userDrawn="1"/>
              </p:nvSpPr>
              <p:spPr>
                <a:xfrm>
                  <a:off x="7532985" y="-240134"/>
                  <a:ext cx="79156" cy="244859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6033094D-6277-433C-A382-72A2B528D76F}"/>
                  </a:ext>
                </a:extLst>
              </p:cNvPr>
              <p:cNvSpPr/>
              <p:nvPr userDrawn="1"/>
            </p:nvSpPr>
            <p:spPr>
              <a:xfrm>
                <a:off x="-3603587" y="255560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5575D980-2F59-49C5-8FA8-B01EC9DAB3CF}"/>
                  </a:ext>
                </a:extLst>
              </p:cNvPr>
              <p:cNvSpPr/>
              <p:nvPr userDrawn="1"/>
            </p:nvSpPr>
            <p:spPr>
              <a:xfrm>
                <a:off x="-3319415" y="2555610"/>
                <a:ext cx="2944682" cy="47686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Verander de opmaak van de grafiek door onderdelen van de grafiek aan te klikken en naar de tab </a:t>
                </a:r>
                <a:r>
                  <a:rPr kumimoji="0" lang="nl-NL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‘Opmaak’ </a:t>
                </a:r>
                <a:r>
                  <a:rPr kumimoji="0" lang="nl-NL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 gaan. </a:t>
                </a:r>
              </a:p>
            </p:txBody>
          </p: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F5C2B810-68D2-4331-8191-524382DDCB44}"/>
                  </a:ext>
                </a:extLst>
              </p:cNvPr>
              <p:cNvGrpSpPr/>
              <p:nvPr userDrawn="1"/>
            </p:nvGrpSpPr>
            <p:grpSpPr>
              <a:xfrm>
                <a:off x="-3312582" y="3144513"/>
                <a:ext cx="576000" cy="246597"/>
                <a:chOff x="-3312582" y="1060763"/>
                <a:chExt cx="576000" cy="246597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366A6260-10ED-4DC1-971F-7EA78E245B35}"/>
                    </a:ext>
                  </a:extLst>
                </p:cNvPr>
                <p:cNvSpPr/>
                <p:nvPr userDrawn="1"/>
              </p:nvSpPr>
              <p:spPr>
                <a:xfrm>
                  <a:off x="-3312582" y="1060763"/>
                  <a:ext cx="576000" cy="215451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nl-NL" sz="1050" b="1" noProof="0">
                      <a:solidFill>
                        <a:srgbClr val="B74629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Opmaak</a:t>
                  </a: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4593C876-BF69-4D13-BF86-B6F4836C7570}"/>
                    </a:ext>
                  </a:extLst>
                </p:cNvPr>
                <p:cNvSpPr/>
                <p:nvPr userDrawn="1"/>
              </p:nvSpPr>
              <p:spPr>
                <a:xfrm>
                  <a:off x="-3312582" y="1280189"/>
                  <a:ext cx="576000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65" name="Tijdelijke aanduiding voor tabel 16">
            <a:extLst>
              <a:ext uri="{FF2B5EF4-FFF2-40B4-BE49-F238E27FC236}">
                <a16:creationId xmlns:a16="http://schemas.microsoft.com/office/drawing/2014/main" id="{3E859572-DFB8-4856-AFE7-CAB06FA95306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515938" y="1784517"/>
            <a:ext cx="11160124" cy="4555958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F6879-A3AD-58DD-09C0-621DCEA1985B}"/>
              </a:ext>
            </a:extLst>
          </p:cNvPr>
          <p:cNvSpPr txBox="1"/>
          <p:nvPr userDrawn="1"/>
        </p:nvSpPr>
        <p:spPr>
          <a:xfrm>
            <a:off x="1381760" y="-2448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179789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IMAGE + TEX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2C26AAE2-9E04-4B1D-8D29-B241110075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3429000"/>
          </a:xfrm>
          <a:solidFill>
            <a:schemeClr val="bg1">
              <a:lumMod val="95000"/>
            </a:schemeClr>
          </a:solidFill>
        </p:spPr>
        <p:txBody>
          <a:bodyPr tIns="0" bIns="1080000" anchor="ctr" anchorCtr="0"/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778283"/>
            <a:ext cx="11160125" cy="874689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0383" y="7082809"/>
            <a:ext cx="2933400" cy="151790"/>
          </a:xfrm>
        </p:spPr>
        <p:txBody>
          <a:bodyPr/>
          <a:lstStyle/>
          <a:p>
            <a:fld id="{731CD031-FC28-41D7-9493-FCE2B056A56B}" type="datetime4">
              <a:rPr lang="nl-NL" noProof="0" smtClean="0"/>
              <a:t>3 september 2026</a:t>
            </a:fld>
            <a:endParaRPr lang="nl-NL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7082809"/>
            <a:ext cx="4114800" cy="15179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03" y="7082809"/>
            <a:ext cx="284597" cy="151790"/>
          </a:xfrm>
        </p:spPr>
        <p:txBody>
          <a:bodyPr/>
          <a:lstStyle/>
          <a:p>
            <a:fld id="{D7B5DC5B-6873-43DB-ADC7-B15ACCE0DFDB}" type="slidenum">
              <a:rPr lang="nl-NL" noProof="0" smtClean="0"/>
              <a:t>‹nr.›</a:t>
            </a:fld>
            <a:endParaRPr lang="nl-NL" noProof="0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5682581D-A08E-4726-919C-43E290CAC50C}"/>
              </a:ext>
            </a:extLst>
          </p:cNvPr>
          <p:cNvSpPr/>
          <p:nvPr userDrawn="1"/>
        </p:nvSpPr>
        <p:spPr>
          <a:xfrm>
            <a:off x="0" y="-429492"/>
            <a:ext cx="523348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50% image - 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text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 (</a:t>
            </a:r>
            <a:r>
              <a:rPr lang="nl-NL" sz="2400" b="1" cap="all" baseline="0" noProof="0" err="1">
                <a:solidFill>
                  <a:schemeClr val="accent2"/>
                </a:solidFill>
                <a:latin typeface="+mj-lt"/>
              </a:rPr>
              <a:t>horizontal</a:t>
            </a:r>
            <a:r>
              <a:rPr lang="nl-NL" sz="2400" b="1" cap="all" baseline="0" noProof="0">
                <a:solidFill>
                  <a:schemeClr val="accent2"/>
                </a:solidFill>
                <a:latin typeface="+mj-lt"/>
              </a:rPr>
              <a:t>)</a:t>
            </a:r>
          </a:p>
        </p:txBody>
      </p:sp>
      <p:sp>
        <p:nvSpPr>
          <p:cNvPr id="10" name="Tijdelijke aanduiding voor verticale tekst 2">
            <a:extLst>
              <a:ext uri="{FF2B5EF4-FFF2-40B4-BE49-F238E27FC236}">
                <a16:creationId xmlns:a16="http://schemas.microsoft.com/office/drawing/2014/main" id="{2385E53E-BBEF-4C9A-9E57-4CDDADCF931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15938" y="5007304"/>
            <a:ext cx="11160124" cy="1128713"/>
          </a:xfrm>
        </p:spPr>
        <p:txBody>
          <a:bodyPr vert="horz" numCol="2" spcCol="180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heading</a:t>
            </a:r>
            <a:r>
              <a:rPr lang="nl-NL" noProof="0" dirty="0"/>
              <a:t> #2</a:t>
            </a:r>
          </a:p>
        </p:txBody>
      </p:sp>
      <p:grpSp>
        <p:nvGrpSpPr>
          <p:cNvPr id="12" name="INSTRUCTIE">
            <a:extLst>
              <a:ext uri="{FF2B5EF4-FFF2-40B4-BE49-F238E27FC236}">
                <a16:creationId xmlns:a16="http://schemas.microsoft.com/office/drawing/2014/main" id="{A6A01F48-22A8-46D9-BB60-296185B5EC3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54653F47-A192-409F-9748-3B6CF56F502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Tekstniveaus kiezen</a:t>
              </a: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EE483A7-1855-4D7B-B90D-52BC5F548C6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807FE15D-31A4-4760-8AE2-35698AAF021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3F689252-2E5A-45A6-95FD-9BECCB8DE42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AF72EB45-D609-4280-8A57-2AD423A6D74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F717158-F134-49D0-A3E9-289F86F8DCEE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6B9D1AF5-F23F-4563-A75A-9C8484EF0581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4873520F-395B-45DF-9602-95E134EDBC1B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9EAE3A2F-8A56-470B-955D-E43C0C7BFA2A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A47CA680-F93D-4DC1-A5DD-125256771E8B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DC6BEF87-9AD1-4437-938B-D9A53915AB9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5768293D-1D7D-48F6-BFF0-82AFC4329027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#1</a:t>
              </a: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804187FC-D120-4C6A-9E3C-57980E3DE96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30E5679-FE83-4F09-8D74-4C2D3BE8560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8CF81E9B-8CCB-404D-91CF-AC3EF26A843A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8721B581-ADF7-4899-99C5-DAADECAC8504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+mj-lt"/>
                <a:buAutoNum type="alphaU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A0B9AAC5-2FBA-4AB1-8996-5D90DAFF4FE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EFDD03EC-A90A-42E4-9EC1-8441C45C2EBB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4508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6BA5C1F0-F93A-40F2-BD4A-42FF3B17C57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0530CBC4-1455-4824-BF8D-E0AFDE79583D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0" cap="all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Kop #2</a:t>
              </a:r>
            </a:p>
          </p:txBody>
        </p:sp>
        <p:sp>
          <p:nvSpPr>
            <p:cNvPr id="33" name="Rechthoek 32">
              <a:extLst>
                <a:ext uri="{FF2B5EF4-FFF2-40B4-BE49-F238E27FC236}">
                  <a16:creationId xmlns:a16="http://schemas.microsoft.com/office/drawing/2014/main" id="{B27843EF-B8EE-408E-8222-CD988A51F71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grpSp>
          <p:nvGrpSpPr>
            <p:cNvPr id="34" name="ICOON_info">
              <a:extLst>
                <a:ext uri="{FF2B5EF4-FFF2-40B4-BE49-F238E27FC236}">
                  <a16:creationId xmlns:a16="http://schemas.microsoft.com/office/drawing/2014/main" id="{121A6951-1B66-4D36-AFFC-F91072F818F1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6" name="Ovaal 75">
                <a:extLst>
                  <a:ext uri="{FF2B5EF4-FFF2-40B4-BE49-F238E27FC236}">
                    <a16:creationId xmlns:a16="http://schemas.microsoft.com/office/drawing/2014/main" id="{68260434-5C4F-4F41-AEF0-D9DF9E93DD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Graphic 163" descr="Informatie">
                <a:extLst>
                  <a:ext uri="{FF2B5EF4-FFF2-40B4-BE49-F238E27FC236}">
                    <a16:creationId xmlns:a16="http://schemas.microsoft.com/office/drawing/2014/main" id="{8354AC0A-E340-4E7A-808F-24C0C1F29BF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VOORBEELD">
              <a:extLst>
                <a:ext uri="{FF2B5EF4-FFF2-40B4-BE49-F238E27FC236}">
                  <a16:creationId xmlns:a16="http://schemas.microsoft.com/office/drawing/2014/main" id="{C847F201-0497-4068-9879-2D8DCCA4B11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AB2DB74A-BF6C-45FA-97FB-AABD1891B7DA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B821667B-D317-4B70-90D9-FAF1E9A5DC4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70D1A14B-A8D0-4056-A547-94009A1C0BA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D9C78D9F-BE00-4DDB-9500-1507F7332F7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D26365CC-5EDB-4F76-9E5B-787E5AB073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716108AA-F41A-477F-A66B-63B94C39F7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9C85B420-FCFA-4E46-B2E2-64506CB923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2C60C303-504A-4A40-9475-A32EA946C0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7E58F87B-B733-4FCC-AC78-6C672A2DCF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88D8FD70-3234-47D0-B975-FB760D20A79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9" name="Groep 38">
                <a:extLst>
                  <a:ext uri="{FF2B5EF4-FFF2-40B4-BE49-F238E27FC236}">
                    <a16:creationId xmlns:a16="http://schemas.microsoft.com/office/drawing/2014/main" id="{32DEB3FD-87FF-4C08-BF92-B63D649808A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2" name="Groep 61">
                  <a:extLst>
                    <a:ext uri="{FF2B5EF4-FFF2-40B4-BE49-F238E27FC236}">
                      <a16:creationId xmlns:a16="http://schemas.microsoft.com/office/drawing/2014/main" id="{028ED0B2-1F98-426F-B463-16F88A35B52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ED9AF3E5-4E7E-44EF-9F83-4F39ED13230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72150A66-073F-4384-AAB0-1148DFC2A3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558C3485-D33A-4167-8BCF-14241A87AA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397684BA-83FC-45C1-8749-2388D90066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8DFBECEA-DF00-422A-8CEB-5FDBA3681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3" name="Pijl: rechts 62">
                  <a:extLst>
                    <a:ext uri="{FF2B5EF4-FFF2-40B4-BE49-F238E27FC236}">
                      <a16:creationId xmlns:a16="http://schemas.microsoft.com/office/drawing/2014/main" id="{52C950B8-72CC-41BC-8370-D348C1EA0B3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0" name="Rechte verbindingslijn 39">
                <a:extLst>
                  <a:ext uri="{FF2B5EF4-FFF2-40B4-BE49-F238E27FC236}">
                    <a16:creationId xmlns:a16="http://schemas.microsoft.com/office/drawing/2014/main" id="{A42380C2-1C3A-483A-B719-D0AB60922A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1" name="Rechte verbindingslijn 40">
                <a:extLst>
                  <a:ext uri="{FF2B5EF4-FFF2-40B4-BE49-F238E27FC236}">
                    <a16:creationId xmlns:a16="http://schemas.microsoft.com/office/drawing/2014/main" id="{309BFFD5-4860-419E-A9DC-C385236240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B5C45887-816C-4062-B8D7-7EBBF404A67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omhoog</a:t>
                </a:r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3E180924-58C7-4700-9558-2317F7822EFA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Tekstniveau omlaag</a:t>
                </a:r>
              </a:p>
            </p:txBody>
          </p:sp>
          <p:grpSp>
            <p:nvGrpSpPr>
              <p:cNvPr id="44" name="Groep 43">
                <a:extLst>
                  <a:ext uri="{FF2B5EF4-FFF2-40B4-BE49-F238E27FC236}">
                    <a16:creationId xmlns:a16="http://schemas.microsoft.com/office/drawing/2014/main" id="{59308B3A-4114-4FC8-876A-1B7F7AA54B70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4" name="Rechthoek 53">
                  <a:extLst>
                    <a:ext uri="{FF2B5EF4-FFF2-40B4-BE49-F238E27FC236}">
                      <a16:creationId xmlns:a16="http://schemas.microsoft.com/office/drawing/2014/main" id="{F34730E4-0228-4337-BD4E-9A312F470D9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5" name="Groep 54">
                  <a:extLst>
                    <a:ext uri="{FF2B5EF4-FFF2-40B4-BE49-F238E27FC236}">
                      <a16:creationId xmlns:a16="http://schemas.microsoft.com/office/drawing/2014/main" id="{EB04F2F4-325B-4ABC-9647-50E37C20DE6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7" name="Rechte verbindingslijn 56">
                    <a:extLst>
                      <a:ext uri="{FF2B5EF4-FFF2-40B4-BE49-F238E27FC236}">
                        <a16:creationId xmlns:a16="http://schemas.microsoft.com/office/drawing/2014/main" id="{EC4405CC-73A6-4CCE-A55A-ACCAEEAADB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8" name="Rechte verbindingslijn 57">
                    <a:extLst>
                      <a:ext uri="{FF2B5EF4-FFF2-40B4-BE49-F238E27FC236}">
                        <a16:creationId xmlns:a16="http://schemas.microsoft.com/office/drawing/2014/main" id="{94A041B8-0CB7-4337-9046-A5A8B18078C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9C07CF37-8824-44D3-B03B-B50D47029B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F63D55D6-949D-4528-BBE3-3CAB8BD6AB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B4DC4009-4364-4069-8364-6EA1B066D2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6" name="Pijl: rechts 55">
                  <a:extLst>
                    <a:ext uri="{FF2B5EF4-FFF2-40B4-BE49-F238E27FC236}">
                      <a16:creationId xmlns:a16="http://schemas.microsoft.com/office/drawing/2014/main" id="{BD8C8505-3A5A-40AD-85B7-4D0DEE5EBB9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AA29B2C5-E0BB-4AFB-BC4E-DD7095C837B3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6" name="Rechthoek 45">
                  <a:extLst>
                    <a:ext uri="{FF2B5EF4-FFF2-40B4-BE49-F238E27FC236}">
                      <a16:creationId xmlns:a16="http://schemas.microsoft.com/office/drawing/2014/main" id="{B942738C-4800-4499-9A2E-6417B096F66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7" name="Groep 46">
                  <a:extLst>
                    <a:ext uri="{FF2B5EF4-FFF2-40B4-BE49-F238E27FC236}">
                      <a16:creationId xmlns:a16="http://schemas.microsoft.com/office/drawing/2014/main" id="{3D7375BB-B667-43EA-AE65-F3607F35EA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49" name="Rechte verbindingslijn 48">
                    <a:extLst>
                      <a:ext uri="{FF2B5EF4-FFF2-40B4-BE49-F238E27FC236}">
                        <a16:creationId xmlns:a16="http://schemas.microsoft.com/office/drawing/2014/main" id="{B5DE78C0-971C-473F-8551-0668D57EC8F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" name="Rechte verbindingslijn 49">
                    <a:extLst>
                      <a:ext uri="{FF2B5EF4-FFF2-40B4-BE49-F238E27FC236}">
                        <a16:creationId xmlns:a16="http://schemas.microsoft.com/office/drawing/2014/main" id="{93EF6EEE-F149-473B-9A40-18CC1A6399D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7F4F35C5-39A9-4C3E-9055-9A784B57B7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BF16DC2A-3145-482B-9D51-6055B44655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A06C01B1-1093-4D20-95D8-FA747BDDCD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" name="Pijl: rechts 47">
                  <a:extLst>
                    <a:ext uri="{FF2B5EF4-FFF2-40B4-BE49-F238E27FC236}">
                      <a16:creationId xmlns:a16="http://schemas.microsoft.com/office/drawing/2014/main" id="{C4546A0D-63EC-49A0-B30F-613123C7A99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78" name="INSTRUCTIE">
            <a:extLst>
              <a:ext uri="{FF2B5EF4-FFF2-40B4-BE49-F238E27FC236}">
                <a16:creationId xmlns:a16="http://schemas.microsoft.com/office/drawing/2014/main" id="{B0DC836D-1370-49DA-B393-DDF60B20E224}"/>
              </a:ext>
            </a:extLst>
          </p:cNvPr>
          <p:cNvGrpSpPr/>
          <p:nvPr userDrawn="1"/>
        </p:nvGrpSpPr>
        <p:grpSpPr>
          <a:xfrm>
            <a:off x="12377595" y="0"/>
            <a:ext cx="3693386" cy="5270646"/>
            <a:chOff x="-3786437" y="0"/>
            <a:chExt cx="3693386" cy="5270646"/>
          </a:xfrm>
        </p:grpSpPr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2B8134A-16DA-41DB-8F29-C70FE774805A}"/>
                </a:ext>
              </a:extLst>
            </p:cNvPr>
            <p:cNvSpPr/>
            <p:nvPr userDrawn="1"/>
          </p:nvSpPr>
          <p:spPr>
            <a:xfrm>
              <a:off x="-3786437" y="444264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Ga naar de instructie dia </a:t>
              </a:r>
              <a:r>
                <a:rPr lang="nl-NL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INSTRUCTIES’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Deze vind je vooraan de presentatie of voeg je in via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lang="nl-NL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nl-NL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‘Nieuwe dia’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3ABB4241-4352-4B34-9D0A-C308ACB428B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44079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E4E9830D-48A4-4A69-915D-B5A7CB18618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97D9110-CEBD-4B6A-8C5E-F5EE174A7D4E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Klik op het pictogram om een nieuwe afbeelding in te voegen </a:t>
              </a:r>
              <a:r>
                <a:rPr kumimoji="0" lang="nl-NL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(zie onderstaand voorbeeld)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816305C4-8C4F-4581-9C14-03516008841F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D9E9E523-8C19-4CF9-ADB3-D7B94C5964F3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D357F3E7-95FB-466F-BE69-7174A9A2E31C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AE43A57C-0A3C-4142-AC55-0E81BCD59949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BA9B12D0-B984-40B4-A623-BF4431754AE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64B55FC6-BB5A-48F9-9E38-B903625D719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85FB6E1B-CAA7-4619-A949-81572A95AC60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47F53988-D643-46EB-B607-EABE6111D7BE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DB5FFDB9-5BA5-491C-9C47-AF483C9298C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de gewenste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2C5498F1-B859-402A-A2FD-28F9EC8B218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06E661C3-5932-4416-A066-D6C67FDF101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Invoegen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DD05E31E-E2A7-489A-8B56-2C42C1AE48DE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3BE622D3-CA84-4590-939C-59EF100F48E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556A98B4-A7E5-4B54-A15F-43AB942ED37E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D1D4F192-B909-4C08-950C-55CD2ED0E552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97AEDBDF-9E0F-4E7D-961D-D04F2AE78A75}"/>
                </a:ext>
              </a:extLst>
            </p:cNvPr>
            <p:cNvGrpSpPr/>
            <p:nvPr userDrawn="1"/>
          </p:nvGrpSpPr>
          <p:grpSpPr>
            <a:xfrm>
              <a:off x="-3408294" y="3643742"/>
              <a:ext cx="622283" cy="612920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D717DAE9-3D30-421E-9BD2-63683466150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A11513AA-1AF3-4290-9A7B-2FC0D2FDC253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CF27DED1-0EB8-47C2-95D2-0504452F16F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F2048758-4D18-4BAE-B769-3D026DEC698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178AFAAE-58C6-43C9-B8A2-AEF5A136BC7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09C58F8-C92A-4561-8915-9C21E145696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CAD7AA07-FE65-42E5-8F53-9440D8379FB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6E0BB2D9-D78E-4D93-8D80-ECAF5675DAE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0D4FBBB3-F5D9-496A-992C-2CAED73707B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CA4908DB-5CD6-4B1B-BCFF-211E399589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43695715-E470-4454-83C1-5A9D258472ED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AFC3B480-4CBF-4FEF-A4E8-68ACA988E44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4E947A6A-8F32-4B4A-B15D-EEAA3952CDF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526E97EE-8901-4937-9E4D-81D6E69D11E9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4FA72639-68D2-4A7D-857D-EA93B6F05AA0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21D0178D-B74B-4B56-8BF2-6C86681CCF8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0" name="ICOON_info">
              <a:extLst>
                <a:ext uri="{FF2B5EF4-FFF2-40B4-BE49-F238E27FC236}">
                  <a16:creationId xmlns:a16="http://schemas.microsoft.com/office/drawing/2014/main" id="{413011CE-08A9-49FF-9483-EDE06705EA92}"/>
                </a:ext>
              </a:extLst>
            </p:cNvPr>
            <p:cNvGrpSpPr/>
            <p:nvPr userDrawn="1"/>
          </p:nvGrpSpPr>
          <p:grpSpPr>
            <a:xfrm>
              <a:off x="-376736" y="4271597"/>
              <a:ext cx="283685" cy="283685"/>
              <a:chOff x="-510741" y="5913713"/>
              <a:chExt cx="267555" cy="267555"/>
            </a:xfrm>
          </p:grpSpPr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F9FAB2A6-1B81-484A-AEB2-5376FF42BEE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Graphic 163" descr="Informatie">
                <a:extLst>
                  <a:ext uri="{FF2B5EF4-FFF2-40B4-BE49-F238E27FC236}">
                    <a16:creationId xmlns:a16="http://schemas.microsoft.com/office/drawing/2014/main" id="{64C10FAF-2766-435F-801F-5C8C0779A82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90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20000"/>
            <a:ext cx="11160125" cy="8722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add</a:t>
            </a:r>
            <a:r>
              <a:rPr lang="nl-NL" noProof="0" dirty="0"/>
              <a:t> </a:t>
            </a:r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2000621"/>
            <a:ext cx="11160125" cy="38055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Reading </a:t>
            </a:r>
            <a:r>
              <a:rPr lang="nl-NL" noProof="0" dirty="0" err="1"/>
              <a:t>text</a:t>
            </a:r>
            <a:endParaRPr lang="nl-NL" noProof="0" dirty="0"/>
          </a:p>
          <a:p>
            <a:pPr lvl="4"/>
            <a:r>
              <a:rPr lang="nl-NL" noProof="0" dirty="0" err="1"/>
              <a:t>Heading</a:t>
            </a:r>
            <a:r>
              <a:rPr lang="nl-NL" noProof="0" dirty="0"/>
              <a:t> #1</a:t>
            </a:r>
          </a:p>
          <a:p>
            <a:pPr lvl="5"/>
            <a:r>
              <a:rPr lang="nl-NL" noProof="0" dirty="0" err="1"/>
              <a:t>heading</a:t>
            </a:r>
            <a:r>
              <a:rPr lang="nl-NL" noProof="0" dirty="0"/>
              <a:t> #2</a:t>
            </a:r>
          </a:p>
          <a:p>
            <a:pPr lvl="6"/>
            <a:r>
              <a:rPr lang="nl-NL" noProof="0" dirty="0" err="1"/>
              <a:t>Numeric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 err="1"/>
              <a:t>Alphabet</a:t>
            </a:r>
            <a:r>
              <a:rPr lang="nl-NL" noProof="0" dirty="0"/>
              <a:t>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C0954C-56F0-4481-AEFC-476FD5516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00383" y="6346209"/>
            <a:ext cx="29334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noProof="0"/>
              <a:t>Date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000" y="6346209"/>
            <a:ext cx="41148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nl-NL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7403" y="6346209"/>
            <a:ext cx="284597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fld id="{D7B5DC5B-6873-43DB-ADC7-B15ACCE0DFDB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-12032" y="-546223"/>
            <a:ext cx="2129051" cy="1501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NL" sz="1000" b="0" cap="all" baseline="0" noProof="0">
                <a:latin typeface="+mj-lt"/>
              </a:rPr>
              <a:t>Name of </a:t>
            </a:r>
            <a:r>
              <a:rPr lang="nl-NL" sz="1000" b="0" cap="all" baseline="0" noProof="0" err="1">
                <a:latin typeface="+mj-lt"/>
              </a:rPr>
              <a:t>the</a:t>
            </a:r>
            <a:r>
              <a:rPr lang="nl-NL" sz="1000" b="0" cap="all" baseline="0" noProof="0">
                <a:latin typeface="+mj-lt"/>
              </a:rPr>
              <a:t> slide</a:t>
            </a:r>
          </a:p>
        </p:txBody>
      </p:sp>
      <p:grpSp>
        <p:nvGrpSpPr>
          <p:cNvPr id="19" name="GRID" hidden="1">
            <a:extLst>
              <a:ext uri="{FF2B5EF4-FFF2-40B4-BE49-F238E27FC236}">
                <a16:creationId xmlns:a16="http://schemas.microsoft.com/office/drawing/2014/main" id="{17446CF1-2415-4785-8B28-4014095260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chemeClr val="tx1">
              <a:alpha val="20000"/>
            </a:schemeClr>
          </a:solidFill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DA35564-25AA-4FEC-9D18-9CCF3EFA9551}"/>
                </a:ext>
              </a:extLst>
            </p:cNvPr>
            <p:cNvSpPr/>
            <p:nvPr userDrawn="1"/>
          </p:nvSpPr>
          <p:spPr>
            <a:xfrm>
              <a:off x="0" y="0"/>
              <a:ext cx="12192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3E7A8B78-FB56-4265-9407-FC697581D7D1}"/>
                </a:ext>
              </a:extLst>
            </p:cNvPr>
            <p:cNvSpPr/>
            <p:nvPr userDrawn="1"/>
          </p:nvSpPr>
          <p:spPr>
            <a:xfrm>
              <a:off x="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9C5C6DC1-DADA-49E6-B1E0-6CB2665D8B37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1650B288-9873-4189-B0C2-F8FE5186A08A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EF87E70F-75AF-432B-B6A2-CF0AD4EC2CE3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BE35104-F202-4806-B369-B2BFC15CFEC7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38558789-76AB-BF63-3B53-9706D01694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200" y="61200"/>
            <a:ext cx="3366000" cy="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5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1813" indent="-17621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3"/>
        </a:buClr>
        <a:buFont typeface="Calibri Light" panose="020F030202020403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0" kern="1200" cap="all" baseline="0">
          <a:solidFill>
            <a:schemeClr val="tx1"/>
          </a:solidFill>
          <a:latin typeface="+mj-lt"/>
          <a:ea typeface="+mn-ea"/>
          <a:cs typeface="+mn-cs"/>
        </a:defRPr>
      </a:lvl6pPr>
      <a:lvl7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3429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41338" indent="-1809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>
          <p15:clr>
            <a:srgbClr val="F26B43"/>
          </p15:clr>
        </p15:guide>
        <p15:guide id="2" pos="325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4">
          <p15:clr>
            <a:srgbClr val="A4A3A4"/>
          </p15:clr>
        </p15:guide>
        <p15:guide id="5" orient="horz" pos="4092">
          <p15:clr>
            <a:srgbClr val="A4A3A4"/>
          </p15:clr>
        </p15:guide>
        <p15:guide id="6" pos="7355">
          <p15:clr>
            <a:srgbClr val="F26B43"/>
          </p15:clr>
        </p15:guide>
        <p15:guide id="7" orient="horz" pos="669">
          <p15:clr>
            <a:srgbClr val="A4A3A4"/>
          </p15:clr>
        </p15:guide>
        <p15:guide id="8" orient="horz" pos="45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59F2-9D94-EFE8-B687-6DE541AB0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 join the PC-BAN/DSBA/BITM!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0428E-68EE-42E7-1322-62AF8B5C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A1843-F8D5-566D-C9BE-75BB8DAD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BEC2D-7E3F-B8C2-C4E3-59E8485A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5DC5B-6873-43DB-ADC7-B15ACCE0DFDB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B1D0E-A647-CA69-E73F-6EB1937B1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48" y="2027835"/>
            <a:ext cx="11160125" cy="42189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PC is an important body (required by law) in which students and lecturers at the most local level discuss the quality of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Advice on curriculum design, quality assurance, and policy-making. 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Min. 6 meetings per academic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50/50 lecturers/students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Honourable</a:t>
            </a:r>
            <a:r>
              <a:rPr lang="en-US" dirty="0"/>
              <a:t> membership: You represent your fellow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Grant from the UvA Profiling Fund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92AFACD5-0E25-E53A-8A50-023CAF5F9C42}"/>
              </a:ext>
            </a:extLst>
          </p:cNvPr>
          <p:cNvSpPr/>
          <p:nvPr/>
        </p:nvSpPr>
        <p:spPr>
          <a:xfrm>
            <a:off x="9231406" y="3751871"/>
            <a:ext cx="2614865" cy="243146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/>
              <a:t>Interested? Scan </a:t>
            </a:r>
            <a:r>
              <a:rPr lang="nl-NL" sz="1600"/>
              <a:t>the QR code and fill in the forms</a:t>
            </a:r>
            <a:endParaRPr lang="nl-NL" sz="1600" dirty="0">
              <a:cs typeface="Times New Roman"/>
            </a:endParaRP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>
              <a:cs typeface="Times New Roman"/>
            </a:endParaRP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>
              <a:cs typeface="Times New Roman"/>
            </a:endParaRP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>
              <a:cs typeface="Times New Roman"/>
            </a:endParaRP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>
              <a:cs typeface="Times New Roman"/>
            </a:endParaRP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862F1555-021D-CA02-FAE5-059D22FAA945}"/>
              </a:ext>
            </a:extLst>
          </p:cNvPr>
          <p:cNvSpPr/>
          <p:nvPr/>
        </p:nvSpPr>
        <p:spPr>
          <a:xfrm>
            <a:off x="8175300" y="5043459"/>
            <a:ext cx="1699852" cy="1439579"/>
          </a:xfrm>
          <a:prstGeom prst="ellipse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tx1"/>
                </a:solidFill>
              </a:rPr>
              <a:t>Deadline: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>
                <a:solidFill>
                  <a:schemeClr val="tx1"/>
                </a:solidFill>
              </a:rPr>
              <a:t>13th of </a:t>
            </a:r>
            <a:r>
              <a:rPr lang="nl-NL" sz="1600" dirty="0">
                <a:solidFill>
                  <a:schemeClr val="tx1"/>
                </a:solidFill>
              </a:rPr>
              <a:t>September</a:t>
            </a:r>
            <a:endParaRPr lang="nl-NL" sz="1600" dirty="0">
              <a:solidFill>
                <a:schemeClr val="tx1"/>
              </a:solidFill>
              <a:cs typeface="Times New Roman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6074967-62AF-FEE2-FE73-A21D6CBA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07" t="35219" r="23460" b="12351"/>
          <a:stretch>
            <a:fillRect/>
          </a:stretch>
        </p:blipFill>
        <p:spPr>
          <a:xfrm>
            <a:off x="9935308" y="4788337"/>
            <a:ext cx="1211390" cy="12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2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B-EN">
  <a:themeElements>
    <a:clrScheme name="Universiteit van Amsterdam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1D21"/>
      </a:accent1>
      <a:accent2>
        <a:srgbClr val="BC0031"/>
      </a:accent2>
      <a:accent3>
        <a:srgbClr val="E98300"/>
      </a:accent3>
      <a:accent4>
        <a:srgbClr val="257835"/>
      </a:accent4>
      <a:accent5>
        <a:srgbClr val="BEB511"/>
      </a:accent5>
      <a:accent6>
        <a:srgbClr val="751B68"/>
      </a:accent6>
      <a:hlink>
        <a:srgbClr val="004E92"/>
      </a:hlink>
      <a:folHlink>
        <a:srgbClr val="2AA5D0"/>
      </a:folHlink>
    </a:clrScheme>
    <a:fontScheme name="Universiteit van Amsterda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09562a-379c-4741-aacb-bdef5be0ab04" xsi:nil="true"/>
    <lcf76f155ced4ddcb4097134ff3c332f xmlns="589ba285-8557-4717-b000-6ccad7111f7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EDB78F99F61347BAA6EE34F02B4C5B" ma:contentTypeVersion="16" ma:contentTypeDescription="Een nieuw document maken." ma:contentTypeScope="" ma:versionID="b90fa45a0ae8bfc182a12c9ea5627724">
  <xsd:schema xmlns:xsd="http://www.w3.org/2001/XMLSchema" xmlns:xs="http://www.w3.org/2001/XMLSchema" xmlns:p="http://schemas.microsoft.com/office/2006/metadata/properties" xmlns:ns2="589ba285-8557-4717-b000-6ccad7111f72" xmlns:ns3="cf09562a-379c-4741-aacb-bdef5be0ab04" targetNamespace="http://schemas.microsoft.com/office/2006/metadata/properties" ma:root="true" ma:fieldsID="4faece671b207514b03fe6021f25e17f" ns2:_="" ns3:_="">
    <xsd:import namespace="589ba285-8557-4717-b000-6ccad7111f72"/>
    <xsd:import namespace="cf09562a-379c-4741-aacb-bdef5be0ab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9ba285-8557-4717-b000-6ccad7111f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99b6ca76-abda-4f5c-bf70-6374a71c10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9562a-379c-4741-aacb-bdef5be0ab0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639d3c6-6806-419d-b159-b5a7f76c6b79}" ma:internalName="TaxCatchAll" ma:showField="CatchAllData" ma:web="cf09562a-379c-4741-aacb-bdef5be0ab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64E822-5DED-4CE5-BFEE-0975F0CBE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025CF9-1F27-40EE-85B7-9C31D191EDDC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cf09562a-379c-4741-aacb-bdef5be0ab04"/>
    <ds:schemaRef ds:uri="589ba285-8557-4717-b000-6ccad7111f72"/>
  </ds:schemaRefs>
</ds:datastoreItem>
</file>

<file path=customXml/itemProps3.xml><?xml version="1.0" encoding="utf-8"?>
<ds:datastoreItem xmlns:ds="http://schemas.openxmlformats.org/officeDocument/2006/customXml" ds:itemID="{36826A73-DB2E-4D41-8A83-028B1E319C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9ba285-8557-4717-b000-6ccad7111f72"/>
    <ds:schemaRef ds:uri="cf09562a-379c-4741-aacb-bdef5be0ab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</Words>
  <Application>Microsoft Office PowerPoint</Application>
  <PresentationFormat>Breedbeeld</PresentationFormat>
  <Paragraphs>20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EB-EN</vt:lpstr>
      <vt:lpstr>Come join the PC-BAN/DSBA/BITM!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Boot</dc:creator>
  <cp:lastModifiedBy>Nancy van Oort</cp:lastModifiedBy>
  <cp:revision>18</cp:revision>
  <dcterms:created xsi:type="dcterms:W3CDTF">2025-08-20T13:21:32Z</dcterms:created>
  <dcterms:modified xsi:type="dcterms:W3CDTF">2026-09-03T09:34:02Z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0x01010058EDB78F99F61347BAA6EE34F02B4C5B</vt:lpwstr>
  </property>
  <property fmtid="{D5CDD505-2E9C-101B-9397-08002B2CF9AE}" pid="3" name="MediaServiceImageTags">
    <vt:lpwstr/>
  </property>
</Properties>
</file>