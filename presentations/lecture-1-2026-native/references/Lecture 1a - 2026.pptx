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10.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11.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4"/>
  </p:sldMasterIdLst>
  <p:notesMasterIdLst>
    <p:notesMasterId r:id="rId76"/>
  </p:notesMasterIdLst>
  <p:sldIdLst>
    <p:sldId id="296" r:id="rId5"/>
    <p:sldId id="1525" r:id="rId6"/>
    <p:sldId id="2147376110" r:id="rId7"/>
    <p:sldId id="1382" r:id="rId8"/>
    <p:sldId id="2147376100" r:id="rId9"/>
    <p:sldId id="1530" r:id="rId10"/>
    <p:sldId id="2147376106" r:id="rId11"/>
    <p:sldId id="2147376101" r:id="rId12"/>
    <p:sldId id="2147376102" r:id="rId13"/>
    <p:sldId id="2147376108" r:id="rId14"/>
    <p:sldId id="2147376109" r:id="rId15"/>
    <p:sldId id="2147376111" r:id="rId16"/>
    <p:sldId id="315" r:id="rId17"/>
    <p:sldId id="356" r:id="rId18"/>
    <p:sldId id="527" r:id="rId19"/>
    <p:sldId id="535" r:id="rId20"/>
    <p:sldId id="1370" r:id="rId21"/>
    <p:sldId id="539" r:id="rId22"/>
    <p:sldId id="540" r:id="rId23"/>
    <p:sldId id="528" r:id="rId24"/>
    <p:sldId id="529" r:id="rId25"/>
    <p:sldId id="530" r:id="rId26"/>
    <p:sldId id="1178" r:id="rId27"/>
    <p:sldId id="1179" r:id="rId28"/>
    <p:sldId id="1162" r:id="rId29"/>
    <p:sldId id="541" r:id="rId30"/>
    <p:sldId id="1156" r:id="rId31"/>
    <p:sldId id="1152" r:id="rId32"/>
    <p:sldId id="1160" r:id="rId33"/>
    <p:sldId id="1153" r:id="rId34"/>
    <p:sldId id="1171" r:id="rId35"/>
    <p:sldId id="1177" r:id="rId36"/>
    <p:sldId id="1167" r:id="rId37"/>
    <p:sldId id="1174" r:id="rId38"/>
    <p:sldId id="1170" r:id="rId39"/>
    <p:sldId id="1164" r:id="rId40"/>
    <p:sldId id="1155" r:id="rId41"/>
    <p:sldId id="1157" r:id="rId42"/>
    <p:sldId id="1158" r:id="rId43"/>
    <p:sldId id="1165" r:id="rId44"/>
    <p:sldId id="313" r:id="rId45"/>
    <p:sldId id="542" r:id="rId46"/>
    <p:sldId id="1135" r:id="rId47"/>
    <p:sldId id="1526" r:id="rId48"/>
    <p:sldId id="2147376103" r:id="rId49"/>
    <p:sldId id="2147376104" r:id="rId50"/>
    <p:sldId id="2147376105" r:id="rId51"/>
    <p:sldId id="2147376112" r:id="rId52"/>
    <p:sldId id="1520" r:id="rId53"/>
    <p:sldId id="2147376113" r:id="rId54"/>
    <p:sldId id="2147376120" r:id="rId55"/>
    <p:sldId id="1513" r:id="rId56"/>
    <p:sldId id="1511" r:id="rId57"/>
    <p:sldId id="1512" r:id="rId58"/>
    <p:sldId id="1515" r:id="rId59"/>
    <p:sldId id="1532" r:id="rId60"/>
    <p:sldId id="1529" r:id="rId61"/>
    <p:sldId id="1531" r:id="rId62"/>
    <p:sldId id="1545" r:id="rId63"/>
    <p:sldId id="1534" r:id="rId64"/>
    <p:sldId id="1540" r:id="rId65"/>
    <p:sldId id="1541" r:id="rId66"/>
    <p:sldId id="1543" r:id="rId67"/>
    <p:sldId id="1527" r:id="rId68"/>
    <p:sldId id="2147376115" r:id="rId69"/>
    <p:sldId id="2147376116" r:id="rId70"/>
    <p:sldId id="2147376117" r:id="rId71"/>
    <p:sldId id="2147376118" r:id="rId72"/>
    <p:sldId id="2147376119" r:id="rId73"/>
    <p:sldId id="2147376114" r:id="rId74"/>
    <p:sldId id="1154" r:id="rId75"/>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nie Sporen" initials="AS" lastIdx="9" clrIdx="0">
    <p:extLst>
      <p:ext uri="{19B8F6BF-5375-455C-9EA6-DF929625EA0E}">
        <p15:presenceInfo xmlns:p15="http://schemas.microsoft.com/office/powerpoint/2012/main" userId="S::annie@pptsolutions.nl::57679a70-72f5-4b6b-ac13-ac2a9357978d" providerId="AD"/>
      </p:ext>
    </p:extLst>
  </p:cmAuthor>
  <p:cmAuthor id="2" name="Sera de Vries" initials="SdV" lastIdx="18" clrIdx="1">
    <p:extLst>
      <p:ext uri="{19B8F6BF-5375-455C-9EA6-DF929625EA0E}">
        <p15:presenceInfo xmlns:p15="http://schemas.microsoft.com/office/powerpoint/2012/main" userId="S::sera@pptsolutions.nl::3303f409-83b3-4a68-9145-6c8f86f2483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C0031"/>
    <a:srgbClr val="F0F4FA"/>
    <a:srgbClr val="EBEB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ijl, gemiddeld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Stijl, gemiddeld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91" autoAdjust="0"/>
    <p:restoredTop sz="94595" autoAdjust="0"/>
  </p:normalViewPr>
  <p:slideViewPr>
    <p:cSldViewPr snapToGrid="0">
      <p:cViewPr varScale="1">
        <p:scale>
          <a:sx n="104" d="100"/>
          <a:sy n="104" d="100"/>
        </p:scale>
        <p:origin x="1656" y="168"/>
      </p:cViewPr>
      <p:guideLst/>
    </p:cSldViewPr>
  </p:slideViewPr>
  <p:outlineViewPr>
    <p:cViewPr>
      <p:scale>
        <a:sx n="33" d="100"/>
        <a:sy n="33" d="100"/>
      </p:scale>
      <p:origin x="0" y="-898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diagrams/_rels/data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4" Type="http://schemas.openxmlformats.org/officeDocument/2006/relationships/image" Target="../media/image11.svg"/></Relationships>
</file>

<file path=ppt/diagrams/_rels/data6.xml.rels><?xml version="1.0" encoding="UTF-8" standalone="yes"?>
<Relationships xmlns="http://schemas.openxmlformats.org/package/2006/relationships"><Relationship Id="rId3" Type="http://schemas.openxmlformats.org/officeDocument/2006/relationships/image" Target="../media/image85.svg"/><Relationship Id="rId2" Type="http://schemas.openxmlformats.org/officeDocument/2006/relationships/image" Target="../media/image84.svg"/><Relationship Id="rId1" Type="http://schemas.openxmlformats.org/officeDocument/2006/relationships/hyperlink" Target="https://github.com/gromicho/teaching/blob/main/foundations/python/python-primer.ipynb" TargetMode="External"/><Relationship Id="rId4" Type="http://schemas.openxmlformats.org/officeDocument/2006/relationships/image" Target="../media/image86.svg"/></Relationships>
</file>

<file path=ppt/diagrams/_rels/data7.xml.rels><?xml version="1.0" encoding="UTF-8" standalone="yes"?>
<Relationships xmlns="http://schemas.openxmlformats.org/package/2006/relationships"><Relationship Id="rId3" Type="http://schemas.openxmlformats.org/officeDocument/2006/relationships/hyperlink" Target="https://colab.research.google.com/github/gromicho/teaching/blob/main/foundations/python/python-primer.ipynb" TargetMode="External"/><Relationship Id="rId2" Type="http://schemas.openxmlformats.org/officeDocument/2006/relationships/hyperlink" Target="https://codingbat.com/python" TargetMode="External"/><Relationship Id="rId1" Type="http://schemas.openxmlformats.org/officeDocument/2006/relationships/hyperlink" Target="https://www.programiz.com/python-programming" TargetMode="External"/><Relationship Id="rId6" Type="http://schemas.openxmlformats.org/officeDocument/2006/relationships/image" Target="../media/image89.svg"/><Relationship Id="rId5" Type="http://schemas.openxmlformats.org/officeDocument/2006/relationships/image" Target="../media/image88.svg"/><Relationship Id="rId4" Type="http://schemas.openxmlformats.org/officeDocument/2006/relationships/image" Target="../media/image87.svg"/></Relationships>
</file>

<file path=ppt/diagrams/_rels/data8.xml.rels><?xml version="1.0" encoding="UTF-8" standalone="yes"?>
<Relationships xmlns="http://schemas.openxmlformats.org/package/2006/relationships"><Relationship Id="rId2" Type="http://schemas.openxmlformats.org/officeDocument/2006/relationships/hyperlink" Target="https://colab.research.google.com/drive/1sx2Y_VvGy6hlLU5TemoC5LhfmE2EbJbx" TargetMode="External"/><Relationship Id="rId1" Type="http://schemas.openxmlformats.org/officeDocument/2006/relationships/hyperlink" Target="https://colab.research.google.com/drive/1niSUyUI0C1gdojoWu3qGNxnedd91jR9u" TargetMode="External"/></Relationships>
</file>

<file path=ppt/diagrams/_rels/data9.xml.rels><?xml version="1.0" encoding="UTF-8" standalone="yes"?>
<Relationships xmlns="http://schemas.openxmlformats.org/package/2006/relationships"><Relationship Id="rId3" Type="http://schemas.openxmlformats.org/officeDocument/2006/relationships/image" Target="../media/image91.svg"/><Relationship Id="rId2" Type="http://schemas.openxmlformats.org/officeDocument/2006/relationships/image" Target="../media/image90.svg"/><Relationship Id="rId1" Type="http://schemas.openxmlformats.org/officeDocument/2006/relationships/hyperlink" Target="https://canvas.uva.nl/courses/62877/discussion_topics/1154238" TargetMode="External"/><Relationship Id="rId6" Type="http://schemas.openxmlformats.org/officeDocument/2006/relationships/image" Target="../media/image87.svg"/><Relationship Id="rId5" Type="http://schemas.openxmlformats.org/officeDocument/2006/relationships/image" Target="../media/image93.svg"/><Relationship Id="rId4" Type="http://schemas.openxmlformats.org/officeDocument/2006/relationships/image" Target="../media/image92.svg"/></Relationships>
</file>

<file path=ppt/diagrams/_rels/data10.xml.rels><?xml version="1.0" encoding="UTF-8" standalone="yes"?>
<Relationships xmlns="http://schemas.openxmlformats.org/package/2006/relationships"><Relationship Id="rId1" Type="http://schemas.openxmlformats.org/officeDocument/2006/relationships/hyperlink" Target="https://canvas.uva.nl/courses/62877/assignments" TargetMode="External"/></Relationships>
</file>

<file path=ppt/diagrams/_rels/data13.xml.rels><?xml version="1.0" encoding="UTF-8" standalone="yes"?>
<Relationships xmlns="http://schemas.openxmlformats.org/package/2006/relationships"><Relationship Id="rId1" Type="http://schemas.openxmlformats.org/officeDocument/2006/relationships/image" Target="../media/image94.svg"/></Relationships>
</file>

<file path=ppt/diagrams/_rels/data17.xml.rels><?xml version="1.0" encoding="UTF-8" standalone="yes"?>
<Relationships xmlns="http://schemas.openxmlformats.org/package/2006/relationships"><Relationship Id="rId3" Type="http://schemas.openxmlformats.org/officeDocument/2006/relationships/hyperlink" Target="https://eur-lex.europa.eu/legal-content/EN/TXT/?uri=CELEX%3A32018R1974" TargetMode="External"/><Relationship Id="rId2" Type="http://schemas.openxmlformats.org/officeDocument/2006/relationships/hyperlink" Target="https://www.easa.europa.eu/sites/default/files/dfu/Annual%20Safety%20Recommendations%20Review%202018%20-%20Annexes%20Document.pdf" TargetMode="External"/><Relationship Id="rId1" Type="http://schemas.openxmlformats.org/officeDocument/2006/relationships/hyperlink" Target="https://bea.aero/uploads/tx_elyextendttnews/recos05juillet2012.en.pdf" TargetMode="External"/></Relationships>
</file>

<file path=ppt/diagrams/_rels/data18.xml.rels><?xml version="1.0" encoding="UTF-8" standalone="yes"?>
<Relationships xmlns="http://schemas.openxmlformats.org/package/2006/relationships"><Relationship Id="rId3" Type="http://schemas.openxmlformats.org/officeDocument/2006/relationships/image" Target="../media/image98.svg"/><Relationship Id="rId2" Type="http://schemas.openxmlformats.org/officeDocument/2006/relationships/image" Target="../media/image97.svg"/><Relationship Id="rId1" Type="http://schemas.openxmlformats.org/officeDocument/2006/relationships/image" Target="../media/image96.svg"/><Relationship Id="rId5" Type="http://schemas.openxmlformats.org/officeDocument/2006/relationships/image" Target="../media/image100.svg"/><Relationship Id="rId4" Type="http://schemas.openxmlformats.org/officeDocument/2006/relationships/image" Target="../media/image99.svg"/></Relationships>
</file>

<file path=ppt/diagrams/_rels/data19.xml.rels><?xml version="1.0" encoding="UTF-8" standalone="yes"?>
<Relationships xmlns="http://schemas.openxmlformats.org/package/2006/relationships"><Relationship Id="rId3" Type="http://schemas.openxmlformats.org/officeDocument/2006/relationships/image" Target="../media/image103.svg"/><Relationship Id="rId2" Type="http://schemas.openxmlformats.org/officeDocument/2006/relationships/image" Target="../media/image102.svg"/><Relationship Id="rId1" Type="http://schemas.openxmlformats.org/officeDocument/2006/relationships/image" Target="../media/image101.svg"/><Relationship Id="rId5" Type="http://schemas.openxmlformats.org/officeDocument/2006/relationships/image" Target="../media/image105.svg"/><Relationship Id="rId4" Type="http://schemas.openxmlformats.org/officeDocument/2006/relationships/image" Target="../media/image104.svg"/></Relationships>
</file>

<file path=ppt/diagrams/_rels/data20.xml.rels><?xml version="1.0" encoding="UTF-8" standalone="yes"?>
<Relationships xmlns="http://schemas.openxmlformats.org/package/2006/relationships"><Relationship Id="rId3" Type="http://schemas.openxmlformats.org/officeDocument/2006/relationships/image" Target="../media/image108.svg"/><Relationship Id="rId2" Type="http://schemas.openxmlformats.org/officeDocument/2006/relationships/image" Target="../media/image107.svg"/><Relationship Id="rId1" Type="http://schemas.openxmlformats.org/officeDocument/2006/relationships/image" Target="../media/image10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4" Type="http://schemas.openxmlformats.org/officeDocument/2006/relationships/image" Target="../media/image11.svg"/></Relationships>
</file>

<file path=ppt/diagrams/_rels/drawing6.xml.rels><?xml version="1.0" encoding="UTF-8" standalone="yes"?>
<Relationships xmlns="http://schemas.openxmlformats.org/package/2006/relationships"><Relationship Id="rId3" Type="http://schemas.openxmlformats.org/officeDocument/2006/relationships/image" Target="../media/image86.svg"/><Relationship Id="rId2" Type="http://schemas.openxmlformats.org/officeDocument/2006/relationships/image" Target="../media/image85.svg"/><Relationship Id="rId1" Type="http://schemas.openxmlformats.org/officeDocument/2006/relationships/image" Target="../media/image84.svg"/><Relationship Id="rId4" Type="http://schemas.openxmlformats.org/officeDocument/2006/relationships/hyperlink" Target="https://github.com/gromicho/teaching/blob/main/foundations/python/python-primer.ipynb" TargetMode="External"/></Relationships>
</file>

<file path=ppt/diagrams/_rels/drawing7.xml.rels><?xml version="1.0" encoding="UTF-8" standalone="yes"?>
<Relationships xmlns="http://schemas.openxmlformats.org/package/2006/relationships"><Relationship Id="rId3" Type="http://schemas.openxmlformats.org/officeDocument/2006/relationships/hyperlink" Target="https://www.programiz.com/python-programming" TargetMode="External"/><Relationship Id="rId2" Type="http://schemas.openxmlformats.org/officeDocument/2006/relationships/image" Target="../media/image88.svg"/><Relationship Id="rId1" Type="http://schemas.openxmlformats.org/officeDocument/2006/relationships/image" Target="../media/image87.svg"/><Relationship Id="rId6" Type="http://schemas.openxmlformats.org/officeDocument/2006/relationships/hyperlink" Target="https://colab.research.google.com/github/gromicho/teaching/blob/main/foundations/python/python-primer.ipynb" TargetMode="External"/><Relationship Id="rId5" Type="http://schemas.openxmlformats.org/officeDocument/2006/relationships/image" Target="../media/image89.svg"/><Relationship Id="rId4" Type="http://schemas.openxmlformats.org/officeDocument/2006/relationships/hyperlink" Target="https://codingbat.com/python" TargetMode="External"/></Relationships>
</file>

<file path=ppt/diagrams/_rels/drawing8.xml.rels><?xml version="1.0" encoding="UTF-8" standalone="yes"?>
<Relationships xmlns="http://schemas.openxmlformats.org/package/2006/relationships"><Relationship Id="rId2" Type="http://schemas.openxmlformats.org/officeDocument/2006/relationships/hyperlink" Target="https://colab.research.google.com/drive/1sx2Y_VvGy6hlLU5TemoC5LhfmE2EbJbx" TargetMode="External"/><Relationship Id="rId1" Type="http://schemas.openxmlformats.org/officeDocument/2006/relationships/hyperlink" Target="https://colab.research.google.com/drive/1niSUyUI0C1gdojoWu3qGNxnedd91jR9u" TargetMode="External"/></Relationships>
</file>

<file path=ppt/diagrams/_rels/drawing9.xml.rels><?xml version="1.0" encoding="UTF-8" standalone="yes"?>
<Relationships xmlns="http://schemas.openxmlformats.org/package/2006/relationships"><Relationship Id="rId3" Type="http://schemas.openxmlformats.org/officeDocument/2006/relationships/image" Target="../media/image91.svg"/><Relationship Id="rId2" Type="http://schemas.openxmlformats.org/officeDocument/2006/relationships/hyperlink" Target="https://canvas.uva.nl/courses/62877/discussion_topics/1154238" TargetMode="External"/><Relationship Id="rId1" Type="http://schemas.openxmlformats.org/officeDocument/2006/relationships/image" Target="../media/image90.svg"/><Relationship Id="rId6" Type="http://schemas.openxmlformats.org/officeDocument/2006/relationships/image" Target="../media/image87.svg"/><Relationship Id="rId5" Type="http://schemas.openxmlformats.org/officeDocument/2006/relationships/image" Target="../media/image93.svg"/><Relationship Id="rId4" Type="http://schemas.openxmlformats.org/officeDocument/2006/relationships/image" Target="../media/image92.svg"/></Relationships>
</file>

<file path=ppt/diagrams/_rels/drawing10.xml.rels><?xml version="1.0" encoding="UTF-8" standalone="yes"?>
<Relationships xmlns="http://schemas.openxmlformats.org/package/2006/relationships"><Relationship Id="rId1" Type="http://schemas.openxmlformats.org/officeDocument/2006/relationships/hyperlink" Target="https://canvas.uva.nl/courses/62877/assignments" TargetMode="External"/></Relationships>
</file>

<file path=ppt/diagrams/_rels/drawing13.xml.rels><?xml version="1.0" encoding="UTF-8" standalone="yes"?>
<Relationships xmlns="http://schemas.openxmlformats.org/package/2006/relationships"><Relationship Id="rId1" Type="http://schemas.openxmlformats.org/officeDocument/2006/relationships/image" Target="../media/image94.svg"/></Relationships>
</file>

<file path=ppt/diagrams/_rels/drawing17.xml.rels><?xml version="1.0" encoding="UTF-8" standalone="yes"?>
<Relationships xmlns="http://schemas.openxmlformats.org/package/2006/relationships"><Relationship Id="rId3" Type="http://schemas.openxmlformats.org/officeDocument/2006/relationships/hyperlink" Target="https://eur-lex.europa.eu/legal-content/EN/TXT/?uri=CELEX%3A32018R1974" TargetMode="External"/><Relationship Id="rId2" Type="http://schemas.openxmlformats.org/officeDocument/2006/relationships/hyperlink" Target="https://www.easa.europa.eu/sites/default/files/dfu/Annual%20Safety%20Recommendations%20Review%202018%20-%20Annexes%20Document.pdf" TargetMode="External"/><Relationship Id="rId1" Type="http://schemas.openxmlformats.org/officeDocument/2006/relationships/hyperlink" Target="https://bea.aero/uploads/tx_elyextendttnews/recos05juillet2012.en.pdf" TargetMode="External"/></Relationships>
</file>

<file path=ppt/diagrams/_rels/drawing18.xml.rels><?xml version="1.0" encoding="UTF-8" standalone="yes"?>
<Relationships xmlns="http://schemas.openxmlformats.org/package/2006/relationships"><Relationship Id="rId3" Type="http://schemas.openxmlformats.org/officeDocument/2006/relationships/image" Target="../media/image98.svg"/><Relationship Id="rId2" Type="http://schemas.openxmlformats.org/officeDocument/2006/relationships/image" Target="../media/image97.svg"/><Relationship Id="rId1" Type="http://schemas.openxmlformats.org/officeDocument/2006/relationships/image" Target="../media/image96.svg"/><Relationship Id="rId5" Type="http://schemas.openxmlformats.org/officeDocument/2006/relationships/image" Target="../media/image100.svg"/><Relationship Id="rId4" Type="http://schemas.openxmlformats.org/officeDocument/2006/relationships/image" Target="../media/image99.svg"/></Relationships>
</file>

<file path=ppt/diagrams/_rels/drawing19.xml.rels><?xml version="1.0" encoding="UTF-8" standalone="yes"?>
<Relationships xmlns="http://schemas.openxmlformats.org/package/2006/relationships"><Relationship Id="rId3" Type="http://schemas.openxmlformats.org/officeDocument/2006/relationships/image" Target="../media/image103.svg"/><Relationship Id="rId2" Type="http://schemas.openxmlformats.org/officeDocument/2006/relationships/image" Target="../media/image102.svg"/><Relationship Id="rId1" Type="http://schemas.openxmlformats.org/officeDocument/2006/relationships/image" Target="../media/image101.svg"/><Relationship Id="rId5" Type="http://schemas.openxmlformats.org/officeDocument/2006/relationships/image" Target="../media/image105.svg"/><Relationship Id="rId4" Type="http://schemas.openxmlformats.org/officeDocument/2006/relationships/image" Target="../media/image104.svg"/></Relationships>
</file>

<file path=ppt/diagrams/_rels/drawing20.xml.rels><?xml version="1.0" encoding="UTF-8" standalone="yes"?>
<Relationships xmlns="http://schemas.openxmlformats.org/package/2006/relationships"><Relationship Id="rId3" Type="http://schemas.openxmlformats.org/officeDocument/2006/relationships/image" Target="../media/image108.svg"/><Relationship Id="rId2" Type="http://schemas.openxmlformats.org/officeDocument/2006/relationships/image" Target="../media/image107.svg"/><Relationship Id="rId1" Type="http://schemas.openxmlformats.org/officeDocument/2006/relationships/image" Target="../media/image106.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0B2D46-2765-424F-9F88-B14773411715}" type="doc">
      <dgm:prSet loTypeId="urn:microsoft.com/office/officeart/2008/layout/LinedList" loCatId="list" qsTypeId="urn:microsoft.com/office/officeart/2005/8/quickstyle/simple2" qsCatId="simple" csTypeId="urn:microsoft.com/office/officeart/2005/8/colors/accent2_2" csCatId="accent2" phldr="1"/>
      <dgm:spPr/>
      <dgm:t>
        <a:bodyPr/>
        <a:lstStyle/>
        <a:p>
          <a:endParaRPr lang="en-US"/>
        </a:p>
      </dgm:t>
    </dgm:pt>
    <dgm:pt modelId="{ED7B0D79-7203-436D-ABFF-3467F82B1588}">
      <dgm:prSet/>
      <dgm:spPr/>
      <dgm:t>
        <a:bodyPr/>
        <a:lstStyle/>
        <a:p>
          <a:pPr>
            <a:buFont typeface="Arial" panose="020B0604020202020204" pitchFamily="34" charset="0"/>
            <a:buChar char="•"/>
          </a:pPr>
          <a:r>
            <a:rPr lang="en-NL" dirty="0"/>
            <a:t>Explain how data, computing power and algorithms enable real-world impact.</a:t>
          </a:r>
        </a:p>
      </dgm:t>
    </dgm:pt>
    <dgm:pt modelId="{2567591C-A059-41F1-82D7-03767BEF2F3A}" type="parTrans" cxnId="{1DED8252-BFCE-4F4A-8C2D-24C5729FC314}">
      <dgm:prSet/>
      <dgm:spPr/>
      <dgm:t>
        <a:bodyPr/>
        <a:lstStyle/>
        <a:p>
          <a:endParaRPr lang="en-NL"/>
        </a:p>
      </dgm:t>
    </dgm:pt>
    <dgm:pt modelId="{4B104883-238B-49A7-BA35-5778B56CE958}" type="sibTrans" cxnId="{1DED8252-BFCE-4F4A-8C2D-24C5729FC314}">
      <dgm:prSet/>
      <dgm:spPr/>
      <dgm:t>
        <a:bodyPr/>
        <a:lstStyle/>
        <a:p>
          <a:endParaRPr lang="en-NL"/>
        </a:p>
      </dgm:t>
    </dgm:pt>
    <dgm:pt modelId="{38629E11-5900-4895-BF98-5F7A9EB7E7AD}">
      <dgm:prSet/>
      <dgm:spPr/>
      <dgm:t>
        <a:bodyPr/>
        <a:lstStyle/>
        <a:p>
          <a:pPr>
            <a:buFont typeface="Arial" panose="020B0604020202020204" pitchFamily="34" charset="0"/>
            <a:buChar char="•"/>
          </a:pPr>
          <a:r>
            <a:rPr lang="en-NL"/>
            <a:t>Illustrate how analytics can contribute to the SDGs, while recognizing risks and unintended consequences.</a:t>
          </a:r>
        </a:p>
      </dgm:t>
    </dgm:pt>
    <dgm:pt modelId="{4D3E1E4A-8ACE-42CF-986E-9363E775480D}" type="parTrans" cxnId="{F18D3DD8-07D8-4C17-9ABB-29C035B2E29D}">
      <dgm:prSet/>
      <dgm:spPr/>
      <dgm:t>
        <a:bodyPr/>
        <a:lstStyle/>
        <a:p>
          <a:endParaRPr lang="en-NL"/>
        </a:p>
      </dgm:t>
    </dgm:pt>
    <dgm:pt modelId="{1411FF00-AFB0-4E9E-8B2C-341A8D6C637B}" type="sibTrans" cxnId="{F18D3DD8-07D8-4C17-9ABB-29C035B2E29D}">
      <dgm:prSet/>
      <dgm:spPr/>
      <dgm:t>
        <a:bodyPr/>
        <a:lstStyle/>
        <a:p>
          <a:endParaRPr lang="en-NL"/>
        </a:p>
      </dgm:t>
    </dgm:pt>
    <dgm:pt modelId="{3486BCBA-C7AF-4CC6-B6EE-F3D2AAAB30CF}">
      <dgm:prSet/>
      <dgm:spPr/>
      <dgm:t>
        <a:bodyPr/>
        <a:lstStyle/>
        <a:p>
          <a:pPr>
            <a:buFont typeface="Arial" panose="020B0604020202020204" pitchFamily="34" charset="0"/>
            <a:buChar char="•"/>
          </a:pPr>
          <a:r>
            <a:rPr lang="en-NL"/>
            <a:t>Explain why Python and machine-learning foundations matter alongside GenAI.</a:t>
          </a:r>
        </a:p>
      </dgm:t>
    </dgm:pt>
    <dgm:pt modelId="{E1000929-2A2D-4873-8AF2-C07FA833EA94}" type="parTrans" cxnId="{E5CC32C3-6462-47C5-A4A4-7AEBF8103889}">
      <dgm:prSet/>
      <dgm:spPr/>
      <dgm:t>
        <a:bodyPr/>
        <a:lstStyle/>
        <a:p>
          <a:endParaRPr lang="en-NL"/>
        </a:p>
      </dgm:t>
    </dgm:pt>
    <dgm:pt modelId="{C5C0345A-F64F-4FF5-B07E-B10C6D4D0356}" type="sibTrans" cxnId="{E5CC32C3-6462-47C5-A4A4-7AEBF8103889}">
      <dgm:prSet/>
      <dgm:spPr/>
      <dgm:t>
        <a:bodyPr/>
        <a:lstStyle/>
        <a:p>
          <a:endParaRPr lang="en-NL"/>
        </a:p>
      </dgm:t>
    </dgm:pt>
    <dgm:pt modelId="{5D5A8545-6FBF-4BE0-8267-DA021EAAF15B}">
      <dgm:prSet/>
      <dgm:spPr/>
      <dgm:t>
        <a:bodyPr/>
        <a:lstStyle/>
        <a:p>
          <a:pPr>
            <a:buFont typeface="Arial" panose="020B0604020202020204" pitchFamily="34" charset="0"/>
            <a:buChar char="•"/>
          </a:pPr>
          <a:r>
            <a:rPr lang="en-NL"/>
            <a:t>Run, modify and check a simple Python notebook.</a:t>
          </a:r>
        </a:p>
      </dgm:t>
    </dgm:pt>
    <dgm:pt modelId="{AC22B13D-6405-45C3-AA56-B77F1D21F15F}" type="parTrans" cxnId="{32C214F4-076B-4651-8E85-637514A25677}">
      <dgm:prSet/>
      <dgm:spPr/>
      <dgm:t>
        <a:bodyPr/>
        <a:lstStyle/>
        <a:p>
          <a:endParaRPr lang="en-NL"/>
        </a:p>
      </dgm:t>
    </dgm:pt>
    <dgm:pt modelId="{00868CBA-7924-4CF0-8EA9-F74162E14629}" type="sibTrans" cxnId="{32C214F4-076B-4651-8E85-637514A25677}">
      <dgm:prSet/>
      <dgm:spPr/>
      <dgm:t>
        <a:bodyPr/>
        <a:lstStyle/>
        <a:p>
          <a:endParaRPr lang="en-NL"/>
        </a:p>
      </dgm:t>
    </dgm:pt>
    <dgm:pt modelId="{20DB3967-EE68-47CC-8B98-3B1668E396B7}">
      <dgm:prSet/>
      <dgm:spPr/>
      <dgm:t>
        <a:bodyPr/>
        <a:lstStyle/>
        <a:p>
          <a:pPr>
            <a:buFont typeface="Arial" panose="020B0604020202020204" pitchFamily="34" charset="0"/>
            <a:buChar char="•"/>
          </a:pPr>
          <a:r>
            <a:rPr lang="en-NL"/>
            <a:t>Describe how to use GenAI as a Socratic learning coach within the course rules.</a:t>
          </a:r>
        </a:p>
      </dgm:t>
    </dgm:pt>
    <dgm:pt modelId="{37BCADE8-873E-4C4D-BD44-D3E8F3A11873}" type="parTrans" cxnId="{D71E8DAF-5E59-44EA-8DA9-DF6EBD3E5615}">
      <dgm:prSet/>
      <dgm:spPr/>
      <dgm:t>
        <a:bodyPr/>
        <a:lstStyle/>
        <a:p>
          <a:endParaRPr lang="en-NL"/>
        </a:p>
      </dgm:t>
    </dgm:pt>
    <dgm:pt modelId="{CE0AEEC9-DF24-4541-82D9-9C2F78FA85BC}" type="sibTrans" cxnId="{D71E8DAF-5E59-44EA-8DA9-DF6EBD3E5615}">
      <dgm:prSet/>
      <dgm:spPr/>
      <dgm:t>
        <a:bodyPr/>
        <a:lstStyle/>
        <a:p>
          <a:endParaRPr lang="en-NL"/>
        </a:p>
      </dgm:t>
    </dgm:pt>
    <dgm:pt modelId="{91D7A02A-56DA-4627-A41B-F831576A5CF8}">
      <dgm:prSet/>
      <dgm:spPr/>
      <dgm:t>
        <a:bodyPr/>
        <a:lstStyle/>
        <a:p>
          <a:r>
            <a:rPr lang="en-NL" dirty="0"/>
            <a:t>Explain how analytics turns data into insights and better decisions.</a:t>
          </a:r>
          <a:endParaRPr lang="en-US" dirty="0"/>
        </a:p>
      </dgm:t>
    </dgm:pt>
    <dgm:pt modelId="{E047ADBC-A0F4-47BD-A20C-AAB9F7EEA05E}" type="parTrans" cxnId="{2DCDED1F-FCB8-4166-A1E1-95AF8E11D0EC}">
      <dgm:prSet/>
      <dgm:spPr/>
    </dgm:pt>
    <dgm:pt modelId="{21F65F18-8103-4DA5-A142-AEDE31A7E0A2}" type="sibTrans" cxnId="{2DCDED1F-FCB8-4166-A1E1-95AF8E11D0EC}">
      <dgm:prSet/>
      <dgm:spPr/>
    </dgm:pt>
    <dgm:pt modelId="{15697CF7-A855-4266-A1F6-2CBE9C390390}" type="pres">
      <dgm:prSet presAssocID="{970B2D46-2765-424F-9F88-B14773411715}" presName="vert0" presStyleCnt="0">
        <dgm:presLayoutVars>
          <dgm:dir/>
          <dgm:animOne val="branch"/>
          <dgm:animLvl val="lvl"/>
        </dgm:presLayoutVars>
      </dgm:prSet>
      <dgm:spPr/>
    </dgm:pt>
    <dgm:pt modelId="{BFD37090-496D-4EAA-A585-6C23FBA283E3}" type="pres">
      <dgm:prSet presAssocID="{91D7A02A-56DA-4627-A41B-F831576A5CF8}" presName="thickLine" presStyleLbl="alignNode1" presStyleIdx="0" presStyleCnt="6"/>
      <dgm:spPr/>
    </dgm:pt>
    <dgm:pt modelId="{6E5EFB2C-E671-44D6-838D-A09686F2C9F3}" type="pres">
      <dgm:prSet presAssocID="{91D7A02A-56DA-4627-A41B-F831576A5CF8}" presName="horz1" presStyleCnt="0"/>
      <dgm:spPr/>
    </dgm:pt>
    <dgm:pt modelId="{257F23BD-B0F2-4DF2-919A-63B111A7509E}" type="pres">
      <dgm:prSet presAssocID="{91D7A02A-56DA-4627-A41B-F831576A5CF8}" presName="tx1" presStyleLbl="revTx" presStyleIdx="0" presStyleCnt="6"/>
      <dgm:spPr/>
    </dgm:pt>
    <dgm:pt modelId="{13514643-FBF9-41D1-B7F7-84151FD421D6}" type="pres">
      <dgm:prSet presAssocID="{91D7A02A-56DA-4627-A41B-F831576A5CF8}" presName="vert1" presStyleCnt="0"/>
      <dgm:spPr/>
    </dgm:pt>
    <dgm:pt modelId="{006AD89F-97EE-4D0D-BA1B-62C06A4CB557}" type="pres">
      <dgm:prSet presAssocID="{ED7B0D79-7203-436D-ABFF-3467F82B1588}" presName="thickLine" presStyleLbl="alignNode1" presStyleIdx="1" presStyleCnt="6"/>
      <dgm:spPr/>
    </dgm:pt>
    <dgm:pt modelId="{4915C1D6-4F76-4880-A837-DBAABE56DD90}" type="pres">
      <dgm:prSet presAssocID="{ED7B0D79-7203-436D-ABFF-3467F82B1588}" presName="horz1" presStyleCnt="0"/>
      <dgm:spPr/>
    </dgm:pt>
    <dgm:pt modelId="{19019A22-C210-47CD-87DC-D8036457A12D}" type="pres">
      <dgm:prSet presAssocID="{ED7B0D79-7203-436D-ABFF-3467F82B1588}" presName="tx1" presStyleLbl="revTx" presStyleIdx="1" presStyleCnt="6"/>
      <dgm:spPr/>
    </dgm:pt>
    <dgm:pt modelId="{2CA1A951-8D59-4380-8C2A-2689C932E666}" type="pres">
      <dgm:prSet presAssocID="{ED7B0D79-7203-436D-ABFF-3467F82B1588}" presName="vert1" presStyleCnt="0"/>
      <dgm:spPr/>
    </dgm:pt>
    <dgm:pt modelId="{41032B03-459F-4B29-8199-83C6F1F524A8}" type="pres">
      <dgm:prSet presAssocID="{38629E11-5900-4895-BF98-5F7A9EB7E7AD}" presName="thickLine" presStyleLbl="alignNode1" presStyleIdx="2" presStyleCnt="6"/>
      <dgm:spPr/>
    </dgm:pt>
    <dgm:pt modelId="{DBBC8989-DC3D-4ED9-A58B-958CFA72AB39}" type="pres">
      <dgm:prSet presAssocID="{38629E11-5900-4895-BF98-5F7A9EB7E7AD}" presName="horz1" presStyleCnt="0"/>
      <dgm:spPr/>
    </dgm:pt>
    <dgm:pt modelId="{123EC8C7-B729-4F80-8630-C992D2CA56C7}" type="pres">
      <dgm:prSet presAssocID="{38629E11-5900-4895-BF98-5F7A9EB7E7AD}" presName="tx1" presStyleLbl="revTx" presStyleIdx="2" presStyleCnt="6"/>
      <dgm:spPr/>
    </dgm:pt>
    <dgm:pt modelId="{3B712AE6-3B2E-4ABA-835F-2277B0BE5BEE}" type="pres">
      <dgm:prSet presAssocID="{38629E11-5900-4895-BF98-5F7A9EB7E7AD}" presName="vert1" presStyleCnt="0"/>
      <dgm:spPr/>
    </dgm:pt>
    <dgm:pt modelId="{A3463402-188C-474D-9835-5B5D5DD91D98}" type="pres">
      <dgm:prSet presAssocID="{3486BCBA-C7AF-4CC6-B6EE-F3D2AAAB30CF}" presName="thickLine" presStyleLbl="alignNode1" presStyleIdx="3" presStyleCnt="6"/>
      <dgm:spPr/>
    </dgm:pt>
    <dgm:pt modelId="{DE258871-38A9-44EE-8F4C-9A9C65368F64}" type="pres">
      <dgm:prSet presAssocID="{3486BCBA-C7AF-4CC6-B6EE-F3D2AAAB30CF}" presName="horz1" presStyleCnt="0"/>
      <dgm:spPr/>
    </dgm:pt>
    <dgm:pt modelId="{776206AF-F1E7-4067-82A6-E790BEE36E93}" type="pres">
      <dgm:prSet presAssocID="{3486BCBA-C7AF-4CC6-B6EE-F3D2AAAB30CF}" presName="tx1" presStyleLbl="revTx" presStyleIdx="3" presStyleCnt="6"/>
      <dgm:spPr/>
    </dgm:pt>
    <dgm:pt modelId="{C4814723-B320-47D3-80C8-9E518E7140B6}" type="pres">
      <dgm:prSet presAssocID="{3486BCBA-C7AF-4CC6-B6EE-F3D2AAAB30CF}" presName="vert1" presStyleCnt="0"/>
      <dgm:spPr/>
    </dgm:pt>
    <dgm:pt modelId="{63581B58-EA0F-4CE6-BB46-DC68B67AFB71}" type="pres">
      <dgm:prSet presAssocID="{5D5A8545-6FBF-4BE0-8267-DA021EAAF15B}" presName="thickLine" presStyleLbl="alignNode1" presStyleIdx="4" presStyleCnt="6"/>
      <dgm:spPr/>
    </dgm:pt>
    <dgm:pt modelId="{F2429B22-923B-4896-8089-2DAA1AA8486F}" type="pres">
      <dgm:prSet presAssocID="{5D5A8545-6FBF-4BE0-8267-DA021EAAF15B}" presName="horz1" presStyleCnt="0"/>
      <dgm:spPr/>
    </dgm:pt>
    <dgm:pt modelId="{F3D4066F-A191-4CB2-BE7E-5D39116D0CDD}" type="pres">
      <dgm:prSet presAssocID="{5D5A8545-6FBF-4BE0-8267-DA021EAAF15B}" presName="tx1" presStyleLbl="revTx" presStyleIdx="4" presStyleCnt="6"/>
      <dgm:spPr/>
    </dgm:pt>
    <dgm:pt modelId="{861B3A74-CD49-4285-A664-F43CF50E5C27}" type="pres">
      <dgm:prSet presAssocID="{5D5A8545-6FBF-4BE0-8267-DA021EAAF15B}" presName="vert1" presStyleCnt="0"/>
      <dgm:spPr/>
    </dgm:pt>
    <dgm:pt modelId="{A52CE638-4480-485B-8D72-0E1C87C0878E}" type="pres">
      <dgm:prSet presAssocID="{20DB3967-EE68-47CC-8B98-3B1668E396B7}" presName="thickLine" presStyleLbl="alignNode1" presStyleIdx="5" presStyleCnt="6"/>
      <dgm:spPr/>
    </dgm:pt>
    <dgm:pt modelId="{5B44352B-0E4A-4040-960F-6AEE36CB74EE}" type="pres">
      <dgm:prSet presAssocID="{20DB3967-EE68-47CC-8B98-3B1668E396B7}" presName="horz1" presStyleCnt="0"/>
      <dgm:spPr/>
    </dgm:pt>
    <dgm:pt modelId="{3A80DE20-F1F1-46F9-9013-2259FC68D9E2}" type="pres">
      <dgm:prSet presAssocID="{20DB3967-EE68-47CC-8B98-3B1668E396B7}" presName="tx1" presStyleLbl="revTx" presStyleIdx="5" presStyleCnt="6"/>
      <dgm:spPr/>
    </dgm:pt>
    <dgm:pt modelId="{646D304C-7A71-4CE7-A78F-5469F19EBAB2}" type="pres">
      <dgm:prSet presAssocID="{20DB3967-EE68-47CC-8B98-3B1668E396B7}" presName="vert1" presStyleCnt="0"/>
      <dgm:spPr/>
    </dgm:pt>
  </dgm:ptLst>
  <dgm:cxnLst>
    <dgm:cxn modelId="{2DCDED1F-FCB8-4166-A1E1-95AF8E11D0EC}" srcId="{970B2D46-2765-424F-9F88-B14773411715}" destId="{91D7A02A-56DA-4627-A41B-F831576A5CF8}" srcOrd="0" destOrd="0" parTransId="{E047ADBC-A0F4-47BD-A20C-AAB9F7EEA05E}" sibTransId="{21F65F18-8103-4DA5-A142-AEDE31A7E0A2}"/>
    <dgm:cxn modelId="{49633A33-DF0B-4203-85AA-542303EDD81F}" type="presOf" srcId="{ED7B0D79-7203-436D-ABFF-3467F82B1588}" destId="{19019A22-C210-47CD-87DC-D8036457A12D}" srcOrd="0" destOrd="0" presId="urn:microsoft.com/office/officeart/2008/layout/LinedList"/>
    <dgm:cxn modelId="{BD5D4F33-D8E6-4A3F-BF39-64CCE453699D}" type="presOf" srcId="{970B2D46-2765-424F-9F88-B14773411715}" destId="{15697CF7-A855-4266-A1F6-2CBE9C390390}" srcOrd="0" destOrd="0" presId="urn:microsoft.com/office/officeart/2008/layout/LinedList"/>
    <dgm:cxn modelId="{BF2F3C45-BBE3-41A3-B671-EEE5C260C5FB}" type="presOf" srcId="{20DB3967-EE68-47CC-8B98-3B1668E396B7}" destId="{3A80DE20-F1F1-46F9-9013-2259FC68D9E2}" srcOrd="0" destOrd="0" presId="urn:microsoft.com/office/officeart/2008/layout/LinedList"/>
    <dgm:cxn modelId="{1DED8252-BFCE-4F4A-8C2D-24C5729FC314}" srcId="{970B2D46-2765-424F-9F88-B14773411715}" destId="{ED7B0D79-7203-436D-ABFF-3467F82B1588}" srcOrd="1" destOrd="0" parTransId="{2567591C-A059-41F1-82D7-03767BEF2F3A}" sibTransId="{4B104883-238B-49A7-BA35-5778B56CE958}"/>
    <dgm:cxn modelId="{0440C89A-976B-4150-A381-6D99571EB6EF}" type="presOf" srcId="{3486BCBA-C7AF-4CC6-B6EE-F3D2AAAB30CF}" destId="{776206AF-F1E7-4067-82A6-E790BEE36E93}" srcOrd="0" destOrd="0" presId="urn:microsoft.com/office/officeart/2008/layout/LinedList"/>
    <dgm:cxn modelId="{4103529F-C280-4CDA-AC81-58086FE10E28}" type="presOf" srcId="{38629E11-5900-4895-BF98-5F7A9EB7E7AD}" destId="{123EC8C7-B729-4F80-8630-C992D2CA56C7}" srcOrd="0" destOrd="0" presId="urn:microsoft.com/office/officeart/2008/layout/LinedList"/>
    <dgm:cxn modelId="{D71E8DAF-5E59-44EA-8DA9-DF6EBD3E5615}" srcId="{970B2D46-2765-424F-9F88-B14773411715}" destId="{20DB3967-EE68-47CC-8B98-3B1668E396B7}" srcOrd="5" destOrd="0" parTransId="{37BCADE8-873E-4C4D-BD44-D3E8F3A11873}" sibTransId="{CE0AEEC9-DF24-4541-82D9-9C2F78FA85BC}"/>
    <dgm:cxn modelId="{CF2E8EBC-DC57-4241-90A4-15E789758A37}" type="presOf" srcId="{5D5A8545-6FBF-4BE0-8267-DA021EAAF15B}" destId="{F3D4066F-A191-4CB2-BE7E-5D39116D0CDD}" srcOrd="0" destOrd="0" presId="urn:microsoft.com/office/officeart/2008/layout/LinedList"/>
    <dgm:cxn modelId="{E5CC32C3-6462-47C5-A4A4-7AEBF8103889}" srcId="{970B2D46-2765-424F-9F88-B14773411715}" destId="{3486BCBA-C7AF-4CC6-B6EE-F3D2AAAB30CF}" srcOrd="3" destOrd="0" parTransId="{E1000929-2A2D-4873-8AF2-C07FA833EA94}" sibTransId="{C5C0345A-F64F-4FF5-B07E-B10C6D4D0356}"/>
    <dgm:cxn modelId="{F18D3DD8-07D8-4C17-9ABB-29C035B2E29D}" srcId="{970B2D46-2765-424F-9F88-B14773411715}" destId="{38629E11-5900-4895-BF98-5F7A9EB7E7AD}" srcOrd="2" destOrd="0" parTransId="{4D3E1E4A-8ACE-42CF-986E-9363E775480D}" sibTransId="{1411FF00-AFB0-4E9E-8B2C-341A8D6C637B}"/>
    <dgm:cxn modelId="{54D05FE4-7689-4790-9D51-BA5B2166A3BC}" type="presOf" srcId="{91D7A02A-56DA-4627-A41B-F831576A5CF8}" destId="{257F23BD-B0F2-4DF2-919A-63B111A7509E}" srcOrd="0" destOrd="0" presId="urn:microsoft.com/office/officeart/2008/layout/LinedList"/>
    <dgm:cxn modelId="{32C214F4-076B-4651-8E85-637514A25677}" srcId="{970B2D46-2765-424F-9F88-B14773411715}" destId="{5D5A8545-6FBF-4BE0-8267-DA021EAAF15B}" srcOrd="4" destOrd="0" parTransId="{AC22B13D-6405-45C3-AA56-B77F1D21F15F}" sibTransId="{00868CBA-7924-4CF0-8EA9-F74162E14629}"/>
    <dgm:cxn modelId="{E9699F55-18B7-438C-A7CE-17992A32198D}" type="presParOf" srcId="{15697CF7-A855-4266-A1F6-2CBE9C390390}" destId="{BFD37090-496D-4EAA-A585-6C23FBA283E3}" srcOrd="0" destOrd="0" presId="urn:microsoft.com/office/officeart/2008/layout/LinedList"/>
    <dgm:cxn modelId="{6B010BED-6179-40CA-8AC7-7CF52A311FE2}" type="presParOf" srcId="{15697CF7-A855-4266-A1F6-2CBE9C390390}" destId="{6E5EFB2C-E671-44D6-838D-A09686F2C9F3}" srcOrd="1" destOrd="0" presId="urn:microsoft.com/office/officeart/2008/layout/LinedList"/>
    <dgm:cxn modelId="{4308E852-B4CA-42DD-8007-6263FE14E8D0}" type="presParOf" srcId="{6E5EFB2C-E671-44D6-838D-A09686F2C9F3}" destId="{257F23BD-B0F2-4DF2-919A-63B111A7509E}" srcOrd="0" destOrd="0" presId="urn:microsoft.com/office/officeart/2008/layout/LinedList"/>
    <dgm:cxn modelId="{2D4CD9D7-B886-4B1B-8112-434C407C7D5F}" type="presParOf" srcId="{6E5EFB2C-E671-44D6-838D-A09686F2C9F3}" destId="{13514643-FBF9-41D1-B7F7-84151FD421D6}" srcOrd="1" destOrd="0" presId="urn:microsoft.com/office/officeart/2008/layout/LinedList"/>
    <dgm:cxn modelId="{6A0C1D20-8CF5-4B50-9AB4-EB014CF6FE0E}" type="presParOf" srcId="{15697CF7-A855-4266-A1F6-2CBE9C390390}" destId="{006AD89F-97EE-4D0D-BA1B-62C06A4CB557}" srcOrd="2" destOrd="0" presId="urn:microsoft.com/office/officeart/2008/layout/LinedList"/>
    <dgm:cxn modelId="{779D8A58-E63A-40B1-96B7-28E8F90A6887}" type="presParOf" srcId="{15697CF7-A855-4266-A1F6-2CBE9C390390}" destId="{4915C1D6-4F76-4880-A837-DBAABE56DD90}" srcOrd="3" destOrd="0" presId="urn:microsoft.com/office/officeart/2008/layout/LinedList"/>
    <dgm:cxn modelId="{983F8FAB-492F-4F84-971C-ECB30742AEC7}" type="presParOf" srcId="{4915C1D6-4F76-4880-A837-DBAABE56DD90}" destId="{19019A22-C210-47CD-87DC-D8036457A12D}" srcOrd="0" destOrd="0" presId="urn:microsoft.com/office/officeart/2008/layout/LinedList"/>
    <dgm:cxn modelId="{717DE774-1579-47A8-BACE-B0B3A62FC4B1}" type="presParOf" srcId="{4915C1D6-4F76-4880-A837-DBAABE56DD90}" destId="{2CA1A951-8D59-4380-8C2A-2689C932E666}" srcOrd="1" destOrd="0" presId="urn:microsoft.com/office/officeart/2008/layout/LinedList"/>
    <dgm:cxn modelId="{674E1556-F843-406B-827D-99C5CFD6F718}" type="presParOf" srcId="{15697CF7-A855-4266-A1F6-2CBE9C390390}" destId="{41032B03-459F-4B29-8199-83C6F1F524A8}" srcOrd="4" destOrd="0" presId="urn:microsoft.com/office/officeart/2008/layout/LinedList"/>
    <dgm:cxn modelId="{64102706-AA1F-40F9-AF6E-B23B97BC2317}" type="presParOf" srcId="{15697CF7-A855-4266-A1F6-2CBE9C390390}" destId="{DBBC8989-DC3D-4ED9-A58B-958CFA72AB39}" srcOrd="5" destOrd="0" presId="urn:microsoft.com/office/officeart/2008/layout/LinedList"/>
    <dgm:cxn modelId="{13A832D8-28C5-41C6-892E-15C8676A8CD0}" type="presParOf" srcId="{DBBC8989-DC3D-4ED9-A58B-958CFA72AB39}" destId="{123EC8C7-B729-4F80-8630-C992D2CA56C7}" srcOrd="0" destOrd="0" presId="urn:microsoft.com/office/officeart/2008/layout/LinedList"/>
    <dgm:cxn modelId="{EFA89DF3-0B93-4090-9DE9-C6A5F4C5B74E}" type="presParOf" srcId="{DBBC8989-DC3D-4ED9-A58B-958CFA72AB39}" destId="{3B712AE6-3B2E-4ABA-835F-2277B0BE5BEE}" srcOrd="1" destOrd="0" presId="urn:microsoft.com/office/officeart/2008/layout/LinedList"/>
    <dgm:cxn modelId="{D9B866F1-1069-454F-AC36-6224E3216879}" type="presParOf" srcId="{15697CF7-A855-4266-A1F6-2CBE9C390390}" destId="{A3463402-188C-474D-9835-5B5D5DD91D98}" srcOrd="6" destOrd="0" presId="urn:microsoft.com/office/officeart/2008/layout/LinedList"/>
    <dgm:cxn modelId="{8AB19559-5AB6-4A32-94EA-39ACDE8ED1E6}" type="presParOf" srcId="{15697CF7-A855-4266-A1F6-2CBE9C390390}" destId="{DE258871-38A9-44EE-8F4C-9A9C65368F64}" srcOrd="7" destOrd="0" presId="urn:microsoft.com/office/officeart/2008/layout/LinedList"/>
    <dgm:cxn modelId="{20A54D29-B492-4DA1-9BE6-8A580D0E9E2C}" type="presParOf" srcId="{DE258871-38A9-44EE-8F4C-9A9C65368F64}" destId="{776206AF-F1E7-4067-82A6-E790BEE36E93}" srcOrd="0" destOrd="0" presId="urn:microsoft.com/office/officeart/2008/layout/LinedList"/>
    <dgm:cxn modelId="{D3C723D0-F02C-453E-B198-423620E81DB5}" type="presParOf" srcId="{DE258871-38A9-44EE-8F4C-9A9C65368F64}" destId="{C4814723-B320-47D3-80C8-9E518E7140B6}" srcOrd="1" destOrd="0" presId="urn:microsoft.com/office/officeart/2008/layout/LinedList"/>
    <dgm:cxn modelId="{5BD560F9-DA06-437A-82CF-B653AA303E85}" type="presParOf" srcId="{15697CF7-A855-4266-A1F6-2CBE9C390390}" destId="{63581B58-EA0F-4CE6-BB46-DC68B67AFB71}" srcOrd="8" destOrd="0" presId="urn:microsoft.com/office/officeart/2008/layout/LinedList"/>
    <dgm:cxn modelId="{CA752FCB-375C-49E6-9888-71C2A5DE00D0}" type="presParOf" srcId="{15697CF7-A855-4266-A1F6-2CBE9C390390}" destId="{F2429B22-923B-4896-8089-2DAA1AA8486F}" srcOrd="9" destOrd="0" presId="urn:microsoft.com/office/officeart/2008/layout/LinedList"/>
    <dgm:cxn modelId="{48D80E4C-00E4-434A-9643-1774621C7577}" type="presParOf" srcId="{F2429B22-923B-4896-8089-2DAA1AA8486F}" destId="{F3D4066F-A191-4CB2-BE7E-5D39116D0CDD}" srcOrd="0" destOrd="0" presId="urn:microsoft.com/office/officeart/2008/layout/LinedList"/>
    <dgm:cxn modelId="{5499D431-6338-4A6A-8FE7-08B84BAA7574}" type="presParOf" srcId="{F2429B22-923B-4896-8089-2DAA1AA8486F}" destId="{861B3A74-CD49-4285-A664-F43CF50E5C27}" srcOrd="1" destOrd="0" presId="urn:microsoft.com/office/officeart/2008/layout/LinedList"/>
    <dgm:cxn modelId="{397CC027-3273-4572-9236-E9E6B315EF30}" type="presParOf" srcId="{15697CF7-A855-4266-A1F6-2CBE9C390390}" destId="{A52CE638-4480-485B-8D72-0E1C87C0878E}" srcOrd="10" destOrd="0" presId="urn:microsoft.com/office/officeart/2008/layout/LinedList"/>
    <dgm:cxn modelId="{5CF24958-C97F-442B-AB77-69BA7CF7E672}" type="presParOf" srcId="{15697CF7-A855-4266-A1F6-2CBE9C390390}" destId="{5B44352B-0E4A-4040-960F-6AEE36CB74EE}" srcOrd="11" destOrd="0" presId="urn:microsoft.com/office/officeart/2008/layout/LinedList"/>
    <dgm:cxn modelId="{18C08503-7EFE-4336-8169-EC782E275B09}" type="presParOf" srcId="{5B44352B-0E4A-4040-960F-6AEE36CB74EE}" destId="{3A80DE20-F1F1-46F9-9013-2259FC68D9E2}" srcOrd="0" destOrd="0" presId="urn:microsoft.com/office/officeart/2008/layout/LinedList"/>
    <dgm:cxn modelId="{FCE5C17B-FEF1-40C6-B6CB-775267B7B1D8}" type="presParOf" srcId="{5B44352B-0E4A-4040-960F-6AEE36CB74EE}" destId="{646D304C-7A71-4CE7-A78F-5469F19EBAB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2906F9E-E9F6-4F76-B583-C3E8E9568604}" type="doc">
      <dgm:prSet loTypeId="urn:microsoft.com/office/officeart/2018/2/layout/IconLabelList" loCatId="icon" qsTypeId="urn:microsoft.com/office/officeart/2005/8/quickstyle/simple1" qsCatId="simple" csTypeId="urn:microsoft.com/office/officeart/2005/8/colors/accent3_2" csCatId="accent3" phldr="1"/>
      <dgm:spPr/>
      <dgm:t>
        <a:bodyPr/>
        <a:lstStyle/>
        <a:p>
          <a:endParaRPr lang="en-US"/>
        </a:p>
      </dgm:t>
    </dgm:pt>
    <dgm:pt modelId="{4723EE25-276B-400C-91F1-A046D8038336}">
      <dgm:prSet/>
      <dgm:spPr/>
      <dgm:t>
        <a:bodyPr/>
        <a:lstStyle/>
        <a:p>
          <a:pPr>
            <a:lnSpc>
              <a:spcPct val="100000"/>
            </a:lnSpc>
          </a:pPr>
          <a:r>
            <a:rPr lang="en-NL" b="1" dirty="0"/>
            <a:t>1 · Decision intelligence</a:t>
          </a:r>
          <a:br>
            <a:rPr lang="en-NL" dirty="0"/>
          </a:br>
          <a:r>
            <a:rPr lang="en-NL" dirty="0"/>
            <a:t>How analytics turns data into better decisions and meaningful real-world impact.</a:t>
          </a:r>
          <a:endParaRPr lang="en-US" dirty="0"/>
        </a:p>
      </dgm:t>
    </dgm:pt>
    <dgm:pt modelId="{0266231B-5338-4F8E-A03A-87DAAEDD727E}" type="parTrans" cxnId="{2CC510D7-3BA4-43C0-8A54-783B9F54B773}">
      <dgm:prSet/>
      <dgm:spPr/>
      <dgm:t>
        <a:bodyPr/>
        <a:lstStyle/>
        <a:p>
          <a:endParaRPr lang="en-US"/>
        </a:p>
      </dgm:t>
    </dgm:pt>
    <dgm:pt modelId="{CAF4BCD1-87DD-4858-8BE9-69DDF96719D3}" type="sibTrans" cxnId="{2CC510D7-3BA4-43C0-8A54-783B9F54B773}">
      <dgm:prSet/>
      <dgm:spPr/>
      <dgm:t>
        <a:bodyPr/>
        <a:lstStyle/>
        <a:p>
          <a:endParaRPr lang="en-US"/>
        </a:p>
      </dgm:t>
    </dgm:pt>
    <dgm:pt modelId="{DD741441-97CC-4C42-9170-3723FED73E9D}">
      <dgm:prSet/>
      <dgm:spPr/>
      <dgm:t>
        <a:bodyPr/>
        <a:lstStyle/>
        <a:p>
          <a:pPr>
            <a:lnSpc>
              <a:spcPct val="100000"/>
            </a:lnSpc>
          </a:pPr>
          <a:r>
            <a:rPr lang="en-NL" b="1" dirty="0"/>
            <a:t>2 · What makes it possible</a:t>
          </a:r>
          <a:br>
            <a:rPr lang="en-NL" dirty="0"/>
          </a:br>
          <a:r>
            <a:rPr lang="en-NL" dirty="0"/>
            <a:t>Data, computing power and algorithms.</a:t>
          </a:r>
          <a:endParaRPr lang="en-US" dirty="0"/>
        </a:p>
      </dgm:t>
    </dgm:pt>
    <dgm:pt modelId="{BA4F7812-825C-4C39-BB9C-CE13FAA84498}" type="parTrans" cxnId="{7B667ACD-DF16-4CFD-8334-56F036EF3A0D}">
      <dgm:prSet/>
      <dgm:spPr/>
      <dgm:t>
        <a:bodyPr/>
        <a:lstStyle/>
        <a:p>
          <a:endParaRPr lang="en-US"/>
        </a:p>
      </dgm:t>
    </dgm:pt>
    <dgm:pt modelId="{A6CAF8B3-EA2B-429F-85B3-59D9A6AF2250}" type="sibTrans" cxnId="{7B667ACD-DF16-4CFD-8334-56F036EF3A0D}">
      <dgm:prSet/>
      <dgm:spPr/>
      <dgm:t>
        <a:bodyPr/>
        <a:lstStyle/>
        <a:p>
          <a:endParaRPr lang="en-US"/>
        </a:p>
      </dgm:t>
    </dgm:pt>
    <dgm:pt modelId="{E9D60218-357B-4CA1-955C-131FB574F05A}">
      <dgm:prSet/>
      <dgm:spPr/>
      <dgm:t>
        <a:bodyPr/>
        <a:lstStyle/>
        <a:p>
          <a:pPr>
            <a:lnSpc>
              <a:spcPct val="100000"/>
            </a:lnSpc>
          </a:pPr>
          <a:r>
            <a:rPr lang="en-NL" b="1" dirty="0"/>
            <a:t>3 · Opportunities for good</a:t>
          </a:r>
          <a:br>
            <a:rPr lang="en-NL" dirty="0"/>
          </a:br>
          <a:r>
            <a:rPr lang="en-NL" dirty="0"/>
            <a:t>The analytics tools that help businesses improve performance can also help NGOs increase their impact and advance the Sustainable Development Goals.</a:t>
          </a:r>
          <a:endParaRPr lang="en-US" dirty="0"/>
        </a:p>
      </dgm:t>
    </dgm:pt>
    <dgm:pt modelId="{1DD6560C-FC12-444B-930F-191A5BA617F5}" type="parTrans" cxnId="{A52DB09D-201C-4A0F-9E61-1379C59963C1}">
      <dgm:prSet/>
      <dgm:spPr/>
      <dgm:t>
        <a:bodyPr/>
        <a:lstStyle/>
        <a:p>
          <a:endParaRPr lang="en-US"/>
        </a:p>
      </dgm:t>
    </dgm:pt>
    <dgm:pt modelId="{9874DD37-2049-4D40-AA07-375DF75F15D3}" type="sibTrans" cxnId="{A52DB09D-201C-4A0F-9E61-1379C59963C1}">
      <dgm:prSet/>
      <dgm:spPr/>
      <dgm:t>
        <a:bodyPr/>
        <a:lstStyle/>
        <a:p>
          <a:endParaRPr lang="en-US"/>
        </a:p>
      </dgm:t>
    </dgm:pt>
    <dgm:pt modelId="{1CFFC4FE-056A-4F8C-92D4-40829B56E249}">
      <dgm:prSet/>
      <dgm:spPr/>
      <dgm:t>
        <a:bodyPr/>
        <a:lstStyle/>
        <a:p>
          <a:pPr>
            <a:lnSpc>
              <a:spcPct val="100000"/>
            </a:lnSpc>
          </a:pPr>
          <a:r>
            <a:rPr lang="en-NL" b="1" dirty="0"/>
            <a:t>4 · Your toolkit</a:t>
          </a:r>
          <a:br>
            <a:rPr lang="en-NL" dirty="0"/>
          </a:br>
          <a:r>
            <a:rPr lang="en-NL" dirty="0"/>
            <a:t>Analytics and its mathematical foundations, Python, mathematical modelling, optimization and responsible use of AI.</a:t>
          </a:r>
          <a:endParaRPr lang="en-US" dirty="0"/>
        </a:p>
      </dgm:t>
    </dgm:pt>
    <dgm:pt modelId="{2DC1210F-8440-4980-B19D-106478E261F7}" type="parTrans" cxnId="{8C2D3484-9337-4A1A-98FA-9B00BEB0FC96}">
      <dgm:prSet/>
      <dgm:spPr/>
      <dgm:t>
        <a:bodyPr/>
        <a:lstStyle/>
        <a:p>
          <a:endParaRPr lang="en-US"/>
        </a:p>
      </dgm:t>
    </dgm:pt>
    <dgm:pt modelId="{FB5813E4-7A06-4815-8751-CC182329AA9B}" type="sibTrans" cxnId="{8C2D3484-9337-4A1A-98FA-9B00BEB0FC96}">
      <dgm:prSet/>
      <dgm:spPr/>
      <dgm:t>
        <a:bodyPr/>
        <a:lstStyle/>
        <a:p>
          <a:endParaRPr lang="en-US"/>
        </a:p>
      </dgm:t>
    </dgm:pt>
    <dgm:pt modelId="{34E8F644-B90D-438B-B7CE-76FAF8E26FBC}" type="pres">
      <dgm:prSet presAssocID="{72906F9E-E9F6-4F76-B583-C3E8E9568604}" presName="root" presStyleCnt="0">
        <dgm:presLayoutVars>
          <dgm:dir/>
          <dgm:resizeHandles val="exact"/>
        </dgm:presLayoutVars>
      </dgm:prSet>
      <dgm:spPr/>
    </dgm:pt>
    <dgm:pt modelId="{97605CB0-E15D-4F4E-8BB4-B14909E1DB40}" type="pres">
      <dgm:prSet presAssocID="{4723EE25-276B-400C-91F1-A046D8038336}" presName="compNode" presStyleCnt="0"/>
      <dgm:spPr/>
    </dgm:pt>
    <dgm:pt modelId="{5FE2DD58-47A9-4F3D-A771-BAB76146EDF9}" type="pres">
      <dgm:prSet presAssocID="{4723EE25-276B-400C-91F1-A046D8038336}"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Earth Globe Americas"/>
        </a:ext>
      </dgm:extLst>
    </dgm:pt>
    <dgm:pt modelId="{C2FBDFC0-6344-479D-88BA-B64F0A0ACE58}" type="pres">
      <dgm:prSet presAssocID="{4723EE25-276B-400C-91F1-A046D8038336}" presName="spaceRect" presStyleCnt="0"/>
      <dgm:spPr/>
    </dgm:pt>
    <dgm:pt modelId="{B6C7CEF6-A542-4067-9EA7-4B81AA07B314}" type="pres">
      <dgm:prSet presAssocID="{4723EE25-276B-400C-91F1-A046D8038336}" presName="textRect" presStyleLbl="revTx" presStyleIdx="0" presStyleCnt="4">
        <dgm:presLayoutVars>
          <dgm:chMax val="1"/>
          <dgm:chPref val="1"/>
        </dgm:presLayoutVars>
      </dgm:prSet>
      <dgm:spPr/>
    </dgm:pt>
    <dgm:pt modelId="{E707B9FC-6B18-4A0C-A72D-348F424A9595}" type="pres">
      <dgm:prSet presAssocID="{CAF4BCD1-87DD-4858-8BE9-69DDF96719D3}" presName="sibTrans" presStyleCnt="0"/>
      <dgm:spPr/>
    </dgm:pt>
    <dgm:pt modelId="{ECBAC79C-8801-4A95-AAC6-778EA187A895}" type="pres">
      <dgm:prSet presAssocID="{DD741441-97CC-4C42-9170-3723FED73E9D}" presName="compNode" presStyleCnt="0"/>
      <dgm:spPr/>
    </dgm:pt>
    <dgm:pt modelId="{E344D8C3-32EF-4EB0-972A-06AF57DE1409}" type="pres">
      <dgm:prSet presAssocID="{DD741441-97CC-4C42-9170-3723FED73E9D}"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FFD02E2E-D5D1-417A-9414-A1DD116F9C17}" type="pres">
      <dgm:prSet presAssocID="{DD741441-97CC-4C42-9170-3723FED73E9D}" presName="spaceRect" presStyleCnt="0"/>
      <dgm:spPr/>
    </dgm:pt>
    <dgm:pt modelId="{B11A6F10-2BA4-43BF-819E-A651DC396E84}" type="pres">
      <dgm:prSet presAssocID="{DD741441-97CC-4C42-9170-3723FED73E9D}" presName="textRect" presStyleLbl="revTx" presStyleIdx="1" presStyleCnt="4">
        <dgm:presLayoutVars>
          <dgm:chMax val="1"/>
          <dgm:chPref val="1"/>
        </dgm:presLayoutVars>
      </dgm:prSet>
      <dgm:spPr/>
    </dgm:pt>
    <dgm:pt modelId="{0CFF6FBE-9E0B-4275-BEAE-1D1A119C9FB5}" type="pres">
      <dgm:prSet presAssocID="{A6CAF8B3-EA2B-429F-85B3-59D9A6AF2250}" presName="sibTrans" presStyleCnt="0"/>
      <dgm:spPr/>
    </dgm:pt>
    <dgm:pt modelId="{C653D213-9F97-4C35-874F-26647AC0DBB9}" type="pres">
      <dgm:prSet presAssocID="{E9D60218-357B-4CA1-955C-131FB574F05A}" presName="compNode" presStyleCnt="0"/>
      <dgm:spPr/>
    </dgm:pt>
    <dgm:pt modelId="{1D15FE93-833D-4E1D-88E8-5661B3018AE2}" type="pres">
      <dgm:prSet presAssocID="{E9D60218-357B-4CA1-955C-131FB574F05A}"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eeting"/>
        </a:ext>
      </dgm:extLst>
    </dgm:pt>
    <dgm:pt modelId="{FF5B9583-D599-432A-B4D4-5348DC3984F1}" type="pres">
      <dgm:prSet presAssocID="{E9D60218-357B-4CA1-955C-131FB574F05A}" presName="spaceRect" presStyleCnt="0"/>
      <dgm:spPr/>
    </dgm:pt>
    <dgm:pt modelId="{10B62547-9626-4A39-985B-7CA2BB64E555}" type="pres">
      <dgm:prSet presAssocID="{E9D60218-357B-4CA1-955C-131FB574F05A}" presName="textRect" presStyleLbl="revTx" presStyleIdx="2" presStyleCnt="4">
        <dgm:presLayoutVars>
          <dgm:chMax val="1"/>
          <dgm:chPref val="1"/>
        </dgm:presLayoutVars>
      </dgm:prSet>
      <dgm:spPr/>
    </dgm:pt>
    <dgm:pt modelId="{A0B4C80E-5083-495D-B5D7-95D060DC5897}" type="pres">
      <dgm:prSet presAssocID="{9874DD37-2049-4D40-AA07-375DF75F15D3}" presName="sibTrans" presStyleCnt="0"/>
      <dgm:spPr/>
    </dgm:pt>
    <dgm:pt modelId="{B413D883-305F-4F2D-AF4A-6D1A99A52AEC}" type="pres">
      <dgm:prSet presAssocID="{1CFFC4FE-056A-4F8C-92D4-40829B56E249}" presName="compNode" presStyleCnt="0"/>
      <dgm:spPr/>
    </dgm:pt>
    <dgm:pt modelId="{630E9296-C524-4713-AA07-F3FDE77AFE22}" type="pres">
      <dgm:prSet presAssocID="{1CFFC4FE-056A-4F8C-92D4-40829B56E249}"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1F94974B-514D-40D8-9BE4-17B2BB7DC5F6}" type="pres">
      <dgm:prSet presAssocID="{1CFFC4FE-056A-4F8C-92D4-40829B56E249}" presName="spaceRect" presStyleCnt="0"/>
      <dgm:spPr/>
    </dgm:pt>
    <dgm:pt modelId="{51946F83-A68B-40BE-9DA2-F2AA348CE99E}" type="pres">
      <dgm:prSet presAssocID="{1CFFC4FE-056A-4F8C-92D4-40829B56E249}" presName="textRect" presStyleLbl="revTx" presStyleIdx="3" presStyleCnt="4">
        <dgm:presLayoutVars>
          <dgm:chMax val="1"/>
          <dgm:chPref val="1"/>
        </dgm:presLayoutVars>
      </dgm:prSet>
      <dgm:spPr/>
    </dgm:pt>
  </dgm:ptLst>
  <dgm:cxnLst>
    <dgm:cxn modelId="{19F0D00B-E7EB-4CBC-96BE-A14B1E7349D9}" type="presOf" srcId="{72906F9E-E9F6-4F76-B583-C3E8E9568604}" destId="{34E8F644-B90D-438B-B7CE-76FAF8E26FBC}" srcOrd="0" destOrd="0" presId="urn:microsoft.com/office/officeart/2018/2/layout/IconLabelList"/>
    <dgm:cxn modelId="{2D7C3D28-1584-4D83-8D81-54D81F7D42DA}" type="presOf" srcId="{DD741441-97CC-4C42-9170-3723FED73E9D}" destId="{B11A6F10-2BA4-43BF-819E-A651DC396E84}" srcOrd="0" destOrd="0" presId="urn:microsoft.com/office/officeart/2018/2/layout/IconLabelList"/>
    <dgm:cxn modelId="{BBD7D02C-6379-4C21-848E-BFD1FD925854}" type="presOf" srcId="{4723EE25-276B-400C-91F1-A046D8038336}" destId="{B6C7CEF6-A542-4067-9EA7-4B81AA07B314}" srcOrd="0" destOrd="0" presId="urn:microsoft.com/office/officeart/2018/2/layout/IconLabelList"/>
    <dgm:cxn modelId="{8C2D3484-9337-4A1A-98FA-9B00BEB0FC96}" srcId="{72906F9E-E9F6-4F76-B583-C3E8E9568604}" destId="{1CFFC4FE-056A-4F8C-92D4-40829B56E249}" srcOrd="3" destOrd="0" parTransId="{2DC1210F-8440-4980-B19D-106478E261F7}" sibTransId="{FB5813E4-7A06-4815-8751-CC182329AA9B}"/>
    <dgm:cxn modelId="{DD87488B-9256-4B08-BC98-01BE9673C215}" type="presOf" srcId="{1CFFC4FE-056A-4F8C-92D4-40829B56E249}" destId="{51946F83-A68B-40BE-9DA2-F2AA348CE99E}" srcOrd="0" destOrd="0" presId="urn:microsoft.com/office/officeart/2018/2/layout/IconLabelList"/>
    <dgm:cxn modelId="{A52DB09D-201C-4A0F-9E61-1379C59963C1}" srcId="{72906F9E-E9F6-4F76-B583-C3E8E9568604}" destId="{E9D60218-357B-4CA1-955C-131FB574F05A}" srcOrd="2" destOrd="0" parTransId="{1DD6560C-FC12-444B-930F-191A5BA617F5}" sibTransId="{9874DD37-2049-4D40-AA07-375DF75F15D3}"/>
    <dgm:cxn modelId="{8B7896C2-F4A2-4D0B-BC34-A40ABA34C75D}" type="presOf" srcId="{E9D60218-357B-4CA1-955C-131FB574F05A}" destId="{10B62547-9626-4A39-985B-7CA2BB64E555}" srcOrd="0" destOrd="0" presId="urn:microsoft.com/office/officeart/2018/2/layout/IconLabelList"/>
    <dgm:cxn modelId="{7B667ACD-DF16-4CFD-8334-56F036EF3A0D}" srcId="{72906F9E-E9F6-4F76-B583-C3E8E9568604}" destId="{DD741441-97CC-4C42-9170-3723FED73E9D}" srcOrd="1" destOrd="0" parTransId="{BA4F7812-825C-4C39-BB9C-CE13FAA84498}" sibTransId="{A6CAF8B3-EA2B-429F-85B3-59D9A6AF2250}"/>
    <dgm:cxn modelId="{2CC510D7-3BA4-43C0-8A54-783B9F54B773}" srcId="{72906F9E-E9F6-4F76-B583-C3E8E9568604}" destId="{4723EE25-276B-400C-91F1-A046D8038336}" srcOrd="0" destOrd="0" parTransId="{0266231B-5338-4F8E-A03A-87DAAEDD727E}" sibTransId="{CAF4BCD1-87DD-4858-8BE9-69DDF96719D3}"/>
    <dgm:cxn modelId="{BD87580B-D811-40CD-BA66-4997600F1FED}" type="presParOf" srcId="{34E8F644-B90D-438B-B7CE-76FAF8E26FBC}" destId="{97605CB0-E15D-4F4E-8BB4-B14909E1DB40}" srcOrd="0" destOrd="0" presId="urn:microsoft.com/office/officeart/2018/2/layout/IconLabelList"/>
    <dgm:cxn modelId="{C7A88C8F-F101-4615-A709-351874845C04}" type="presParOf" srcId="{97605CB0-E15D-4F4E-8BB4-B14909E1DB40}" destId="{5FE2DD58-47A9-4F3D-A771-BAB76146EDF9}" srcOrd="0" destOrd="0" presId="urn:microsoft.com/office/officeart/2018/2/layout/IconLabelList"/>
    <dgm:cxn modelId="{F2F4258B-51B6-4AC4-AD8B-FF5A0566C72C}" type="presParOf" srcId="{97605CB0-E15D-4F4E-8BB4-B14909E1DB40}" destId="{C2FBDFC0-6344-479D-88BA-B64F0A0ACE58}" srcOrd="1" destOrd="0" presId="urn:microsoft.com/office/officeart/2018/2/layout/IconLabelList"/>
    <dgm:cxn modelId="{4F19A288-1A25-49E0-B08E-8A1C57D5231A}" type="presParOf" srcId="{97605CB0-E15D-4F4E-8BB4-B14909E1DB40}" destId="{B6C7CEF6-A542-4067-9EA7-4B81AA07B314}" srcOrd="2" destOrd="0" presId="urn:microsoft.com/office/officeart/2018/2/layout/IconLabelList"/>
    <dgm:cxn modelId="{85902AFB-9238-4D62-9E16-FB026F595A87}" type="presParOf" srcId="{34E8F644-B90D-438B-B7CE-76FAF8E26FBC}" destId="{E707B9FC-6B18-4A0C-A72D-348F424A9595}" srcOrd="1" destOrd="0" presId="urn:microsoft.com/office/officeart/2018/2/layout/IconLabelList"/>
    <dgm:cxn modelId="{1F7F1F37-7394-4261-BB99-12DD2D085C43}" type="presParOf" srcId="{34E8F644-B90D-438B-B7CE-76FAF8E26FBC}" destId="{ECBAC79C-8801-4A95-AAC6-778EA187A895}" srcOrd="2" destOrd="0" presId="urn:microsoft.com/office/officeart/2018/2/layout/IconLabelList"/>
    <dgm:cxn modelId="{4DBFF147-92C6-4163-ADB0-15B5F077C7FF}" type="presParOf" srcId="{ECBAC79C-8801-4A95-AAC6-778EA187A895}" destId="{E344D8C3-32EF-4EB0-972A-06AF57DE1409}" srcOrd="0" destOrd="0" presId="urn:microsoft.com/office/officeart/2018/2/layout/IconLabelList"/>
    <dgm:cxn modelId="{91F251B5-2339-4D59-B300-660250920C9B}" type="presParOf" srcId="{ECBAC79C-8801-4A95-AAC6-778EA187A895}" destId="{FFD02E2E-D5D1-417A-9414-A1DD116F9C17}" srcOrd="1" destOrd="0" presId="urn:microsoft.com/office/officeart/2018/2/layout/IconLabelList"/>
    <dgm:cxn modelId="{073D434F-18B8-44DB-BF5F-C170EA6583AF}" type="presParOf" srcId="{ECBAC79C-8801-4A95-AAC6-778EA187A895}" destId="{B11A6F10-2BA4-43BF-819E-A651DC396E84}" srcOrd="2" destOrd="0" presId="urn:microsoft.com/office/officeart/2018/2/layout/IconLabelList"/>
    <dgm:cxn modelId="{71235E41-2716-4BBF-A6FC-1937A31450C9}" type="presParOf" srcId="{34E8F644-B90D-438B-B7CE-76FAF8E26FBC}" destId="{0CFF6FBE-9E0B-4275-BEAE-1D1A119C9FB5}" srcOrd="3" destOrd="0" presId="urn:microsoft.com/office/officeart/2018/2/layout/IconLabelList"/>
    <dgm:cxn modelId="{BE8E4F39-B810-4D34-942F-249CB1BB7B98}" type="presParOf" srcId="{34E8F644-B90D-438B-B7CE-76FAF8E26FBC}" destId="{C653D213-9F97-4C35-874F-26647AC0DBB9}" srcOrd="4" destOrd="0" presId="urn:microsoft.com/office/officeart/2018/2/layout/IconLabelList"/>
    <dgm:cxn modelId="{BB4BD24E-83D2-4D80-BFB9-BBB8964BF5DD}" type="presParOf" srcId="{C653D213-9F97-4C35-874F-26647AC0DBB9}" destId="{1D15FE93-833D-4E1D-88E8-5661B3018AE2}" srcOrd="0" destOrd="0" presId="urn:microsoft.com/office/officeart/2018/2/layout/IconLabelList"/>
    <dgm:cxn modelId="{180B1950-EB4E-45BC-A7CE-85035B2CB744}" type="presParOf" srcId="{C653D213-9F97-4C35-874F-26647AC0DBB9}" destId="{FF5B9583-D599-432A-B4D4-5348DC3984F1}" srcOrd="1" destOrd="0" presId="urn:microsoft.com/office/officeart/2018/2/layout/IconLabelList"/>
    <dgm:cxn modelId="{B0FA5C8D-E32A-49C0-8CD3-8086479AD4F1}" type="presParOf" srcId="{C653D213-9F97-4C35-874F-26647AC0DBB9}" destId="{10B62547-9626-4A39-985B-7CA2BB64E555}" srcOrd="2" destOrd="0" presId="urn:microsoft.com/office/officeart/2018/2/layout/IconLabelList"/>
    <dgm:cxn modelId="{19AC93B7-D151-4585-9749-17655E7076D8}" type="presParOf" srcId="{34E8F644-B90D-438B-B7CE-76FAF8E26FBC}" destId="{A0B4C80E-5083-495D-B5D7-95D060DC5897}" srcOrd="5" destOrd="0" presId="urn:microsoft.com/office/officeart/2018/2/layout/IconLabelList"/>
    <dgm:cxn modelId="{7ED5C291-F0B0-4E78-8185-A62378C9B837}" type="presParOf" srcId="{34E8F644-B90D-438B-B7CE-76FAF8E26FBC}" destId="{B413D883-305F-4F2D-AF4A-6D1A99A52AEC}" srcOrd="6" destOrd="0" presId="urn:microsoft.com/office/officeart/2018/2/layout/IconLabelList"/>
    <dgm:cxn modelId="{0FA2ADC2-CC25-444C-9BCB-94247FBDF14E}" type="presParOf" srcId="{B413D883-305F-4F2D-AF4A-6D1A99A52AEC}" destId="{630E9296-C524-4713-AA07-F3FDE77AFE22}" srcOrd="0" destOrd="0" presId="urn:microsoft.com/office/officeart/2018/2/layout/IconLabelList"/>
    <dgm:cxn modelId="{92900EA4-1C40-4454-91DC-F4E0D67D30A8}" type="presParOf" srcId="{B413D883-305F-4F2D-AF4A-6D1A99A52AEC}" destId="{1F94974B-514D-40D8-9BE4-17B2BB7DC5F6}" srcOrd="1" destOrd="0" presId="urn:microsoft.com/office/officeart/2018/2/layout/IconLabelList"/>
    <dgm:cxn modelId="{5AD2D9A5-4F65-4E7B-9A6F-180C03AF64BB}" type="presParOf" srcId="{B413D883-305F-4F2D-AF4A-6D1A99A52AEC}" destId="{51946F83-A68B-40BE-9DA2-F2AA348CE99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7FA95EB-8144-46C8-986E-ABC84CFBA492}"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98B50418-F8F7-48EC-BF74-C0F7FD60B90E}">
      <dgm:prSet/>
      <dgm:spPr/>
      <dgm:t>
        <a:bodyPr/>
        <a:lstStyle/>
        <a:p>
          <a:r>
            <a:rPr lang="en-US"/>
            <a:t>Datafication of the world</a:t>
          </a:r>
        </a:p>
      </dgm:t>
    </dgm:pt>
    <dgm:pt modelId="{7C55F725-42D6-4F8D-9687-CFE3D47FB123}" type="parTrans" cxnId="{5715BFA2-903A-4918-BAEF-299C60F9E9B9}">
      <dgm:prSet/>
      <dgm:spPr/>
      <dgm:t>
        <a:bodyPr/>
        <a:lstStyle/>
        <a:p>
          <a:endParaRPr lang="en-US"/>
        </a:p>
      </dgm:t>
    </dgm:pt>
    <dgm:pt modelId="{D979BB67-785B-4726-933E-DF94DA9219B0}" type="sibTrans" cxnId="{5715BFA2-903A-4918-BAEF-299C60F9E9B9}">
      <dgm:prSet/>
      <dgm:spPr/>
      <dgm:t>
        <a:bodyPr/>
        <a:lstStyle/>
        <a:p>
          <a:endParaRPr lang="en-US"/>
        </a:p>
      </dgm:t>
    </dgm:pt>
    <dgm:pt modelId="{BFCE1CA6-EEAA-456B-9E9A-0014AF3D5DEA}">
      <dgm:prSet/>
      <dgm:spPr/>
      <dgm:t>
        <a:bodyPr/>
        <a:lstStyle/>
        <a:p>
          <a:r>
            <a:rPr lang="en-US"/>
            <a:t>Data storage has become extremely cheap</a:t>
          </a:r>
        </a:p>
      </dgm:t>
    </dgm:pt>
    <dgm:pt modelId="{52C6A85E-70D3-4675-8A70-C0F279519E5F}" type="parTrans" cxnId="{A9603054-5EDE-4C15-A8CC-E7955D9B7B9F}">
      <dgm:prSet/>
      <dgm:spPr/>
      <dgm:t>
        <a:bodyPr/>
        <a:lstStyle/>
        <a:p>
          <a:endParaRPr lang="en-US"/>
        </a:p>
      </dgm:t>
    </dgm:pt>
    <dgm:pt modelId="{304EE8C9-CD27-416F-BB2E-6ECB1999F878}" type="sibTrans" cxnId="{A9603054-5EDE-4C15-A8CC-E7955D9B7B9F}">
      <dgm:prSet/>
      <dgm:spPr/>
      <dgm:t>
        <a:bodyPr/>
        <a:lstStyle/>
        <a:p>
          <a:endParaRPr lang="en-US"/>
        </a:p>
      </dgm:t>
    </dgm:pt>
    <dgm:pt modelId="{3589C4EE-6498-47EC-8AAF-E98B72B1611C}">
      <dgm:prSet/>
      <dgm:spPr/>
      <dgm:t>
        <a:bodyPr/>
        <a:lstStyle/>
        <a:p>
          <a:r>
            <a:rPr lang="en-US"/>
            <a:t>Computer power has increased a lot</a:t>
          </a:r>
        </a:p>
      </dgm:t>
    </dgm:pt>
    <dgm:pt modelId="{6E2B266D-200B-48A9-B47D-6F866601C679}" type="parTrans" cxnId="{B64EF557-20A6-4F1E-AACA-D0AAD352179F}">
      <dgm:prSet/>
      <dgm:spPr/>
      <dgm:t>
        <a:bodyPr/>
        <a:lstStyle/>
        <a:p>
          <a:endParaRPr lang="en-US"/>
        </a:p>
      </dgm:t>
    </dgm:pt>
    <dgm:pt modelId="{F52D53D1-D317-4BA8-8B59-FC9300E99AA1}" type="sibTrans" cxnId="{B64EF557-20A6-4F1E-AACA-D0AAD352179F}">
      <dgm:prSet/>
      <dgm:spPr/>
      <dgm:t>
        <a:bodyPr/>
        <a:lstStyle/>
        <a:p>
          <a:endParaRPr lang="en-US"/>
        </a:p>
      </dgm:t>
    </dgm:pt>
    <dgm:pt modelId="{998048ED-D6F5-40A7-9869-5DA754EFA13B}">
      <dgm:prSet/>
      <dgm:spPr/>
      <dgm:t>
        <a:bodyPr/>
        <a:lstStyle/>
        <a:p>
          <a:r>
            <a:rPr lang="en-US"/>
            <a:t>Much better algorithms</a:t>
          </a:r>
        </a:p>
      </dgm:t>
    </dgm:pt>
    <dgm:pt modelId="{E7E2780F-F232-4DC7-AAD1-00D235E98095}" type="parTrans" cxnId="{858861CD-0785-463A-B3FE-6EF0C6876ADC}">
      <dgm:prSet/>
      <dgm:spPr/>
      <dgm:t>
        <a:bodyPr/>
        <a:lstStyle/>
        <a:p>
          <a:endParaRPr lang="en-US"/>
        </a:p>
      </dgm:t>
    </dgm:pt>
    <dgm:pt modelId="{41AD65F9-B2EB-4D41-925A-4366807B6957}" type="sibTrans" cxnId="{858861CD-0785-463A-B3FE-6EF0C6876ADC}">
      <dgm:prSet/>
      <dgm:spPr/>
      <dgm:t>
        <a:bodyPr/>
        <a:lstStyle/>
        <a:p>
          <a:endParaRPr lang="en-US"/>
        </a:p>
      </dgm:t>
    </dgm:pt>
    <dgm:pt modelId="{BA22EAC7-2D27-43FD-85B1-0E355BF6D214}" type="pres">
      <dgm:prSet presAssocID="{D7FA95EB-8144-46C8-986E-ABC84CFBA492}" presName="vert0" presStyleCnt="0">
        <dgm:presLayoutVars>
          <dgm:dir/>
          <dgm:animOne val="branch"/>
          <dgm:animLvl val="lvl"/>
        </dgm:presLayoutVars>
      </dgm:prSet>
      <dgm:spPr/>
    </dgm:pt>
    <dgm:pt modelId="{47EFC4F3-8981-4FF3-8FCA-417C7B1CDE40}" type="pres">
      <dgm:prSet presAssocID="{98B50418-F8F7-48EC-BF74-C0F7FD60B90E}" presName="thickLine" presStyleLbl="alignNode1" presStyleIdx="0" presStyleCnt="4"/>
      <dgm:spPr/>
    </dgm:pt>
    <dgm:pt modelId="{88F2456A-09F3-4596-ADBD-566299D75CC9}" type="pres">
      <dgm:prSet presAssocID="{98B50418-F8F7-48EC-BF74-C0F7FD60B90E}" presName="horz1" presStyleCnt="0"/>
      <dgm:spPr/>
    </dgm:pt>
    <dgm:pt modelId="{02D5C449-D65D-45BF-AB33-8B17AC40BC88}" type="pres">
      <dgm:prSet presAssocID="{98B50418-F8F7-48EC-BF74-C0F7FD60B90E}" presName="tx1" presStyleLbl="revTx" presStyleIdx="0" presStyleCnt="4"/>
      <dgm:spPr/>
    </dgm:pt>
    <dgm:pt modelId="{EC660E71-A847-4C60-AA78-B2FF7A94B71A}" type="pres">
      <dgm:prSet presAssocID="{98B50418-F8F7-48EC-BF74-C0F7FD60B90E}" presName="vert1" presStyleCnt="0"/>
      <dgm:spPr/>
    </dgm:pt>
    <dgm:pt modelId="{B98A24F7-293D-4FF0-9272-93F2E9138A8C}" type="pres">
      <dgm:prSet presAssocID="{BFCE1CA6-EEAA-456B-9E9A-0014AF3D5DEA}" presName="thickLine" presStyleLbl="alignNode1" presStyleIdx="1" presStyleCnt="4"/>
      <dgm:spPr/>
    </dgm:pt>
    <dgm:pt modelId="{83782C5E-52E1-444C-94BA-8F5F51CD2A16}" type="pres">
      <dgm:prSet presAssocID="{BFCE1CA6-EEAA-456B-9E9A-0014AF3D5DEA}" presName="horz1" presStyleCnt="0"/>
      <dgm:spPr/>
    </dgm:pt>
    <dgm:pt modelId="{8B94DEE4-9745-4A5D-BA7A-165F40507E6E}" type="pres">
      <dgm:prSet presAssocID="{BFCE1CA6-EEAA-456B-9E9A-0014AF3D5DEA}" presName="tx1" presStyleLbl="revTx" presStyleIdx="1" presStyleCnt="4"/>
      <dgm:spPr/>
    </dgm:pt>
    <dgm:pt modelId="{BA550961-6CFD-465D-9C26-6613FAC97A24}" type="pres">
      <dgm:prSet presAssocID="{BFCE1CA6-EEAA-456B-9E9A-0014AF3D5DEA}" presName="vert1" presStyleCnt="0"/>
      <dgm:spPr/>
    </dgm:pt>
    <dgm:pt modelId="{7B7A5BB0-2AA5-479A-A520-4E43DBD347EF}" type="pres">
      <dgm:prSet presAssocID="{3589C4EE-6498-47EC-8AAF-E98B72B1611C}" presName="thickLine" presStyleLbl="alignNode1" presStyleIdx="2" presStyleCnt="4"/>
      <dgm:spPr/>
    </dgm:pt>
    <dgm:pt modelId="{4FE6EEBB-AB65-414A-85A9-1575B53CFB55}" type="pres">
      <dgm:prSet presAssocID="{3589C4EE-6498-47EC-8AAF-E98B72B1611C}" presName="horz1" presStyleCnt="0"/>
      <dgm:spPr/>
    </dgm:pt>
    <dgm:pt modelId="{3D51B206-5B94-4B6E-B841-95059D010BC6}" type="pres">
      <dgm:prSet presAssocID="{3589C4EE-6498-47EC-8AAF-E98B72B1611C}" presName="tx1" presStyleLbl="revTx" presStyleIdx="2" presStyleCnt="4"/>
      <dgm:spPr/>
    </dgm:pt>
    <dgm:pt modelId="{88FBE278-62A7-480B-BFB0-FFD5B1E5D314}" type="pres">
      <dgm:prSet presAssocID="{3589C4EE-6498-47EC-8AAF-E98B72B1611C}" presName="vert1" presStyleCnt="0"/>
      <dgm:spPr/>
    </dgm:pt>
    <dgm:pt modelId="{17659747-E343-443E-9802-AA674E53ABA9}" type="pres">
      <dgm:prSet presAssocID="{998048ED-D6F5-40A7-9869-5DA754EFA13B}" presName="thickLine" presStyleLbl="alignNode1" presStyleIdx="3" presStyleCnt="4"/>
      <dgm:spPr/>
    </dgm:pt>
    <dgm:pt modelId="{9342BDE4-2257-4F1A-A7E7-E6AB30316C79}" type="pres">
      <dgm:prSet presAssocID="{998048ED-D6F5-40A7-9869-5DA754EFA13B}" presName="horz1" presStyleCnt="0"/>
      <dgm:spPr/>
    </dgm:pt>
    <dgm:pt modelId="{8AD6D00D-9861-4D32-8B01-7B71CD4191C1}" type="pres">
      <dgm:prSet presAssocID="{998048ED-D6F5-40A7-9869-5DA754EFA13B}" presName="tx1" presStyleLbl="revTx" presStyleIdx="3" presStyleCnt="4"/>
      <dgm:spPr/>
    </dgm:pt>
    <dgm:pt modelId="{19A9D0CA-CE61-4DF2-A7D9-E206E7A01178}" type="pres">
      <dgm:prSet presAssocID="{998048ED-D6F5-40A7-9869-5DA754EFA13B}" presName="vert1" presStyleCnt="0"/>
      <dgm:spPr/>
    </dgm:pt>
  </dgm:ptLst>
  <dgm:cxnLst>
    <dgm:cxn modelId="{2C79110D-5C41-4A4E-9D63-8C28AE9FD99A}" type="presOf" srcId="{3589C4EE-6498-47EC-8AAF-E98B72B1611C}" destId="{3D51B206-5B94-4B6E-B841-95059D010BC6}" srcOrd="0" destOrd="0" presId="urn:microsoft.com/office/officeart/2008/layout/LinedList"/>
    <dgm:cxn modelId="{108C6417-622B-461B-ABE4-0495F23AFC82}" type="presOf" srcId="{98B50418-F8F7-48EC-BF74-C0F7FD60B90E}" destId="{02D5C449-D65D-45BF-AB33-8B17AC40BC88}" srcOrd="0" destOrd="0" presId="urn:microsoft.com/office/officeart/2008/layout/LinedList"/>
    <dgm:cxn modelId="{B9BBF550-608B-42C9-B7A4-BCAA51F24B0C}" type="presOf" srcId="{998048ED-D6F5-40A7-9869-5DA754EFA13B}" destId="{8AD6D00D-9861-4D32-8B01-7B71CD4191C1}" srcOrd="0" destOrd="0" presId="urn:microsoft.com/office/officeart/2008/layout/LinedList"/>
    <dgm:cxn modelId="{A9603054-5EDE-4C15-A8CC-E7955D9B7B9F}" srcId="{D7FA95EB-8144-46C8-986E-ABC84CFBA492}" destId="{BFCE1CA6-EEAA-456B-9E9A-0014AF3D5DEA}" srcOrd="1" destOrd="0" parTransId="{52C6A85E-70D3-4675-8A70-C0F279519E5F}" sibTransId="{304EE8C9-CD27-416F-BB2E-6ECB1999F878}"/>
    <dgm:cxn modelId="{B64EF557-20A6-4F1E-AACA-D0AAD352179F}" srcId="{D7FA95EB-8144-46C8-986E-ABC84CFBA492}" destId="{3589C4EE-6498-47EC-8AAF-E98B72B1611C}" srcOrd="2" destOrd="0" parTransId="{6E2B266D-200B-48A9-B47D-6F866601C679}" sibTransId="{F52D53D1-D317-4BA8-8B59-FC9300E99AA1}"/>
    <dgm:cxn modelId="{75E8A691-F616-4AED-B60F-B4ED23E81489}" type="presOf" srcId="{BFCE1CA6-EEAA-456B-9E9A-0014AF3D5DEA}" destId="{8B94DEE4-9745-4A5D-BA7A-165F40507E6E}" srcOrd="0" destOrd="0" presId="urn:microsoft.com/office/officeart/2008/layout/LinedList"/>
    <dgm:cxn modelId="{5715BFA2-903A-4918-BAEF-299C60F9E9B9}" srcId="{D7FA95EB-8144-46C8-986E-ABC84CFBA492}" destId="{98B50418-F8F7-48EC-BF74-C0F7FD60B90E}" srcOrd="0" destOrd="0" parTransId="{7C55F725-42D6-4F8D-9687-CFE3D47FB123}" sibTransId="{D979BB67-785B-4726-933E-DF94DA9219B0}"/>
    <dgm:cxn modelId="{EE9F4BCB-2323-44A9-B9E7-5E30C43B6CC2}" type="presOf" srcId="{D7FA95EB-8144-46C8-986E-ABC84CFBA492}" destId="{BA22EAC7-2D27-43FD-85B1-0E355BF6D214}" srcOrd="0" destOrd="0" presId="urn:microsoft.com/office/officeart/2008/layout/LinedList"/>
    <dgm:cxn modelId="{858861CD-0785-463A-B3FE-6EF0C6876ADC}" srcId="{D7FA95EB-8144-46C8-986E-ABC84CFBA492}" destId="{998048ED-D6F5-40A7-9869-5DA754EFA13B}" srcOrd="3" destOrd="0" parTransId="{E7E2780F-F232-4DC7-AAD1-00D235E98095}" sibTransId="{41AD65F9-B2EB-4D41-925A-4366807B6957}"/>
    <dgm:cxn modelId="{6C756848-8A64-462D-A400-E422ACE0527E}" type="presParOf" srcId="{BA22EAC7-2D27-43FD-85B1-0E355BF6D214}" destId="{47EFC4F3-8981-4FF3-8FCA-417C7B1CDE40}" srcOrd="0" destOrd="0" presId="urn:microsoft.com/office/officeart/2008/layout/LinedList"/>
    <dgm:cxn modelId="{C3175803-11A9-4493-B6B6-D8FED71890AA}" type="presParOf" srcId="{BA22EAC7-2D27-43FD-85B1-0E355BF6D214}" destId="{88F2456A-09F3-4596-ADBD-566299D75CC9}" srcOrd="1" destOrd="0" presId="urn:microsoft.com/office/officeart/2008/layout/LinedList"/>
    <dgm:cxn modelId="{FEAB083C-D761-4FC2-97C0-BDF8C4A5AD17}" type="presParOf" srcId="{88F2456A-09F3-4596-ADBD-566299D75CC9}" destId="{02D5C449-D65D-45BF-AB33-8B17AC40BC88}" srcOrd="0" destOrd="0" presId="urn:microsoft.com/office/officeart/2008/layout/LinedList"/>
    <dgm:cxn modelId="{866CA651-B111-41A4-8752-E08BBEB29890}" type="presParOf" srcId="{88F2456A-09F3-4596-ADBD-566299D75CC9}" destId="{EC660E71-A847-4C60-AA78-B2FF7A94B71A}" srcOrd="1" destOrd="0" presId="urn:microsoft.com/office/officeart/2008/layout/LinedList"/>
    <dgm:cxn modelId="{47A88295-D6EB-4DB0-BE5C-9FBBCFAD0270}" type="presParOf" srcId="{BA22EAC7-2D27-43FD-85B1-0E355BF6D214}" destId="{B98A24F7-293D-4FF0-9272-93F2E9138A8C}" srcOrd="2" destOrd="0" presId="urn:microsoft.com/office/officeart/2008/layout/LinedList"/>
    <dgm:cxn modelId="{CD7397AC-E739-48AD-9BD2-1F4AB6C3277B}" type="presParOf" srcId="{BA22EAC7-2D27-43FD-85B1-0E355BF6D214}" destId="{83782C5E-52E1-444C-94BA-8F5F51CD2A16}" srcOrd="3" destOrd="0" presId="urn:microsoft.com/office/officeart/2008/layout/LinedList"/>
    <dgm:cxn modelId="{3067D855-861E-4E91-A194-D20295E3407C}" type="presParOf" srcId="{83782C5E-52E1-444C-94BA-8F5F51CD2A16}" destId="{8B94DEE4-9745-4A5D-BA7A-165F40507E6E}" srcOrd="0" destOrd="0" presId="urn:microsoft.com/office/officeart/2008/layout/LinedList"/>
    <dgm:cxn modelId="{3A9ADCD0-4CE3-4ADE-A97A-1C6874A06509}" type="presParOf" srcId="{83782C5E-52E1-444C-94BA-8F5F51CD2A16}" destId="{BA550961-6CFD-465D-9C26-6613FAC97A24}" srcOrd="1" destOrd="0" presId="urn:microsoft.com/office/officeart/2008/layout/LinedList"/>
    <dgm:cxn modelId="{4A5AF650-DE03-444A-B493-E813B6E9D2E8}" type="presParOf" srcId="{BA22EAC7-2D27-43FD-85B1-0E355BF6D214}" destId="{7B7A5BB0-2AA5-479A-A520-4E43DBD347EF}" srcOrd="4" destOrd="0" presId="urn:microsoft.com/office/officeart/2008/layout/LinedList"/>
    <dgm:cxn modelId="{C6A23BDD-99C6-4EBB-B753-4D78DADF0B11}" type="presParOf" srcId="{BA22EAC7-2D27-43FD-85B1-0E355BF6D214}" destId="{4FE6EEBB-AB65-414A-85A9-1575B53CFB55}" srcOrd="5" destOrd="0" presId="urn:microsoft.com/office/officeart/2008/layout/LinedList"/>
    <dgm:cxn modelId="{DBCFCBBD-1C28-428F-B804-F3694321E0DA}" type="presParOf" srcId="{4FE6EEBB-AB65-414A-85A9-1575B53CFB55}" destId="{3D51B206-5B94-4B6E-B841-95059D010BC6}" srcOrd="0" destOrd="0" presId="urn:microsoft.com/office/officeart/2008/layout/LinedList"/>
    <dgm:cxn modelId="{6EB18B6F-0B97-4717-9417-70C5BAACFDEB}" type="presParOf" srcId="{4FE6EEBB-AB65-414A-85A9-1575B53CFB55}" destId="{88FBE278-62A7-480B-BFB0-FFD5B1E5D314}" srcOrd="1" destOrd="0" presId="urn:microsoft.com/office/officeart/2008/layout/LinedList"/>
    <dgm:cxn modelId="{4ADDC518-4356-4EFF-A974-FA2F188C800E}" type="presParOf" srcId="{BA22EAC7-2D27-43FD-85B1-0E355BF6D214}" destId="{17659747-E343-443E-9802-AA674E53ABA9}" srcOrd="6" destOrd="0" presId="urn:microsoft.com/office/officeart/2008/layout/LinedList"/>
    <dgm:cxn modelId="{E5A99F48-6BA1-47FA-B690-F3B70F1133CC}" type="presParOf" srcId="{BA22EAC7-2D27-43FD-85B1-0E355BF6D214}" destId="{9342BDE4-2257-4F1A-A7E7-E6AB30316C79}" srcOrd="7" destOrd="0" presId="urn:microsoft.com/office/officeart/2008/layout/LinedList"/>
    <dgm:cxn modelId="{99FF4D43-18B2-46F4-8F11-902FFB18EDB4}" type="presParOf" srcId="{9342BDE4-2257-4F1A-A7E7-E6AB30316C79}" destId="{8AD6D00D-9861-4D32-8B01-7B71CD4191C1}" srcOrd="0" destOrd="0" presId="urn:microsoft.com/office/officeart/2008/layout/LinedList"/>
    <dgm:cxn modelId="{115CECF5-27EF-43B4-8E66-A880E6973916}" type="presParOf" srcId="{9342BDE4-2257-4F1A-A7E7-E6AB30316C79}" destId="{19A9D0CA-CE61-4DF2-A7D9-E206E7A0117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70B2D46-2765-424F-9F88-B14773411715}"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FE3D94E6-2DFD-47AC-859F-0B379A802142}">
      <dgm:prSet/>
      <dgm:spPr/>
      <dgm:t>
        <a:bodyPr/>
        <a:lstStyle/>
        <a:p>
          <a:r>
            <a:rPr lang="en-US"/>
            <a:t>Understand why we use Python in this course</a:t>
          </a:r>
          <a:endParaRPr lang="en-NL"/>
        </a:p>
      </dgm:t>
    </dgm:pt>
    <dgm:pt modelId="{6C053D73-3C18-4E1C-8E38-7002B2B78EDA}" type="parTrans" cxnId="{295FBAEB-3F4D-4129-AE78-204778ECFC45}">
      <dgm:prSet/>
      <dgm:spPr/>
      <dgm:t>
        <a:bodyPr/>
        <a:lstStyle/>
        <a:p>
          <a:endParaRPr lang="en-NL"/>
        </a:p>
      </dgm:t>
    </dgm:pt>
    <dgm:pt modelId="{BD06570E-A2BA-4CC3-9A5C-1F8CC3A5E9ED}" type="sibTrans" cxnId="{295FBAEB-3F4D-4129-AE78-204778ECFC45}">
      <dgm:prSet/>
      <dgm:spPr/>
      <dgm:t>
        <a:bodyPr/>
        <a:lstStyle/>
        <a:p>
          <a:endParaRPr lang="en-NL"/>
        </a:p>
      </dgm:t>
    </dgm:pt>
    <dgm:pt modelId="{012A8CE3-72B6-4242-9BAE-335FCCDAF2AE}">
      <dgm:prSet/>
      <dgm:spPr/>
      <dgm:t>
        <a:bodyPr/>
        <a:lstStyle/>
        <a:p>
          <a:r>
            <a:rPr lang="en-US"/>
            <a:t>Learn to work with notebooks in the cloud</a:t>
          </a:r>
          <a:endParaRPr lang="en-NL"/>
        </a:p>
      </dgm:t>
    </dgm:pt>
    <dgm:pt modelId="{699FA1ED-C5EC-4834-B23E-94DAEB433BDF}" type="parTrans" cxnId="{27B105C7-9F26-4DA8-9179-47E4D63C3A2A}">
      <dgm:prSet/>
      <dgm:spPr/>
      <dgm:t>
        <a:bodyPr/>
        <a:lstStyle/>
        <a:p>
          <a:endParaRPr lang="en-NL"/>
        </a:p>
      </dgm:t>
    </dgm:pt>
    <dgm:pt modelId="{62AA192A-BD8C-491B-86D5-6632E55B922F}" type="sibTrans" cxnId="{27B105C7-9F26-4DA8-9179-47E4D63C3A2A}">
      <dgm:prSet/>
      <dgm:spPr/>
      <dgm:t>
        <a:bodyPr/>
        <a:lstStyle/>
        <a:p>
          <a:endParaRPr lang="en-NL"/>
        </a:p>
      </dgm:t>
    </dgm:pt>
    <dgm:pt modelId="{026AD23E-3C99-4B54-B3E2-250C60CCC189}">
      <dgm:prSet/>
      <dgm:spPr/>
      <dgm:t>
        <a:bodyPr/>
        <a:lstStyle/>
        <a:p>
          <a:r>
            <a:rPr lang="en-US"/>
            <a:t>Learn how to use notebooks locally</a:t>
          </a:r>
          <a:endParaRPr lang="en-NL"/>
        </a:p>
      </dgm:t>
    </dgm:pt>
    <dgm:pt modelId="{DC4927A9-9720-48A1-A0EA-D17FE09D859E}" type="parTrans" cxnId="{54960CCE-506E-4637-901B-EE57B3F3C847}">
      <dgm:prSet/>
      <dgm:spPr/>
      <dgm:t>
        <a:bodyPr/>
        <a:lstStyle/>
        <a:p>
          <a:endParaRPr lang="en-NL"/>
        </a:p>
      </dgm:t>
    </dgm:pt>
    <dgm:pt modelId="{7C692781-9012-4597-96AF-35EFC3E58674}" type="sibTrans" cxnId="{54960CCE-506E-4637-901B-EE57B3F3C847}">
      <dgm:prSet/>
      <dgm:spPr/>
      <dgm:t>
        <a:bodyPr/>
        <a:lstStyle/>
        <a:p>
          <a:endParaRPr lang="en-NL"/>
        </a:p>
      </dgm:t>
    </dgm:pt>
    <dgm:pt modelId="{C069A2E9-EE24-4AF7-8C91-A8C13BA39205}">
      <dgm:prSet/>
      <dgm:spPr/>
      <dgm:t>
        <a:bodyPr/>
        <a:lstStyle/>
        <a:p>
          <a:r>
            <a:rPr lang="en-US"/>
            <a:t>Make the best use of the weekly tutorials</a:t>
          </a:r>
          <a:endParaRPr lang="en-NL"/>
        </a:p>
      </dgm:t>
    </dgm:pt>
    <dgm:pt modelId="{B29C6867-85EC-4D34-A0D1-C84EADEB3F43}" type="parTrans" cxnId="{271F53BD-21E0-445C-AB05-E788E73A5980}">
      <dgm:prSet/>
      <dgm:spPr/>
      <dgm:t>
        <a:bodyPr/>
        <a:lstStyle/>
        <a:p>
          <a:endParaRPr lang="en-NL"/>
        </a:p>
      </dgm:t>
    </dgm:pt>
    <dgm:pt modelId="{F280FC3A-EA93-4082-B030-95D068548D07}" type="sibTrans" cxnId="{271F53BD-21E0-445C-AB05-E788E73A5980}">
      <dgm:prSet/>
      <dgm:spPr/>
      <dgm:t>
        <a:bodyPr/>
        <a:lstStyle/>
        <a:p>
          <a:endParaRPr lang="en-NL"/>
        </a:p>
      </dgm:t>
    </dgm:pt>
    <dgm:pt modelId="{B1B05715-02C2-45C7-BCF8-D05A2D90B40C}" type="pres">
      <dgm:prSet presAssocID="{970B2D46-2765-424F-9F88-B14773411715}" presName="vert0" presStyleCnt="0">
        <dgm:presLayoutVars>
          <dgm:dir/>
          <dgm:animOne val="branch"/>
          <dgm:animLvl val="lvl"/>
        </dgm:presLayoutVars>
      </dgm:prSet>
      <dgm:spPr/>
    </dgm:pt>
    <dgm:pt modelId="{505CBA36-2EE0-4C47-9CBE-53EF5E884826}" type="pres">
      <dgm:prSet presAssocID="{FE3D94E6-2DFD-47AC-859F-0B379A802142}" presName="thickLine" presStyleLbl="alignNode1" presStyleIdx="0" presStyleCnt="4"/>
      <dgm:spPr/>
    </dgm:pt>
    <dgm:pt modelId="{FAF12DB8-21B0-4F9C-8D91-A7EBB86F149A}" type="pres">
      <dgm:prSet presAssocID="{FE3D94E6-2DFD-47AC-859F-0B379A802142}" presName="horz1" presStyleCnt="0"/>
      <dgm:spPr/>
    </dgm:pt>
    <dgm:pt modelId="{468B6ED9-F03F-4F17-AF31-61B004BA58F9}" type="pres">
      <dgm:prSet presAssocID="{FE3D94E6-2DFD-47AC-859F-0B379A802142}" presName="tx1" presStyleLbl="revTx" presStyleIdx="0" presStyleCnt="4"/>
      <dgm:spPr/>
    </dgm:pt>
    <dgm:pt modelId="{5B5BB606-1F34-411A-A9F2-1C2A2A5E17F9}" type="pres">
      <dgm:prSet presAssocID="{FE3D94E6-2DFD-47AC-859F-0B379A802142}" presName="vert1" presStyleCnt="0"/>
      <dgm:spPr/>
    </dgm:pt>
    <dgm:pt modelId="{8BB3919D-3710-4B14-A1F6-08D146A4D9D8}" type="pres">
      <dgm:prSet presAssocID="{012A8CE3-72B6-4242-9BAE-335FCCDAF2AE}" presName="thickLine" presStyleLbl="alignNode1" presStyleIdx="1" presStyleCnt="4"/>
      <dgm:spPr/>
    </dgm:pt>
    <dgm:pt modelId="{AE734FA6-D455-4F5E-9522-FE6FC3017CD4}" type="pres">
      <dgm:prSet presAssocID="{012A8CE3-72B6-4242-9BAE-335FCCDAF2AE}" presName="horz1" presStyleCnt="0"/>
      <dgm:spPr/>
    </dgm:pt>
    <dgm:pt modelId="{524DB3A8-3933-4E16-966D-114E60F76A1D}" type="pres">
      <dgm:prSet presAssocID="{012A8CE3-72B6-4242-9BAE-335FCCDAF2AE}" presName="tx1" presStyleLbl="revTx" presStyleIdx="1" presStyleCnt="4"/>
      <dgm:spPr/>
    </dgm:pt>
    <dgm:pt modelId="{39B2B121-028A-4396-8092-838810EA912D}" type="pres">
      <dgm:prSet presAssocID="{012A8CE3-72B6-4242-9BAE-335FCCDAF2AE}" presName="vert1" presStyleCnt="0"/>
      <dgm:spPr/>
    </dgm:pt>
    <dgm:pt modelId="{1580A270-0EAF-4F17-8FE2-77CC2742073A}" type="pres">
      <dgm:prSet presAssocID="{026AD23E-3C99-4B54-B3E2-250C60CCC189}" presName="thickLine" presStyleLbl="alignNode1" presStyleIdx="2" presStyleCnt="4"/>
      <dgm:spPr/>
    </dgm:pt>
    <dgm:pt modelId="{F86847BA-0851-4E36-B2FB-3C8BE3D9CB42}" type="pres">
      <dgm:prSet presAssocID="{026AD23E-3C99-4B54-B3E2-250C60CCC189}" presName="horz1" presStyleCnt="0"/>
      <dgm:spPr/>
    </dgm:pt>
    <dgm:pt modelId="{D43C324B-8A14-44A6-B679-7703B2779C47}" type="pres">
      <dgm:prSet presAssocID="{026AD23E-3C99-4B54-B3E2-250C60CCC189}" presName="tx1" presStyleLbl="revTx" presStyleIdx="2" presStyleCnt="4"/>
      <dgm:spPr/>
    </dgm:pt>
    <dgm:pt modelId="{AE81D446-A3F6-42FD-8DAB-C243DF2E212C}" type="pres">
      <dgm:prSet presAssocID="{026AD23E-3C99-4B54-B3E2-250C60CCC189}" presName="vert1" presStyleCnt="0"/>
      <dgm:spPr/>
    </dgm:pt>
    <dgm:pt modelId="{E896DC00-9992-4F4A-B408-2EE8037D6EAA}" type="pres">
      <dgm:prSet presAssocID="{C069A2E9-EE24-4AF7-8C91-A8C13BA39205}" presName="thickLine" presStyleLbl="alignNode1" presStyleIdx="3" presStyleCnt="4"/>
      <dgm:spPr/>
    </dgm:pt>
    <dgm:pt modelId="{BA09C969-2C4B-48C8-BCAE-C25345EA9404}" type="pres">
      <dgm:prSet presAssocID="{C069A2E9-EE24-4AF7-8C91-A8C13BA39205}" presName="horz1" presStyleCnt="0"/>
      <dgm:spPr/>
    </dgm:pt>
    <dgm:pt modelId="{09365E03-11E5-437B-AF7D-232B013B26E1}" type="pres">
      <dgm:prSet presAssocID="{C069A2E9-EE24-4AF7-8C91-A8C13BA39205}" presName="tx1" presStyleLbl="revTx" presStyleIdx="3" presStyleCnt="4"/>
      <dgm:spPr/>
    </dgm:pt>
    <dgm:pt modelId="{924D1FB7-C54F-4343-BA1F-B43A0239E41D}" type="pres">
      <dgm:prSet presAssocID="{C069A2E9-EE24-4AF7-8C91-A8C13BA39205}" presName="vert1" presStyleCnt="0"/>
      <dgm:spPr/>
    </dgm:pt>
  </dgm:ptLst>
  <dgm:cxnLst>
    <dgm:cxn modelId="{2374EB30-556A-418E-B979-79413A098C62}" type="presOf" srcId="{012A8CE3-72B6-4242-9BAE-335FCCDAF2AE}" destId="{524DB3A8-3933-4E16-966D-114E60F76A1D}" srcOrd="0" destOrd="0" presId="urn:microsoft.com/office/officeart/2008/layout/LinedList"/>
    <dgm:cxn modelId="{6A7E8C40-AA48-44F4-969A-0F2D4CDCAD2B}" type="presOf" srcId="{026AD23E-3C99-4B54-B3E2-250C60CCC189}" destId="{D43C324B-8A14-44A6-B679-7703B2779C47}" srcOrd="0" destOrd="0" presId="urn:microsoft.com/office/officeart/2008/layout/LinedList"/>
    <dgm:cxn modelId="{8E24F385-13D7-42D5-A0B4-AA31F86421CE}" type="presOf" srcId="{970B2D46-2765-424F-9F88-B14773411715}" destId="{B1B05715-02C2-45C7-BCF8-D05A2D90B40C}" srcOrd="0" destOrd="0" presId="urn:microsoft.com/office/officeart/2008/layout/LinedList"/>
    <dgm:cxn modelId="{1E95568B-BFF1-4C4F-9C33-5BDB68305F72}" type="presOf" srcId="{C069A2E9-EE24-4AF7-8C91-A8C13BA39205}" destId="{09365E03-11E5-437B-AF7D-232B013B26E1}" srcOrd="0" destOrd="0" presId="urn:microsoft.com/office/officeart/2008/layout/LinedList"/>
    <dgm:cxn modelId="{271F53BD-21E0-445C-AB05-E788E73A5980}" srcId="{970B2D46-2765-424F-9F88-B14773411715}" destId="{C069A2E9-EE24-4AF7-8C91-A8C13BA39205}" srcOrd="3" destOrd="0" parTransId="{B29C6867-85EC-4D34-A0D1-C84EADEB3F43}" sibTransId="{F280FC3A-EA93-4082-B030-95D068548D07}"/>
    <dgm:cxn modelId="{27B105C7-9F26-4DA8-9179-47E4D63C3A2A}" srcId="{970B2D46-2765-424F-9F88-B14773411715}" destId="{012A8CE3-72B6-4242-9BAE-335FCCDAF2AE}" srcOrd="1" destOrd="0" parTransId="{699FA1ED-C5EC-4834-B23E-94DAEB433BDF}" sibTransId="{62AA192A-BD8C-491B-86D5-6632E55B922F}"/>
    <dgm:cxn modelId="{54960CCE-506E-4637-901B-EE57B3F3C847}" srcId="{970B2D46-2765-424F-9F88-B14773411715}" destId="{026AD23E-3C99-4B54-B3E2-250C60CCC189}" srcOrd="2" destOrd="0" parTransId="{DC4927A9-9720-48A1-A0EA-D17FE09D859E}" sibTransId="{7C692781-9012-4597-96AF-35EFC3E58674}"/>
    <dgm:cxn modelId="{295FBAEB-3F4D-4129-AE78-204778ECFC45}" srcId="{970B2D46-2765-424F-9F88-B14773411715}" destId="{FE3D94E6-2DFD-47AC-859F-0B379A802142}" srcOrd="0" destOrd="0" parTransId="{6C053D73-3C18-4E1C-8E38-7002B2B78EDA}" sibTransId="{BD06570E-A2BA-4CC3-9A5C-1F8CC3A5E9ED}"/>
    <dgm:cxn modelId="{02920BF7-94DF-4FB7-BD15-62390F845FFF}" type="presOf" srcId="{FE3D94E6-2DFD-47AC-859F-0B379A802142}" destId="{468B6ED9-F03F-4F17-AF31-61B004BA58F9}" srcOrd="0" destOrd="0" presId="urn:microsoft.com/office/officeart/2008/layout/LinedList"/>
    <dgm:cxn modelId="{851D5252-0A74-427A-8ABA-3C70D9FA9091}" type="presParOf" srcId="{B1B05715-02C2-45C7-BCF8-D05A2D90B40C}" destId="{505CBA36-2EE0-4C47-9CBE-53EF5E884826}" srcOrd="0" destOrd="0" presId="urn:microsoft.com/office/officeart/2008/layout/LinedList"/>
    <dgm:cxn modelId="{31A80364-BEB4-49AB-B514-0BAF976BC80D}" type="presParOf" srcId="{B1B05715-02C2-45C7-BCF8-D05A2D90B40C}" destId="{FAF12DB8-21B0-4F9C-8D91-A7EBB86F149A}" srcOrd="1" destOrd="0" presId="urn:microsoft.com/office/officeart/2008/layout/LinedList"/>
    <dgm:cxn modelId="{539F59A1-F6B8-4444-AB81-0A75D33E1656}" type="presParOf" srcId="{FAF12DB8-21B0-4F9C-8D91-A7EBB86F149A}" destId="{468B6ED9-F03F-4F17-AF31-61B004BA58F9}" srcOrd="0" destOrd="0" presId="urn:microsoft.com/office/officeart/2008/layout/LinedList"/>
    <dgm:cxn modelId="{F7211528-1F27-4552-A004-1B08D7A21003}" type="presParOf" srcId="{FAF12DB8-21B0-4F9C-8D91-A7EBB86F149A}" destId="{5B5BB606-1F34-411A-A9F2-1C2A2A5E17F9}" srcOrd="1" destOrd="0" presId="urn:microsoft.com/office/officeart/2008/layout/LinedList"/>
    <dgm:cxn modelId="{31781431-CE69-4AB5-8E74-ABE8CB340D34}" type="presParOf" srcId="{B1B05715-02C2-45C7-BCF8-D05A2D90B40C}" destId="{8BB3919D-3710-4B14-A1F6-08D146A4D9D8}" srcOrd="2" destOrd="0" presId="urn:microsoft.com/office/officeart/2008/layout/LinedList"/>
    <dgm:cxn modelId="{DE53036E-872D-41DF-BF62-FBEA3C5669F6}" type="presParOf" srcId="{B1B05715-02C2-45C7-BCF8-D05A2D90B40C}" destId="{AE734FA6-D455-4F5E-9522-FE6FC3017CD4}" srcOrd="3" destOrd="0" presId="urn:microsoft.com/office/officeart/2008/layout/LinedList"/>
    <dgm:cxn modelId="{D221E94F-14AB-4993-9C25-D1DFBA98EEB2}" type="presParOf" srcId="{AE734FA6-D455-4F5E-9522-FE6FC3017CD4}" destId="{524DB3A8-3933-4E16-966D-114E60F76A1D}" srcOrd="0" destOrd="0" presId="urn:microsoft.com/office/officeart/2008/layout/LinedList"/>
    <dgm:cxn modelId="{A482B4AC-A701-44A6-85B1-1A5D64D49707}" type="presParOf" srcId="{AE734FA6-D455-4F5E-9522-FE6FC3017CD4}" destId="{39B2B121-028A-4396-8092-838810EA912D}" srcOrd="1" destOrd="0" presId="urn:microsoft.com/office/officeart/2008/layout/LinedList"/>
    <dgm:cxn modelId="{126EBEEE-A121-40F6-A15F-44FEA795A886}" type="presParOf" srcId="{B1B05715-02C2-45C7-BCF8-D05A2D90B40C}" destId="{1580A270-0EAF-4F17-8FE2-77CC2742073A}" srcOrd="4" destOrd="0" presId="urn:microsoft.com/office/officeart/2008/layout/LinedList"/>
    <dgm:cxn modelId="{4F01D935-FC17-40E8-8437-5D3BB5616115}" type="presParOf" srcId="{B1B05715-02C2-45C7-BCF8-D05A2D90B40C}" destId="{F86847BA-0851-4E36-B2FB-3C8BE3D9CB42}" srcOrd="5" destOrd="0" presId="urn:microsoft.com/office/officeart/2008/layout/LinedList"/>
    <dgm:cxn modelId="{3FC2E09A-24FE-4C08-A7A9-6A0724CEB4BF}" type="presParOf" srcId="{F86847BA-0851-4E36-B2FB-3C8BE3D9CB42}" destId="{D43C324B-8A14-44A6-B679-7703B2779C47}" srcOrd="0" destOrd="0" presId="urn:microsoft.com/office/officeart/2008/layout/LinedList"/>
    <dgm:cxn modelId="{B4DFF2F0-8A19-4F5D-8546-8BC972AAEFFB}" type="presParOf" srcId="{F86847BA-0851-4E36-B2FB-3C8BE3D9CB42}" destId="{AE81D446-A3F6-42FD-8DAB-C243DF2E212C}" srcOrd="1" destOrd="0" presId="urn:microsoft.com/office/officeart/2008/layout/LinedList"/>
    <dgm:cxn modelId="{032CC676-5805-462A-B529-6C97E442B949}" type="presParOf" srcId="{B1B05715-02C2-45C7-BCF8-D05A2D90B40C}" destId="{E896DC00-9992-4F4A-B408-2EE8037D6EAA}" srcOrd="6" destOrd="0" presId="urn:microsoft.com/office/officeart/2008/layout/LinedList"/>
    <dgm:cxn modelId="{46295BD3-8C78-488B-8B5D-9342179A111B}" type="presParOf" srcId="{B1B05715-02C2-45C7-BCF8-D05A2D90B40C}" destId="{BA09C969-2C4B-48C8-BCAE-C25345EA9404}" srcOrd="7" destOrd="0" presId="urn:microsoft.com/office/officeart/2008/layout/LinedList"/>
    <dgm:cxn modelId="{25D8B462-F21B-46B6-8491-5DF47EB98932}" type="presParOf" srcId="{BA09C969-2C4B-48C8-BCAE-C25345EA9404}" destId="{09365E03-11E5-437B-AF7D-232B013B26E1}" srcOrd="0" destOrd="0" presId="urn:microsoft.com/office/officeart/2008/layout/LinedList"/>
    <dgm:cxn modelId="{0B0D8888-051C-4C69-A67A-EBBBDEB93BCD}" type="presParOf" srcId="{BA09C969-2C4B-48C8-BCAE-C25345EA9404}" destId="{924D1FB7-C54F-4343-BA1F-B43A0239E41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1012BBD-C0FD-4701-AC0D-FE79FCA632FE}"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CECA5C70-C627-46CB-997D-05CD50B1B7DF}">
      <dgm:prSet/>
      <dgm:spPr/>
      <dgm:t>
        <a:bodyPr/>
        <a:lstStyle/>
        <a:p>
          <a:r>
            <a:rPr lang="en-NL"/>
            <a:t>AI assistants can write and execute Python to analyse data and create visualisations.</a:t>
          </a:r>
          <a:endParaRPr lang="en-US"/>
        </a:p>
      </dgm:t>
    </dgm:pt>
    <dgm:pt modelId="{9BEFB3F0-CA94-4290-B737-91846B4E3135}" type="parTrans" cxnId="{45278F38-479D-499A-84BA-1C8A162A8858}">
      <dgm:prSet/>
      <dgm:spPr/>
      <dgm:t>
        <a:bodyPr/>
        <a:lstStyle/>
        <a:p>
          <a:endParaRPr lang="en-US"/>
        </a:p>
      </dgm:t>
    </dgm:pt>
    <dgm:pt modelId="{51723E80-2B1A-45B6-917C-CF9F1090F18A}" type="sibTrans" cxnId="{45278F38-479D-499A-84BA-1C8A162A8858}">
      <dgm:prSet/>
      <dgm:spPr/>
      <dgm:t>
        <a:bodyPr/>
        <a:lstStyle/>
        <a:p>
          <a:endParaRPr lang="en-US"/>
        </a:p>
      </dgm:t>
    </dgm:pt>
    <dgm:pt modelId="{6BC06CDC-588B-4FD4-B45F-2A0354A007EA}">
      <dgm:prSet/>
      <dgm:spPr/>
      <dgm:t>
        <a:bodyPr/>
        <a:lstStyle/>
        <a:p>
          <a:r>
            <a:rPr lang="en-NL"/>
            <a:t>Knowing Python helps you </a:t>
          </a:r>
          <a:r>
            <a:rPr lang="en-NL" b="1"/>
            <a:t>inspect, test, adapt and reproduce</a:t>
          </a:r>
          <a:r>
            <a:rPr lang="en-NL"/>
            <a:t> their work.</a:t>
          </a:r>
          <a:endParaRPr lang="en-US"/>
        </a:p>
      </dgm:t>
    </dgm:pt>
    <dgm:pt modelId="{C505C1D4-C628-4313-B50A-1F5B59F8CBC1}" type="parTrans" cxnId="{3055CE47-2F37-4591-B2C7-FA2340802D70}">
      <dgm:prSet/>
      <dgm:spPr/>
      <dgm:t>
        <a:bodyPr/>
        <a:lstStyle/>
        <a:p>
          <a:endParaRPr lang="en-US"/>
        </a:p>
      </dgm:t>
    </dgm:pt>
    <dgm:pt modelId="{01576789-A380-4AF6-9F59-162F94008663}" type="sibTrans" cxnId="{3055CE47-2F37-4591-B2C7-FA2340802D70}">
      <dgm:prSet/>
      <dgm:spPr/>
      <dgm:t>
        <a:bodyPr/>
        <a:lstStyle/>
        <a:p>
          <a:endParaRPr lang="en-US"/>
        </a:p>
      </dgm:t>
    </dgm:pt>
    <dgm:pt modelId="{B5631115-C1D5-4759-A426-FE9DDCC610D7}">
      <dgm:prSet/>
      <dgm:spPr/>
      <dgm:t>
        <a:bodyPr/>
        <a:lstStyle/>
        <a:p>
          <a:r>
            <a:rPr lang="en-NL"/>
            <a:t>Understanding analytics helps you judge whether the code uses the </a:t>
          </a:r>
          <a:r>
            <a:rPr lang="en-NL" b="1"/>
            <a:t>right data and methods</a:t>
          </a:r>
          <a:r>
            <a:rPr lang="en-NL"/>
            <a:t>.</a:t>
          </a:r>
          <a:endParaRPr lang="en-US"/>
        </a:p>
      </dgm:t>
    </dgm:pt>
    <dgm:pt modelId="{500A3CF1-C9FA-472A-8196-C3B7DE8906BF}" type="parTrans" cxnId="{4C0007A2-B0FE-4450-8EE2-6D892369A497}">
      <dgm:prSet/>
      <dgm:spPr/>
      <dgm:t>
        <a:bodyPr/>
        <a:lstStyle/>
        <a:p>
          <a:endParaRPr lang="en-US"/>
        </a:p>
      </dgm:t>
    </dgm:pt>
    <dgm:pt modelId="{9FF64F93-AA5C-499A-BE2F-EAD96F89DB0F}" type="sibTrans" cxnId="{4C0007A2-B0FE-4450-8EE2-6D892369A497}">
      <dgm:prSet/>
      <dgm:spPr/>
      <dgm:t>
        <a:bodyPr/>
        <a:lstStyle/>
        <a:p>
          <a:endParaRPr lang="en-US"/>
        </a:p>
      </dgm:t>
    </dgm:pt>
    <dgm:pt modelId="{85D72E49-DBDD-4B4E-A022-90BDF85BAB50}">
      <dgm:prSet/>
      <dgm:spPr/>
      <dgm:t>
        <a:bodyPr/>
        <a:lstStyle/>
        <a:p>
          <a:r>
            <a:rPr lang="en-NL" b="1"/>
            <a:t>Code that runs is not necessarily an analysis you can trust.</a:t>
          </a:r>
          <a:endParaRPr lang="en-US"/>
        </a:p>
      </dgm:t>
    </dgm:pt>
    <dgm:pt modelId="{6ED31C65-2EB5-4696-84B1-8F17138979B0}" type="parTrans" cxnId="{DCA5A7B3-96B1-4726-A23D-B6468F06E24B}">
      <dgm:prSet/>
      <dgm:spPr/>
      <dgm:t>
        <a:bodyPr/>
        <a:lstStyle/>
        <a:p>
          <a:endParaRPr lang="en-US"/>
        </a:p>
      </dgm:t>
    </dgm:pt>
    <dgm:pt modelId="{82AD8618-5D97-44D4-B55E-5CDADC60D98B}" type="sibTrans" cxnId="{DCA5A7B3-96B1-4726-A23D-B6468F06E24B}">
      <dgm:prSet/>
      <dgm:spPr/>
      <dgm:t>
        <a:bodyPr/>
        <a:lstStyle/>
        <a:p>
          <a:endParaRPr lang="en-US"/>
        </a:p>
      </dgm:t>
    </dgm:pt>
    <dgm:pt modelId="{13A41A82-E358-45C2-9A49-905CD45CEC7B}" type="pres">
      <dgm:prSet presAssocID="{81012BBD-C0FD-4701-AC0D-FE79FCA632FE}" presName="vert0" presStyleCnt="0">
        <dgm:presLayoutVars>
          <dgm:dir/>
          <dgm:animOne val="branch"/>
          <dgm:animLvl val="lvl"/>
        </dgm:presLayoutVars>
      </dgm:prSet>
      <dgm:spPr/>
    </dgm:pt>
    <dgm:pt modelId="{6E9D2171-2786-4344-BBD5-F151DCFEFD43}" type="pres">
      <dgm:prSet presAssocID="{CECA5C70-C627-46CB-997D-05CD50B1B7DF}" presName="thickLine" presStyleLbl="alignNode1" presStyleIdx="0" presStyleCnt="4"/>
      <dgm:spPr/>
    </dgm:pt>
    <dgm:pt modelId="{8CCF1748-1CBA-4F01-8916-8683B30D4538}" type="pres">
      <dgm:prSet presAssocID="{CECA5C70-C627-46CB-997D-05CD50B1B7DF}" presName="horz1" presStyleCnt="0"/>
      <dgm:spPr/>
    </dgm:pt>
    <dgm:pt modelId="{000F1BD7-D8B9-44D4-A533-4BA1D6806FFE}" type="pres">
      <dgm:prSet presAssocID="{CECA5C70-C627-46CB-997D-05CD50B1B7DF}" presName="tx1" presStyleLbl="revTx" presStyleIdx="0" presStyleCnt="4"/>
      <dgm:spPr/>
    </dgm:pt>
    <dgm:pt modelId="{74757BC1-8FF5-45C1-A28C-04597A2B0AA2}" type="pres">
      <dgm:prSet presAssocID="{CECA5C70-C627-46CB-997D-05CD50B1B7DF}" presName="vert1" presStyleCnt="0"/>
      <dgm:spPr/>
    </dgm:pt>
    <dgm:pt modelId="{407B06A9-AE12-4ECE-8BB1-F9A862424C02}" type="pres">
      <dgm:prSet presAssocID="{6BC06CDC-588B-4FD4-B45F-2A0354A007EA}" presName="thickLine" presStyleLbl="alignNode1" presStyleIdx="1" presStyleCnt="4"/>
      <dgm:spPr/>
    </dgm:pt>
    <dgm:pt modelId="{95969FF6-EE23-4A97-BC80-00E818B10F8F}" type="pres">
      <dgm:prSet presAssocID="{6BC06CDC-588B-4FD4-B45F-2A0354A007EA}" presName="horz1" presStyleCnt="0"/>
      <dgm:spPr/>
    </dgm:pt>
    <dgm:pt modelId="{E8845D57-ACAD-484B-8FE2-66313A4C1C4B}" type="pres">
      <dgm:prSet presAssocID="{6BC06CDC-588B-4FD4-B45F-2A0354A007EA}" presName="tx1" presStyleLbl="revTx" presStyleIdx="1" presStyleCnt="4"/>
      <dgm:spPr/>
    </dgm:pt>
    <dgm:pt modelId="{DAC65E9F-7A75-4B24-8BE2-872241741B3D}" type="pres">
      <dgm:prSet presAssocID="{6BC06CDC-588B-4FD4-B45F-2A0354A007EA}" presName="vert1" presStyleCnt="0"/>
      <dgm:spPr/>
    </dgm:pt>
    <dgm:pt modelId="{BD71E097-32D3-43F1-87C7-C63F87706F5B}" type="pres">
      <dgm:prSet presAssocID="{B5631115-C1D5-4759-A426-FE9DDCC610D7}" presName="thickLine" presStyleLbl="alignNode1" presStyleIdx="2" presStyleCnt="4"/>
      <dgm:spPr/>
    </dgm:pt>
    <dgm:pt modelId="{D8F02606-B6FF-4863-8482-69F0FE3DA8A8}" type="pres">
      <dgm:prSet presAssocID="{B5631115-C1D5-4759-A426-FE9DDCC610D7}" presName="horz1" presStyleCnt="0"/>
      <dgm:spPr/>
    </dgm:pt>
    <dgm:pt modelId="{C5D381D0-39F6-4E78-9393-1B252B7DC6CB}" type="pres">
      <dgm:prSet presAssocID="{B5631115-C1D5-4759-A426-FE9DDCC610D7}" presName="tx1" presStyleLbl="revTx" presStyleIdx="2" presStyleCnt="4"/>
      <dgm:spPr/>
    </dgm:pt>
    <dgm:pt modelId="{9286FBC1-499A-47BF-A182-4C975956D346}" type="pres">
      <dgm:prSet presAssocID="{B5631115-C1D5-4759-A426-FE9DDCC610D7}" presName="vert1" presStyleCnt="0"/>
      <dgm:spPr/>
    </dgm:pt>
    <dgm:pt modelId="{1AC09E8A-7580-4E9E-9417-928565C80655}" type="pres">
      <dgm:prSet presAssocID="{85D72E49-DBDD-4B4E-A022-90BDF85BAB50}" presName="thickLine" presStyleLbl="alignNode1" presStyleIdx="3" presStyleCnt="4"/>
      <dgm:spPr/>
    </dgm:pt>
    <dgm:pt modelId="{1CB54ED0-D325-411E-B27E-53A0808F1165}" type="pres">
      <dgm:prSet presAssocID="{85D72E49-DBDD-4B4E-A022-90BDF85BAB50}" presName="horz1" presStyleCnt="0"/>
      <dgm:spPr/>
    </dgm:pt>
    <dgm:pt modelId="{77FD5100-1E3F-433F-98B2-EBBC14F0A11D}" type="pres">
      <dgm:prSet presAssocID="{85D72E49-DBDD-4B4E-A022-90BDF85BAB50}" presName="tx1" presStyleLbl="revTx" presStyleIdx="3" presStyleCnt="4"/>
      <dgm:spPr/>
    </dgm:pt>
    <dgm:pt modelId="{3B968C9F-F213-4121-B58E-00D22112CB22}" type="pres">
      <dgm:prSet presAssocID="{85D72E49-DBDD-4B4E-A022-90BDF85BAB50}" presName="vert1" presStyleCnt="0"/>
      <dgm:spPr/>
    </dgm:pt>
  </dgm:ptLst>
  <dgm:cxnLst>
    <dgm:cxn modelId="{45278F38-479D-499A-84BA-1C8A162A8858}" srcId="{81012BBD-C0FD-4701-AC0D-FE79FCA632FE}" destId="{CECA5C70-C627-46CB-997D-05CD50B1B7DF}" srcOrd="0" destOrd="0" parTransId="{9BEFB3F0-CA94-4290-B737-91846B4E3135}" sibTransId="{51723E80-2B1A-45B6-917C-CF9F1090F18A}"/>
    <dgm:cxn modelId="{3055CE47-2F37-4591-B2C7-FA2340802D70}" srcId="{81012BBD-C0FD-4701-AC0D-FE79FCA632FE}" destId="{6BC06CDC-588B-4FD4-B45F-2A0354A007EA}" srcOrd="1" destOrd="0" parTransId="{C505C1D4-C628-4313-B50A-1F5B59F8CBC1}" sibTransId="{01576789-A380-4AF6-9F59-162F94008663}"/>
    <dgm:cxn modelId="{A8685A4B-6F56-4860-8A67-16D1BE78E8B3}" type="presOf" srcId="{85D72E49-DBDD-4B4E-A022-90BDF85BAB50}" destId="{77FD5100-1E3F-433F-98B2-EBBC14F0A11D}" srcOrd="0" destOrd="0" presId="urn:microsoft.com/office/officeart/2008/layout/LinedList"/>
    <dgm:cxn modelId="{4C0007A2-B0FE-4450-8EE2-6D892369A497}" srcId="{81012BBD-C0FD-4701-AC0D-FE79FCA632FE}" destId="{B5631115-C1D5-4759-A426-FE9DDCC610D7}" srcOrd="2" destOrd="0" parTransId="{500A3CF1-C9FA-472A-8196-C3B7DE8906BF}" sibTransId="{9FF64F93-AA5C-499A-BE2F-EAD96F89DB0F}"/>
    <dgm:cxn modelId="{B4D9A7A8-2C92-4C45-ABAC-6A0451E8CA32}" type="presOf" srcId="{CECA5C70-C627-46CB-997D-05CD50B1B7DF}" destId="{000F1BD7-D8B9-44D4-A533-4BA1D6806FFE}" srcOrd="0" destOrd="0" presId="urn:microsoft.com/office/officeart/2008/layout/LinedList"/>
    <dgm:cxn modelId="{041B12AC-0570-4886-9ABD-C4870D1E996E}" type="presOf" srcId="{81012BBD-C0FD-4701-AC0D-FE79FCA632FE}" destId="{13A41A82-E358-45C2-9A49-905CD45CEC7B}" srcOrd="0" destOrd="0" presId="urn:microsoft.com/office/officeart/2008/layout/LinedList"/>
    <dgm:cxn modelId="{DCA5A7B3-96B1-4726-A23D-B6468F06E24B}" srcId="{81012BBD-C0FD-4701-AC0D-FE79FCA632FE}" destId="{85D72E49-DBDD-4B4E-A022-90BDF85BAB50}" srcOrd="3" destOrd="0" parTransId="{6ED31C65-2EB5-4696-84B1-8F17138979B0}" sibTransId="{82AD8618-5D97-44D4-B55E-5CDADC60D98B}"/>
    <dgm:cxn modelId="{1A8A60BD-9D8E-4542-AACF-0BFAA5A85F71}" type="presOf" srcId="{B5631115-C1D5-4759-A426-FE9DDCC610D7}" destId="{C5D381D0-39F6-4E78-9393-1B252B7DC6CB}" srcOrd="0" destOrd="0" presId="urn:microsoft.com/office/officeart/2008/layout/LinedList"/>
    <dgm:cxn modelId="{EE41CAC8-9856-43CB-84EA-BA2683FB7FF6}" type="presOf" srcId="{6BC06CDC-588B-4FD4-B45F-2A0354A007EA}" destId="{E8845D57-ACAD-484B-8FE2-66313A4C1C4B}" srcOrd="0" destOrd="0" presId="urn:microsoft.com/office/officeart/2008/layout/LinedList"/>
    <dgm:cxn modelId="{EBAB5C03-1E3D-4A13-A163-1604213D6E67}" type="presParOf" srcId="{13A41A82-E358-45C2-9A49-905CD45CEC7B}" destId="{6E9D2171-2786-4344-BBD5-F151DCFEFD43}" srcOrd="0" destOrd="0" presId="urn:microsoft.com/office/officeart/2008/layout/LinedList"/>
    <dgm:cxn modelId="{DDE28439-5B89-40F9-A5A7-77BBE8865832}" type="presParOf" srcId="{13A41A82-E358-45C2-9A49-905CD45CEC7B}" destId="{8CCF1748-1CBA-4F01-8916-8683B30D4538}" srcOrd="1" destOrd="0" presId="urn:microsoft.com/office/officeart/2008/layout/LinedList"/>
    <dgm:cxn modelId="{8FC45E36-2835-4648-B2EE-985F477E4FF1}" type="presParOf" srcId="{8CCF1748-1CBA-4F01-8916-8683B30D4538}" destId="{000F1BD7-D8B9-44D4-A533-4BA1D6806FFE}" srcOrd="0" destOrd="0" presId="urn:microsoft.com/office/officeart/2008/layout/LinedList"/>
    <dgm:cxn modelId="{5BC38412-AFE6-4B49-8C63-19AC128346AC}" type="presParOf" srcId="{8CCF1748-1CBA-4F01-8916-8683B30D4538}" destId="{74757BC1-8FF5-45C1-A28C-04597A2B0AA2}" srcOrd="1" destOrd="0" presId="urn:microsoft.com/office/officeart/2008/layout/LinedList"/>
    <dgm:cxn modelId="{A1C9E936-E892-4702-860B-3F25B659F0B5}" type="presParOf" srcId="{13A41A82-E358-45C2-9A49-905CD45CEC7B}" destId="{407B06A9-AE12-4ECE-8BB1-F9A862424C02}" srcOrd="2" destOrd="0" presId="urn:microsoft.com/office/officeart/2008/layout/LinedList"/>
    <dgm:cxn modelId="{32F19F1D-39EE-4B96-BA9D-EF7C07446DA6}" type="presParOf" srcId="{13A41A82-E358-45C2-9A49-905CD45CEC7B}" destId="{95969FF6-EE23-4A97-BC80-00E818B10F8F}" srcOrd="3" destOrd="0" presId="urn:microsoft.com/office/officeart/2008/layout/LinedList"/>
    <dgm:cxn modelId="{F020D40B-3EE3-4EC5-9E6C-77130A43233E}" type="presParOf" srcId="{95969FF6-EE23-4A97-BC80-00E818B10F8F}" destId="{E8845D57-ACAD-484B-8FE2-66313A4C1C4B}" srcOrd="0" destOrd="0" presId="urn:microsoft.com/office/officeart/2008/layout/LinedList"/>
    <dgm:cxn modelId="{609C2AD8-D342-441D-8D4A-8F2D56A452D5}" type="presParOf" srcId="{95969FF6-EE23-4A97-BC80-00E818B10F8F}" destId="{DAC65E9F-7A75-4B24-8BE2-872241741B3D}" srcOrd="1" destOrd="0" presId="urn:microsoft.com/office/officeart/2008/layout/LinedList"/>
    <dgm:cxn modelId="{775706D0-9CB4-4BCD-9F05-CA078A3DAA14}" type="presParOf" srcId="{13A41A82-E358-45C2-9A49-905CD45CEC7B}" destId="{BD71E097-32D3-43F1-87C7-C63F87706F5B}" srcOrd="4" destOrd="0" presId="urn:microsoft.com/office/officeart/2008/layout/LinedList"/>
    <dgm:cxn modelId="{90D2FF1B-E8F8-4EE3-A6E9-77F4D1D84ED3}" type="presParOf" srcId="{13A41A82-E358-45C2-9A49-905CD45CEC7B}" destId="{D8F02606-B6FF-4863-8482-69F0FE3DA8A8}" srcOrd="5" destOrd="0" presId="urn:microsoft.com/office/officeart/2008/layout/LinedList"/>
    <dgm:cxn modelId="{9E30D1DE-85BA-4B16-954E-4ED0894EEBD2}" type="presParOf" srcId="{D8F02606-B6FF-4863-8482-69F0FE3DA8A8}" destId="{C5D381D0-39F6-4E78-9393-1B252B7DC6CB}" srcOrd="0" destOrd="0" presId="urn:microsoft.com/office/officeart/2008/layout/LinedList"/>
    <dgm:cxn modelId="{55F81ECC-A060-4C6D-8888-3CAD88296575}" type="presParOf" srcId="{D8F02606-B6FF-4863-8482-69F0FE3DA8A8}" destId="{9286FBC1-499A-47BF-A182-4C975956D346}" srcOrd="1" destOrd="0" presId="urn:microsoft.com/office/officeart/2008/layout/LinedList"/>
    <dgm:cxn modelId="{03CDAB2D-6CBB-40DD-BBDA-29E163C9A1AB}" type="presParOf" srcId="{13A41A82-E358-45C2-9A49-905CD45CEC7B}" destId="{1AC09E8A-7580-4E9E-9417-928565C80655}" srcOrd="6" destOrd="0" presId="urn:microsoft.com/office/officeart/2008/layout/LinedList"/>
    <dgm:cxn modelId="{34121E0E-4BFB-49F0-8218-BB063FD3686E}" type="presParOf" srcId="{13A41A82-E358-45C2-9A49-905CD45CEC7B}" destId="{1CB54ED0-D325-411E-B27E-53A0808F1165}" srcOrd="7" destOrd="0" presId="urn:microsoft.com/office/officeart/2008/layout/LinedList"/>
    <dgm:cxn modelId="{C8E14B3C-D336-4214-A4CF-3AF9BDE7E69E}" type="presParOf" srcId="{1CB54ED0-D325-411E-B27E-53A0808F1165}" destId="{77FD5100-1E3F-433F-98B2-EBBC14F0A11D}" srcOrd="0" destOrd="0" presId="urn:microsoft.com/office/officeart/2008/layout/LinedList"/>
    <dgm:cxn modelId="{FF7D3CC9-2A9A-4908-A98C-3BE2C9404150}" type="presParOf" srcId="{1CB54ED0-D325-411E-B27E-53A0808F1165}" destId="{3B968C9F-F213-4121-B58E-00D22112CB2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CF94255-E920-490A-8C42-2499F852ED27}"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707E4F5B-A705-4771-8643-046515FC23D9}">
      <dgm:prSet/>
      <dgm:spPr/>
      <dgm:t>
        <a:bodyPr/>
        <a:lstStyle/>
        <a:p>
          <a:r>
            <a:rPr lang="en-US"/>
            <a:t>If you prefer not to use a Google account, you can run all notebooks locally.</a:t>
          </a:r>
        </a:p>
      </dgm:t>
    </dgm:pt>
    <dgm:pt modelId="{68562DAF-C2BD-44AF-B31B-899B02F1CDF5}" type="parTrans" cxnId="{42EC5A0E-95E5-4DF6-BF32-20E25244C9C9}">
      <dgm:prSet/>
      <dgm:spPr/>
      <dgm:t>
        <a:bodyPr/>
        <a:lstStyle/>
        <a:p>
          <a:endParaRPr lang="en-US"/>
        </a:p>
      </dgm:t>
    </dgm:pt>
    <dgm:pt modelId="{3B07D55F-EC5B-43DD-828B-B8355B89A204}" type="sibTrans" cxnId="{42EC5A0E-95E5-4DF6-BF32-20E25244C9C9}">
      <dgm:prSet/>
      <dgm:spPr/>
      <dgm:t>
        <a:bodyPr/>
        <a:lstStyle/>
        <a:p>
          <a:endParaRPr lang="en-US"/>
        </a:p>
      </dgm:t>
    </dgm:pt>
    <dgm:pt modelId="{5AA5D5C3-B0E8-4810-9C47-E4FCB9C8ED8F}">
      <dgm:prSet/>
      <dgm:spPr/>
      <dgm:t>
        <a:bodyPr/>
        <a:lstStyle/>
        <a:p>
          <a:r>
            <a:rPr lang="en-US"/>
            <a:t>In that case, you must install Python and Jupyter yourself and maintain your environment. </a:t>
          </a:r>
        </a:p>
      </dgm:t>
    </dgm:pt>
    <dgm:pt modelId="{FA01C539-B32F-4F54-A84A-6E06B657B408}" type="parTrans" cxnId="{15BA56A1-96A8-473D-8FDB-703770B768AD}">
      <dgm:prSet/>
      <dgm:spPr/>
      <dgm:t>
        <a:bodyPr/>
        <a:lstStyle/>
        <a:p>
          <a:endParaRPr lang="en-US"/>
        </a:p>
      </dgm:t>
    </dgm:pt>
    <dgm:pt modelId="{88824220-7453-4708-B365-2145DB9DB3F7}" type="sibTrans" cxnId="{15BA56A1-96A8-473D-8FDB-703770B768AD}">
      <dgm:prSet/>
      <dgm:spPr/>
      <dgm:t>
        <a:bodyPr/>
        <a:lstStyle/>
        <a:p>
          <a:endParaRPr lang="en-US"/>
        </a:p>
      </dgm:t>
    </dgm:pt>
    <dgm:pt modelId="{C0CD494D-8937-4276-8A69-16FC69B210DA}">
      <dgm:prSet/>
      <dgm:spPr/>
      <dgm:t>
        <a:bodyPr/>
        <a:lstStyle/>
        <a:p>
          <a:r>
            <a:rPr lang="en-US"/>
            <a:t>To demonstrate how to work locally, let us open again this </a:t>
          </a:r>
          <a:r>
            <a:rPr lang="en-US">
              <a:hlinkClick xmlns:r="http://schemas.openxmlformats.org/officeDocument/2006/relationships" r:id="rId1"/>
            </a:rPr>
            <a:t>notebook</a:t>
          </a:r>
          <a:r>
            <a:rPr lang="en-US"/>
            <a:t>…</a:t>
          </a:r>
        </a:p>
      </dgm:t>
    </dgm:pt>
    <dgm:pt modelId="{2FA1616E-B4B2-47AC-A24E-CE35A413B64B}" type="parTrans" cxnId="{FCCC176B-8623-4007-80F8-D8D2AB4AA545}">
      <dgm:prSet/>
      <dgm:spPr/>
    </dgm:pt>
    <dgm:pt modelId="{DBDF4BB7-08A6-44C5-9239-5F47B8016CDC}" type="sibTrans" cxnId="{FCCC176B-8623-4007-80F8-D8D2AB4AA545}">
      <dgm:prSet/>
      <dgm:spPr/>
      <dgm:t>
        <a:bodyPr/>
        <a:lstStyle/>
        <a:p>
          <a:endParaRPr lang="en-US"/>
        </a:p>
      </dgm:t>
    </dgm:pt>
    <dgm:pt modelId="{C6B2858C-BE6D-4FBF-8E6E-130FF205FA68}" type="pres">
      <dgm:prSet presAssocID="{BCF94255-E920-490A-8C42-2499F852ED27}" presName="root" presStyleCnt="0">
        <dgm:presLayoutVars>
          <dgm:dir/>
          <dgm:resizeHandles val="exact"/>
        </dgm:presLayoutVars>
      </dgm:prSet>
      <dgm:spPr/>
    </dgm:pt>
    <dgm:pt modelId="{C5DCD30F-18AB-4412-8CDF-88A8EF3DD3EB}" type="pres">
      <dgm:prSet presAssocID="{707E4F5B-A705-4771-8643-046515FC23D9}" presName="compNode" presStyleCnt="0"/>
      <dgm:spPr/>
    </dgm:pt>
    <dgm:pt modelId="{87763E33-5CC7-4FDD-ABDA-B397B15F8572}" type="pres">
      <dgm:prSet presAssocID="{707E4F5B-A705-4771-8643-046515FC23D9}" presName="bgRect" presStyleLbl="bgShp" presStyleIdx="0" presStyleCnt="3"/>
      <dgm:spPr/>
    </dgm:pt>
    <dgm:pt modelId="{245888CD-9939-44C9-B2EA-7F630BB26E02}" type="pres">
      <dgm:prSet presAssocID="{707E4F5B-A705-4771-8643-046515FC23D9}"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k"/>
        </a:ext>
      </dgm:extLst>
    </dgm:pt>
    <dgm:pt modelId="{B1A32A61-A09B-45EE-99F4-38A35F04DC50}" type="pres">
      <dgm:prSet presAssocID="{707E4F5B-A705-4771-8643-046515FC23D9}" presName="spaceRect" presStyleCnt="0"/>
      <dgm:spPr/>
    </dgm:pt>
    <dgm:pt modelId="{379A079C-7E03-4F70-A420-F037E1E708CA}" type="pres">
      <dgm:prSet presAssocID="{707E4F5B-A705-4771-8643-046515FC23D9}" presName="parTx" presStyleLbl="revTx" presStyleIdx="0" presStyleCnt="3">
        <dgm:presLayoutVars>
          <dgm:chMax val="0"/>
          <dgm:chPref val="0"/>
        </dgm:presLayoutVars>
      </dgm:prSet>
      <dgm:spPr/>
    </dgm:pt>
    <dgm:pt modelId="{013CAE93-9920-4ECB-98E2-BCD4FDECED54}" type="pres">
      <dgm:prSet presAssocID="{3B07D55F-EC5B-43DD-828B-B8355B89A204}" presName="sibTrans" presStyleCnt="0"/>
      <dgm:spPr/>
    </dgm:pt>
    <dgm:pt modelId="{9236D97B-6328-4065-AAFD-B2E3CA995C10}" type="pres">
      <dgm:prSet presAssocID="{5AA5D5C3-B0E8-4810-9C47-E4FCB9C8ED8F}" presName="compNode" presStyleCnt="0"/>
      <dgm:spPr/>
    </dgm:pt>
    <dgm:pt modelId="{6C3AC144-C65B-4FF8-960F-7898490E20F3}" type="pres">
      <dgm:prSet presAssocID="{5AA5D5C3-B0E8-4810-9C47-E4FCB9C8ED8F}" presName="bgRect" presStyleLbl="bgShp" presStyleIdx="1" presStyleCnt="3"/>
      <dgm:spPr/>
    </dgm:pt>
    <dgm:pt modelId="{EBBC8A4F-1CA4-4D4F-8C55-2ACDFF57BBA1}" type="pres">
      <dgm:prSet presAssocID="{5AA5D5C3-B0E8-4810-9C47-E4FCB9C8ED8F}"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ogrammer"/>
        </a:ext>
      </dgm:extLst>
    </dgm:pt>
    <dgm:pt modelId="{B34179EB-7FA8-4382-8B9C-2D32DEFAE47B}" type="pres">
      <dgm:prSet presAssocID="{5AA5D5C3-B0E8-4810-9C47-E4FCB9C8ED8F}" presName="spaceRect" presStyleCnt="0"/>
      <dgm:spPr/>
    </dgm:pt>
    <dgm:pt modelId="{6E32C930-8B2A-49B9-A272-72A9C19028B3}" type="pres">
      <dgm:prSet presAssocID="{5AA5D5C3-B0E8-4810-9C47-E4FCB9C8ED8F}" presName="parTx" presStyleLbl="revTx" presStyleIdx="1" presStyleCnt="3">
        <dgm:presLayoutVars>
          <dgm:chMax val="0"/>
          <dgm:chPref val="0"/>
        </dgm:presLayoutVars>
      </dgm:prSet>
      <dgm:spPr/>
    </dgm:pt>
    <dgm:pt modelId="{D96AC8A4-6FEF-4B06-B0B5-61A9AC743A39}" type="pres">
      <dgm:prSet presAssocID="{88824220-7453-4708-B365-2145DB9DB3F7}" presName="sibTrans" presStyleCnt="0"/>
      <dgm:spPr/>
    </dgm:pt>
    <dgm:pt modelId="{FDEFBED7-7B33-47DD-A4F3-81FEB60314D4}" type="pres">
      <dgm:prSet presAssocID="{C0CD494D-8937-4276-8A69-16FC69B210DA}" presName="compNode" presStyleCnt="0"/>
      <dgm:spPr/>
    </dgm:pt>
    <dgm:pt modelId="{436DC22D-4BBA-4938-8F7C-F15B38273CB1}" type="pres">
      <dgm:prSet presAssocID="{C0CD494D-8937-4276-8A69-16FC69B210DA}" presName="bgRect" presStyleLbl="bgShp" presStyleIdx="2" presStyleCnt="3"/>
      <dgm:spPr/>
    </dgm:pt>
    <dgm:pt modelId="{9B87408E-663B-4DDE-9B32-86C0D969140C}" type="pres">
      <dgm:prSet presAssocID="{C0CD494D-8937-4276-8A69-16FC69B210DA}"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6192F659-E8BB-4399-B3E2-7D28B19A4200}" type="pres">
      <dgm:prSet presAssocID="{C0CD494D-8937-4276-8A69-16FC69B210DA}" presName="spaceRect" presStyleCnt="0"/>
      <dgm:spPr/>
    </dgm:pt>
    <dgm:pt modelId="{2046FA1C-A3E5-458D-B21A-CBDA38E15E4A}" type="pres">
      <dgm:prSet presAssocID="{C0CD494D-8937-4276-8A69-16FC69B210DA}" presName="parTx" presStyleLbl="revTx" presStyleIdx="2" presStyleCnt="3">
        <dgm:presLayoutVars>
          <dgm:chMax val="0"/>
          <dgm:chPref val="0"/>
        </dgm:presLayoutVars>
      </dgm:prSet>
      <dgm:spPr/>
    </dgm:pt>
  </dgm:ptLst>
  <dgm:cxnLst>
    <dgm:cxn modelId="{42EC5A0E-95E5-4DF6-BF32-20E25244C9C9}" srcId="{BCF94255-E920-490A-8C42-2499F852ED27}" destId="{707E4F5B-A705-4771-8643-046515FC23D9}" srcOrd="0" destOrd="0" parTransId="{68562DAF-C2BD-44AF-B31B-899B02F1CDF5}" sibTransId="{3B07D55F-EC5B-43DD-828B-B8355B89A204}"/>
    <dgm:cxn modelId="{FCCC176B-8623-4007-80F8-D8D2AB4AA545}" srcId="{BCF94255-E920-490A-8C42-2499F852ED27}" destId="{C0CD494D-8937-4276-8A69-16FC69B210DA}" srcOrd="2" destOrd="0" parTransId="{2FA1616E-B4B2-47AC-A24E-CE35A413B64B}" sibTransId="{DBDF4BB7-08A6-44C5-9239-5F47B8016CDC}"/>
    <dgm:cxn modelId="{CBD50E79-1D71-4352-8A18-F9BC7A58DCD9}" type="presOf" srcId="{5AA5D5C3-B0E8-4810-9C47-E4FCB9C8ED8F}" destId="{6E32C930-8B2A-49B9-A272-72A9C19028B3}" srcOrd="0" destOrd="0" presId="urn:microsoft.com/office/officeart/2018/2/layout/IconVerticalSolidList"/>
    <dgm:cxn modelId="{15BA56A1-96A8-473D-8FDB-703770B768AD}" srcId="{BCF94255-E920-490A-8C42-2499F852ED27}" destId="{5AA5D5C3-B0E8-4810-9C47-E4FCB9C8ED8F}" srcOrd="1" destOrd="0" parTransId="{FA01C539-B32F-4F54-A84A-6E06B657B408}" sibTransId="{88824220-7453-4708-B365-2145DB9DB3F7}"/>
    <dgm:cxn modelId="{4F045CE7-38B1-47C5-8D36-56C77C7B68E5}" type="presOf" srcId="{BCF94255-E920-490A-8C42-2499F852ED27}" destId="{C6B2858C-BE6D-4FBF-8E6E-130FF205FA68}" srcOrd="0" destOrd="0" presId="urn:microsoft.com/office/officeart/2018/2/layout/IconVerticalSolidList"/>
    <dgm:cxn modelId="{65DDEFEA-D46D-472B-B29D-138C653773C8}" type="presOf" srcId="{707E4F5B-A705-4771-8643-046515FC23D9}" destId="{379A079C-7E03-4F70-A420-F037E1E708CA}" srcOrd="0" destOrd="0" presId="urn:microsoft.com/office/officeart/2018/2/layout/IconVerticalSolidList"/>
    <dgm:cxn modelId="{AC8592EF-F7A8-40CD-AC5A-39D713232216}" type="presOf" srcId="{C0CD494D-8937-4276-8A69-16FC69B210DA}" destId="{2046FA1C-A3E5-458D-B21A-CBDA38E15E4A}" srcOrd="0" destOrd="0" presId="urn:microsoft.com/office/officeart/2018/2/layout/IconVerticalSolidList"/>
    <dgm:cxn modelId="{7AB28BE5-85D7-4277-A98E-86B50EDC7EF1}" type="presParOf" srcId="{C6B2858C-BE6D-4FBF-8E6E-130FF205FA68}" destId="{C5DCD30F-18AB-4412-8CDF-88A8EF3DD3EB}" srcOrd="0" destOrd="0" presId="urn:microsoft.com/office/officeart/2018/2/layout/IconVerticalSolidList"/>
    <dgm:cxn modelId="{3155C6A4-29F6-4D4F-A3EB-576F4160A029}" type="presParOf" srcId="{C5DCD30F-18AB-4412-8CDF-88A8EF3DD3EB}" destId="{87763E33-5CC7-4FDD-ABDA-B397B15F8572}" srcOrd="0" destOrd="0" presId="urn:microsoft.com/office/officeart/2018/2/layout/IconVerticalSolidList"/>
    <dgm:cxn modelId="{7A18633E-4814-4391-AF21-E269F195B818}" type="presParOf" srcId="{C5DCD30F-18AB-4412-8CDF-88A8EF3DD3EB}" destId="{245888CD-9939-44C9-B2EA-7F630BB26E02}" srcOrd="1" destOrd="0" presId="urn:microsoft.com/office/officeart/2018/2/layout/IconVerticalSolidList"/>
    <dgm:cxn modelId="{71DCBEDE-86E5-4104-BABC-4F12CC8D7548}" type="presParOf" srcId="{C5DCD30F-18AB-4412-8CDF-88A8EF3DD3EB}" destId="{B1A32A61-A09B-45EE-99F4-38A35F04DC50}" srcOrd="2" destOrd="0" presId="urn:microsoft.com/office/officeart/2018/2/layout/IconVerticalSolidList"/>
    <dgm:cxn modelId="{A7D34FB6-8DA0-492D-9DAC-67687F7BBEEA}" type="presParOf" srcId="{C5DCD30F-18AB-4412-8CDF-88A8EF3DD3EB}" destId="{379A079C-7E03-4F70-A420-F037E1E708CA}" srcOrd="3" destOrd="0" presId="urn:microsoft.com/office/officeart/2018/2/layout/IconVerticalSolidList"/>
    <dgm:cxn modelId="{70352493-3923-4E30-93FF-7549EE42909C}" type="presParOf" srcId="{C6B2858C-BE6D-4FBF-8E6E-130FF205FA68}" destId="{013CAE93-9920-4ECB-98E2-BCD4FDECED54}" srcOrd="1" destOrd="0" presId="urn:microsoft.com/office/officeart/2018/2/layout/IconVerticalSolidList"/>
    <dgm:cxn modelId="{99A87AAE-BF33-4D6D-A15E-961645C5AB72}" type="presParOf" srcId="{C6B2858C-BE6D-4FBF-8E6E-130FF205FA68}" destId="{9236D97B-6328-4065-AAFD-B2E3CA995C10}" srcOrd="2" destOrd="0" presId="urn:microsoft.com/office/officeart/2018/2/layout/IconVerticalSolidList"/>
    <dgm:cxn modelId="{312DE588-6047-4EC8-8D4C-E37D84A39E6F}" type="presParOf" srcId="{9236D97B-6328-4065-AAFD-B2E3CA995C10}" destId="{6C3AC144-C65B-4FF8-960F-7898490E20F3}" srcOrd="0" destOrd="0" presId="urn:microsoft.com/office/officeart/2018/2/layout/IconVerticalSolidList"/>
    <dgm:cxn modelId="{4B67B5EB-642C-4F12-86CE-178DEA6319A3}" type="presParOf" srcId="{9236D97B-6328-4065-AAFD-B2E3CA995C10}" destId="{EBBC8A4F-1CA4-4D4F-8C55-2ACDFF57BBA1}" srcOrd="1" destOrd="0" presId="urn:microsoft.com/office/officeart/2018/2/layout/IconVerticalSolidList"/>
    <dgm:cxn modelId="{D852650C-AD39-4F03-80B7-2F7AE52502DE}" type="presParOf" srcId="{9236D97B-6328-4065-AAFD-B2E3CA995C10}" destId="{B34179EB-7FA8-4382-8B9C-2D32DEFAE47B}" srcOrd="2" destOrd="0" presId="urn:microsoft.com/office/officeart/2018/2/layout/IconVerticalSolidList"/>
    <dgm:cxn modelId="{EF478A8F-80CC-4F5B-BD7C-FFDBBC43CA59}" type="presParOf" srcId="{9236D97B-6328-4065-AAFD-B2E3CA995C10}" destId="{6E32C930-8B2A-49B9-A272-72A9C19028B3}" srcOrd="3" destOrd="0" presId="urn:microsoft.com/office/officeart/2018/2/layout/IconVerticalSolidList"/>
    <dgm:cxn modelId="{8856EF72-1633-428C-98B4-2847DACCED16}" type="presParOf" srcId="{C6B2858C-BE6D-4FBF-8E6E-130FF205FA68}" destId="{D96AC8A4-6FEF-4B06-B0B5-61A9AC743A39}" srcOrd="3" destOrd="0" presId="urn:microsoft.com/office/officeart/2018/2/layout/IconVerticalSolidList"/>
    <dgm:cxn modelId="{CD19AC94-1243-4739-B667-D2D6D9328CBB}" type="presParOf" srcId="{C6B2858C-BE6D-4FBF-8E6E-130FF205FA68}" destId="{FDEFBED7-7B33-47DD-A4F3-81FEB60314D4}" srcOrd="4" destOrd="0" presId="urn:microsoft.com/office/officeart/2018/2/layout/IconVerticalSolidList"/>
    <dgm:cxn modelId="{D2465B06-9D6D-4D5E-80B6-70B11D5C4F98}" type="presParOf" srcId="{FDEFBED7-7B33-47DD-A4F3-81FEB60314D4}" destId="{436DC22D-4BBA-4938-8F7C-F15B38273CB1}" srcOrd="0" destOrd="0" presId="urn:microsoft.com/office/officeart/2018/2/layout/IconVerticalSolidList"/>
    <dgm:cxn modelId="{DECDF3D1-506D-4CAB-99B8-E4EBEFD4B547}" type="presParOf" srcId="{FDEFBED7-7B33-47DD-A4F3-81FEB60314D4}" destId="{9B87408E-663B-4DDE-9B32-86C0D969140C}" srcOrd="1" destOrd="0" presId="urn:microsoft.com/office/officeart/2018/2/layout/IconVerticalSolidList"/>
    <dgm:cxn modelId="{1A55F554-1F73-4F6A-A54C-39D6B53A1530}" type="presParOf" srcId="{FDEFBED7-7B33-47DD-A4F3-81FEB60314D4}" destId="{6192F659-E8BB-4399-B3E2-7D28B19A4200}" srcOrd="2" destOrd="0" presId="urn:microsoft.com/office/officeart/2018/2/layout/IconVerticalSolidList"/>
    <dgm:cxn modelId="{D69D6A30-6F34-435B-84BC-FE3BE83EF82E}" type="presParOf" srcId="{FDEFBED7-7B33-47DD-A4F3-81FEB60314D4}" destId="{2046FA1C-A3E5-458D-B21A-CBDA38E15E4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B57F645-DAAB-4A82-9FEE-6F0548B61BBC}"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49D16B08-F9C0-4CF6-8414-111AFAA883D8}">
      <dgm:prSet/>
      <dgm:spPr/>
      <dgm:t>
        <a:bodyPr/>
        <a:lstStyle/>
        <a:p>
          <a:pPr>
            <a:lnSpc>
              <a:spcPct val="100000"/>
            </a:lnSpc>
          </a:pPr>
          <a:r>
            <a:rPr lang="en-US" dirty="0"/>
            <a:t>If you already know another programming language, you will find Python easy to learn through our examples and exercises.</a:t>
          </a:r>
          <a:r>
            <a:rPr lang="en-GB" dirty="0"/>
            <a:t> </a:t>
          </a:r>
          <a:endParaRPr lang="en-US" dirty="0"/>
        </a:p>
      </dgm:t>
    </dgm:pt>
    <dgm:pt modelId="{B7AF0D55-3A15-44B8-8CAA-6B74245674C6}" type="parTrans" cxnId="{13686517-ADFE-4AEF-B50B-EB8101AA3CB6}">
      <dgm:prSet/>
      <dgm:spPr/>
      <dgm:t>
        <a:bodyPr/>
        <a:lstStyle/>
        <a:p>
          <a:endParaRPr lang="en-US"/>
        </a:p>
      </dgm:t>
    </dgm:pt>
    <dgm:pt modelId="{0D0DF6BD-030E-41E3-8F19-0935F4777115}" type="sibTrans" cxnId="{13686517-ADFE-4AEF-B50B-EB8101AA3CB6}">
      <dgm:prSet/>
      <dgm:spPr/>
      <dgm:t>
        <a:bodyPr/>
        <a:lstStyle/>
        <a:p>
          <a:endParaRPr lang="en-US"/>
        </a:p>
      </dgm:t>
    </dgm:pt>
    <dgm:pt modelId="{B49B078B-37CB-4D65-95DA-27210709FE2A}">
      <dgm:prSet/>
      <dgm:spPr/>
      <dgm:t>
        <a:bodyPr/>
        <a:lstStyle/>
        <a:p>
          <a:pPr>
            <a:lnSpc>
              <a:spcPct val="100000"/>
            </a:lnSpc>
          </a:pPr>
          <a:r>
            <a:rPr lang="en-GB" dirty="0"/>
            <a:t>We suggest using </a:t>
          </a:r>
          <a:r>
            <a:rPr lang="en-GB" dirty="0" err="1">
              <a:hlinkClick xmlns:r="http://schemas.openxmlformats.org/officeDocument/2006/relationships" r:id="rId1"/>
            </a:rPr>
            <a:t>Programiz</a:t>
          </a:r>
          <a:r>
            <a:rPr lang="en-GB" dirty="0"/>
            <a:t> for self-study </a:t>
          </a:r>
          <a:r>
            <a:rPr lang="en-US" dirty="0"/>
            <a:t>and </a:t>
          </a:r>
          <a:r>
            <a:rPr lang="en-US" dirty="0" err="1">
              <a:hlinkClick xmlns:r="http://schemas.openxmlformats.org/officeDocument/2006/relationships" r:id="rId2"/>
            </a:rPr>
            <a:t>codingbat</a:t>
          </a:r>
          <a:r>
            <a:rPr lang="en-US" dirty="0"/>
            <a:t> to test your knowledge</a:t>
          </a:r>
          <a:r>
            <a:rPr lang="en-GB" dirty="0"/>
            <a:t>.</a:t>
          </a:r>
          <a:endParaRPr lang="en-US" dirty="0"/>
        </a:p>
      </dgm:t>
    </dgm:pt>
    <dgm:pt modelId="{D218CAAC-6D32-450F-8071-097B1E1D9D1E}" type="parTrans" cxnId="{E471A8AE-D6CC-4930-9FEF-C844F0740370}">
      <dgm:prSet/>
      <dgm:spPr/>
      <dgm:t>
        <a:bodyPr/>
        <a:lstStyle/>
        <a:p>
          <a:endParaRPr lang="en-US"/>
        </a:p>
      </dgm:t>
    </dgm:pt>
    <dgm:pt modelId="{581E3BF1-3124-4C44-A811-7B1D66ED1D89}" type="sibTrans" cxnId="{E471A8AE-D6CC-4930-9FEF-C844F0740370}">
      <dgm:prSet/>
      <dgm:spPr/>
      <dgm:t>
        <a:bodyPr/>
        <a:lstStyle/>
        <a:p>
          <a:endParaRPr lang="en-US"/>
        </a:p>
      </dgm:t>
    </dgm:pt>
    <dgm:pt modelId="{6155E196-63F3-466D-A396-967FB27C2415}">
      <dgm:prSet/>
      <dgm:spPr/>
      <dgm:t>
        <a:bodyPr/>
        <a:lstStyle/>
        <a:p>
          <a:pPr>
            <a:lnSpc>
              <a:spcPct val="100000"/>
            </a:lnSpc>
          </a:pPr>
          <a:r>
            <a:rPr lang="en-GB" dirty="0"/>
            <a:t>Please use this </a:t>
          </a:r>
          <a:r>
            <a:rPr lang="en-GB" dirty="0">
              <a:hlinkClick xmlns:r="http://schemas.openxmlformats.org/officeDocument/2006/relationships" r:id="rId3"/>
            </a:rPr>
            <a:t>notebook</a:t>
          </a:r>
          <a:r>
            <a:rPr lang="en-GB" dirty="0"/>
            <a:t> as a reference to the concepts that you should understand. You can start by skipping the rest for now. </a:t>
          </a:r>
          <a:endParaRPr lang="en-US" dirty="0"/>
        </a:p>
      </dgm:t>
    </dgm:pt>
    <dgm:pt modelId="{0707E1D5-AECB-472C-9448-A224849322C0}" type="parTrans" cxnId="{4CE175B5-A9F9-47FB-83B0-ACB5C4C942ED}">
      <dgm:prSet/>
      <dgm:spPr/>
      <dgm:t>
        <a:bodyPr/>
        <a:lstStyle/>
        <a:p>
          <a:endParaRPr lang="en-US"/>
        </a:p>
      </dgm:t>
    </dgm:pt>
    <dgm:pt modelId="{849C9CA6-0C37-4768-A485-EF34EA455BCA}" type="sibTrans" cxnId="{4CE175B5-A9F9-47FB-83B0-ACB5C4C942ED}">
      <dgm:prSet/>
      <dgm:spPr/>
      <dgm:t>
        <a:bodyPr/>
        <a:lstStyle/>
        <a:p>
          <a:endParaRPr lang="en-US"/>
        </a:p>
      </dgm:t>
    </dgm:pt>
    <dgm:pt modelId="{9C35A173-1B41-421C-A707-8EBF41D410CE}" type="pres">
      <dgm:prSet presAssocID="{7B57F645-DAAB-4A82-9FEE-6F0548B61BBC}" presName="root" presStyleCnt="0">
        <dgm:presLayoutVars>
          <dgm:dir/>
          <dgm:resizeHandles val="exact"/>
        </dgm:presLayoutVars>
      </dgm:prSet>
      <dgm:spPr/>
    </dgm:pt>
    <dgm:pt modelId="{0E7B1DB1-4E7F-44F1-9533-1CF5B7DDB3C5}" type="pres">
      <dgm:prSet presAssocID="{49D16B08-F9C0-4CF6-8414-111AFAA883D8}" presName="compNode" presStyleCnt="0"/>
      <dgm:spPr/>
    </dgm:pt>
    <dgm:pt modelId="{4F556028-8696-4955-B0CB-E8522F59F5BE}" type="pres">
      <dgm:prSet presAssocID="{49D16B08-F9C0-4CF6-8414-111AFAA883D8}" presName="bgRect" presStyleLbl="bgShp" presStyleIdx="0" presStyleCnt="3"/>
      <dgm:spPr/>
    </dgm:pt>
    <dgm:pt modelId="{53B8FC42-0470-4855-9D21-21C5C40DE1F5}" type="pres">
      <dgm:prSet presAssocID="{49D16B08-F9C0-4CF6-8414-111AFAA883D8}"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C64DD030-828B-4D4D-92D4-F2F70D99F24D}" type="pres">
      <dgm:prSet presAssocID="{49D16B08-F9C0-4CF6-8414-111AFAA883D8}" presName="spaceRect" presStyleCnt="0"/>
      <dgm:spPr/>
    </dgm:pt>
    <dgm:pt modelId="{5B9B93A9-5312-4B77-9AAD-6FB192142D6A}" type="pres">
      <dgm:prSet presAssocID="{49D16B08-F9C0-4CF6-8414-111AFAA883D8}" presName="parTx" presStyleLbl="revTx" presStyleIdx="0" presStyleCnt="3">
        <dgm:presLayoutVars>
          <dgm:chMax val="0"/>
          <dgm:chPref val="0"/>
        </dgm:presLayoutVars>
      </dgm:prSet>
      <dgm:spPr/>
    </dgm:pt>
    <dgm:pt modelId="{10428658-44AA-4C5A-AAA9-0C80839BB5DB}" type="pres">
      <dgm:prSet presAssocID="{0D0DF6BD-030E-41E3-8F19-0935F4777115}" presName="sibTrans" presStyleCnt="0"/>
      <dgm:spPr/>
    </dgm:pt>
    <dgm:pt modelId="{456B1F67-CAE6-4209-A924-E48F19FBFF99}" type="pres">
      <dgm:prSet presAssocID="{B49B078B-37CB-4D65-95DA-27210709FE2A}" presName="compNode" presStyleCnt="0"/>
      <dgm:spPr/>
    </dgm:pt>
    <dgm:pt modelId="{FD8D3E7C-B581-4FA9-B078-B1390C10DEF4}" type="pres">
      <dgm:prSet presAssocID="{B49B078B-37CB-4D65-95DA-27210709FE2A}" presName="bgRect" presStyleLbl="bgShp" presStyleIdx="1" presStyleCnt="3"/>
      <dgm:spPr/>
    </dgm:pt>
    <dgm:pt modelId="{52016B87-2748-4F4B-BC9C-00E4AF22A618}" type="pres">
      <dgm:prSet presAssocID="{B49B078B-37CB-4D65-95DA-27210709FE2A}"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Graduation Cap"/>
        </a:ext>
      </dgm:extLst>
    </dgm:pt>
    <dgm:pt modelId="{5E150D47-29BB-4CC2-BB48-C375E44F8B90}" type="pres">
      <dgm:prSet presAssocID="{B49B078B-37CB-4D65-95DA-27210709FE2A}" presName="spaceRect" presStyleCnt="0"/>
      <dgm:spPr/>
    </dgm:pt>
    <dgm:pt modelId="{A318504D-EDE6-4124-ABFE-80E8AB59A1F3}" type="pres">
      <dgm:prSet presAssocID="{B49B078B-37CB-4D65-95DA-27210709FE2A}" presName="parTx" presStyleLbl="revTx" presStyleIdx="1" presStyleCnt="3">
        <dgm:presLayoutVars>
          <dgm:chMax val="0"/>
          <dgm:chPref val="0"/>
        </dgm:presLayoutVars>
      </dgm:prSet>
      <dgm:spPr/>
    </dgm:pt>
    <dgm:pt modelId="{5E66CC0B-849A-438B-AC66-B899D2E1A111}" type="pres">
      <dgm:prSet presAssocID="{581E3BF1-3124-4C44-A811-7B1D66ED1D89}" presName="sibTrans" presStyleCnt="0"/>
      <dgm:spPr/>
    </dgm:pt>
    <dgm:pt modelId="{8BE72B52-0BDB-4F78-97DE-338E39D9497F}" type="pres">
      <dgm:prSet presAssocID="{6155E196-63F3-466D-A396-967FB27C2415}" presName="compNode" presStyleCnt="0"/>
      <dgm:spPr/>
    </dgm:pt>
    <dgm:pt modelId="{21BF591C-85F4-4FA9-B5EB-E64A9DA1BC92}" type="pres">
      <dgm:prSet presAssocID="{6155E196-63F3-466D-A396-967FB27C2415}" presName="bgRect" presStyleLbl="bgShp" presStyleIdx="2" presStyleCnt="3"/>
      <dgm:spPr/>
    </dgm:pt>
    <dgm:pt modelId="{A8319A10-39D6-4B61-A547-9ECF676CD0CB}" type="pres">
      <dgm:prSet presAssocID="{6155E196-63F3-466D-A396-967FB27C241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E83D45D7-B139-408E-9E1E-7104CB629D4F}" type="pres">
      <dgm:prSet presAssocID="{6155E196-63F3-466D-A396-967FB27C2415}" presName="spaceRect" presStyleCnt="0"/>
      <dgm:spPr/>
    </dgm:pt>
    <dgm:pt modelId="{86094B92-B34C-401C-9CC7-9726874F1EDC}" type="pres">
      <dgm:prSet presAssocID="{6155E196-63F3-466D-A396-967FB27C2415}" presName="parTx" presStyleLbl="revTx" presStyleIdx="2" presStyleCnt="3">
        <dgm:presLayoutVars>
          <dgm:chMax val="0"/>
          <dgm:chPref val="0"/>
        </dgm:presLayoutVars>
      </dgm:prSet>
      <dgm:spPr/>
    </dgm:pt>
  </dgm:ptLst>
  <dgm:cxnLst>
    <dgm:cxn modelId="{13686517-ADFE-4AEF-B50B-EB8101AA3CB6}" srcId="{7B57F645-DAAB-4A82-9FEE-6F0548B61BBC}" destId="{49D16B08-F9C0-4CF6-8414-111AFAA883D8}" srcOrd="0" destOrd="0" parTransId="{B7AF0D55-3A15-44B8-8CAA-6B74245674C6}" sibTransId="{0D0DF6BD-030E-41E3-8F19-0935F4777115}"/>
    <dgm:cxn modelId="{F883FE2F-B3C8-4BDB-BBB2-D859A7267E41}" type="presOf" srcId="{6155E196-63F3-466D-A396-967FB27C2415}" destId="{86094B92-B34C-401C-9CC7-9726874F1EDC}" srcOrd="0" destOrd="0" presId="urn:microsoft.com/office/officeart/2018/2/layout/IconVerticalSolidList"/>
    <dgm:cxn modelId="{74B2293A-FAF8-4785-ADF7-CE4C523F33D7}" type="presOf" srcId="{7B57F645-DAAB-4A82-9FEE-6F0548B61BBC}" destId="{9C35A173-1B41-421C-A707-8EBF41D410CE}" srcOrd="0" destOrd="0" presId="urn:microsoft.com/office/officeart/2018/2/layout/IconVerticalSolidList"/>
    <dgm:cxn modelId="{26601F3B-3E20-4193-BF50-51EBC3E05FC9}" type="presOf" srcId="{49D16B08-F9C0-4CF6-8414-111AFAA883D8}" destId="{5B9B93A9-5312-4B77-9AAD-6FB192142D6A}" srcOrd="0" destOrd="0" presId="urn:microsoft.com/office/officeart/2018/2/layout/IconVerticalSolidList"/>
    <dgm:cxn modelId="{E471A8AE-D6CC-4930-9FEF-C844F0740370}" srcId="{7B57F645-DAAB-4A82-9FEE-6F0548B61BBC}" destId="{B49B078B-37CB-4D65-95DA-27210709FE2A}" srcOrd="1" destOrd="0" parTransId="{D218CAAC-6D32-450F-8071-097B1E1D9D1E}" sibTransId="{581E3BF1-3124-4C44-A811-7B1D66ED1D89}"/>
    <dgm:cxn modelId="{4CE175B5-A9F9-47FB-83B0-ACB5C4C942ED}" srcId="{7B57F645-DAAB-4A82-9FEE-6F0548B61BBC}" destId="{6155E196-63F3-466D-A396-967FB27C2415}" srcOrd="2" destOrd="0" parTransId="{0707E1D5-AECB-472C-9448-A224849322C0}" sibTransId="{849C9CA6-0C37-4768-A485-EF34EA455BCA}"/>
    <dgm:cxn modelId="{75094EC5-8A16-481E-81AB-18F45B61C4F2}" type="presOf" srcId="{B49B078B-37CB-4D65-95DA-27210709FE2A}" destId="{A318504D-EDE6-4124-ABFE-80E8AB59A1F3}" srcOrd="0" destOrd="0" presId="urn:microsoft.com/office/officeart/2018/2/layout/IconVerticalSolidList"/>
    <dgm:cxn modelId="{0396FC26-A3DB-417A-B312-2A9D8A3D90B4}" type="presParOf" srcId="{9C35A173-1B41-421C-A707-8EBF41D410CE}" destId="{0E7B1DB1-4E7F-44F1-9533-1CF5B7DDB3C5}" srcOrd="0" destOrd="0" presId="urn:microsoft.com/office/officeart/2018/2/layout/IconVerticalSolidList"/>
    <dgm:cxn modelId="{AC61B41D-3B56-4DFC-8AD0-69970405D3CB}" type="presParOf" srcId="{0E7B1DB1-4E7F-44F1-9533-1CF5B7DDB3C5}" destId="{4F556028-8696-4955-B0CB-E8522F59F5BE}" srcOrd="0" destOrd="0" presId="urn:microsoft.com/office/officeart/2018/2/layout/IconVerticalSolidList"/>
    <dgm:cxn modelId="{DA41FA58-7AB7-4602-BD44-86A7CCEB92EE}" type="presParOf" srcId="{0E7B1DB1-4E7F-44F1-9533-1CF5B7DDB3C5}" destId="{53B8FC42-0470-4855-9D21-21C5C40DE1F5}" srcOrd="1" destOrd="0" presId="urn:microsoft.com/office/officeart/2018/2/layout/IconVerticalSolidList"/>
    <dgm:cxn modelId="{E6AF1D0C-8E63-4E2A-8988-5B0B653AB344}" type="presParOf" srcId="{0E7B1DB1-4E7F-44F1-9533-1CF5B7DDB3C5}" destId="{C64DD030-828B-4D4D-92D4-F2F70D99F24D}" srcOrd="2" destOrd="0" presId="urn:microsoft.com/office/officeart/2018/2/layout/IconVerticalSolidList"/>
    <dgm:cxn modelId="{1DBD10D8-1C49-45BE-9406-464EBFD1B48C}" type="presParOf" srcId="{0E7B1DB1-4E7F-44F1-9533-1CF5B7DDB3C5}" destId="{5B9B93A9-5312-4B77-9AAD-6FB192142D6A}" srcOrd="3" destOrd="0" presId="urn:microsoft.com/office/officeart/2018/2/layout/IconVerticalSolidList"/>
    <dgm:cxn modelId="{F57E636E-6D6C-4E54-8C7D-E61FE8BA4376}" type="presParOf" srcId="{9C35A173-1B41-421C-A707-8EBF41D410CE}" destId="{10428658-44AA-4C5A-AAA9-0C80839BB5DB}" srcOrd="1" destOrd="0" presId="urn:microsoft.com/office/officeart/2018/2/layout/IconVerticalSolidList"/>
    <dgm:cxn modelId="{52445A2C-6C78-4EA7-BBF2-7E23CFCAC21E}" type="presParOf" srcId="{9C35A173-1B41-421C-A707-8EBF41D410CE}" destId="{456B1F67-CAE6-4209-A924-E48F19FBFF99}" srcOrd="2" destOrd="0" presId="urn:microsoft.com/office/officeart/2018/2/layout/IconVerticalSolidList"/>
    <dgm:cxn modelId="{293CA9F5-4E4B-4BE7-9B32-15CC3D6AC996}" type="presParOf" srcId="{456B1F67-CAE6-4209-A924-E48F19FBFF99}" destId="{FD8D3E7C-B581-4FA9-B078-B1390C10DEF4}" srcOrd="0" destOrd="0" presId="urn:microsoft.com/office/officeart/2018/2/layout/IconVerticalSolidList"/>
    <dgm:cxn modelId="{81F805EF-8019-4734-9EEC-556666170403}" type="presParOf" srcId="{456B1F67-CAE6-4209-A924-E48F19FBFF99}" destId="{52016B87-2748-4F4B-BC9C-00E4AF22A618}" srcOrd="1" destOrd="0" presId="urn:microsoft.com/office/officeart/2018/2/layout/IconVerticalSolidList"/>
    <dgm:cxn modelId="{70AAAE4C-0573-40F8-B93D-E62745D33AEA}" type="presParOf" srcId="{456B1F67-CAE6-4209-A924-E48F19FBFF99}" destId="{5E150D47-29BB-4CC2-BB48-C375E44F8B90}" srcOrd="2" destOrd="0" presId="urn:microsoft.com/office/officeart/2018/2/layout/IconVerticalSolidList"/>
    <dgm:cxn modelId="{07C3968E-903A-41B6-9308-97C3E18086AA}" type="presParOf" srcId="{456B1F67-CAE6-4209-A924-E48F19FBFF99}" destId="{A318504D-EDE6-4124-ABFE-80E8AB59A1F3}" srcOrd="3" destOrd="0" presId="urn:microsoft.com/office/officeart/2018/2/layout/IconVerticalSolidList"/>
    <dgm:cxn modelId="{D09778E0-7F3D-44D0-A47E-4354B5007CD3}" type="presParOf" srcId="{9C35A173-1B41-421C-A707-8EBF41D410CE}" destId="{5E66CC0B-849A-438B-AC66-B899D2E1A111}" srcOrd="3" destOrd="0" presId="urn:microsoft.com/office/officeart/2018/2/layout/IconVerticalSolidList"/>
    <dgm:cxn modelId="{F61D7565-A3F1-44A4-9D5E-51453D146A5E}" type="presParOf" srcId="{9C35A173-1B41-421C-A707-8EBF41D410CE}" destId="{8BE72B52-0BDB-4F78-97DE-338E39D9497F}" srcOrd="4" destOrd="0" presId="urn:microsoft.com/office/officeart/2018/2/layout/IconVerticalSolidList"/>
    <dgm:cxn modelId="{DAC485D9-84D7-4AD5-9F38-7FDB2B0F8E9A}" type="presParOf" srcId="{8BE72B52-0BDB-4F78-97DE-338E39D9497F}" destId="{21BF591C-85F4-4FA9-B5EB-E64A9DA1BC92}" srcOrd="0" destOrd="0" presId="urn:microsoft.com/office/officeart/2018/2/layout/IconVerticalSolidList"/>
    <dgm:cxn modelId="{C61C0A96-7BDB-4EDB-867A-A409C4298F8A}" type="presParOf" srcId="{8BE72B52-0BDB-4F78-97DE-338E39D9497F}" destId="{A8319A10-39D6-4B61-A547-9ECF676CD0CB}" srcOrd="1" destOrd="0" presId="urn:microsoft.com/office/officeart/2018/2/layout/IconVerticalSolidList"/>
    <dgm:cxn modelId="{F250EAD8-2A67-4562-95F9-57EF1598D7B2}" type="presParOf" srcId="{8BE72B52-0BDB-4F78-97DE-338E39D9497F}" destId="{E83D45D7-B139-408E-9E1E-7104CB629D4F}" srcOrd="2" destOrd="0" presId="urn:microsoft.com/office/officeart/2018/2/layout/IconVerticalSolidList"/>
    <dgm:cxn modelId="{AA018CE3-4E6A-448D-AB1B-46CA4EA6E9B2}" type="presParOf" srcId="{8BE72B52-0BDB-4F78-97DE-338E39D9497F}" destId="{86094B92-B34C-401C-9CC7-9726874F1ED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088EC66-BD91-4D65-B585-73EA1B045ECF}" type="doc">
      <dgm:prSet loTypeId="urn:microsoft.com/office/officeart/2008/layout/LinedList" loCatId="list" qsTypeId="urn:microsoft.com/office/officeart/2005/8/quickstyle/simple5" qsCatId="simple" csTypeId="urn:microsoft.com/office/officeart/2005/8/colors/accent3_2" csCatId="accent3" phldr="1"/>
      <dgm:spPr/>
      <dgm:t>
        <a:bodyPr/>
        <a:lstStyle/>
        <a:p>
          <a:endParaRPr lang="en-US"/>
        </a:p>
      </dgm:t>
    </dgm:pt>
    <dgm:pt modelId="{7B5A71BE-B14B-4828-B706-892B259A73D2}">
      <dgm:prSet/>
      <dgm:spPr/>
      <dgm:t>
        <a:bodyPr/>
        <a:lstStyle/>
        <a:p>
          <a:r>
            <a:rPr lang="en-US" dirty="0"/>
            <a:t>We provide a wide range of interactive notebooks throughout the course, designed to help you learn by doing.</a:t>
          </a:r>
        </a:p>
      </dgm:t>
    </dgm:pt>
    <dgm:pt modelId="{C0952FFB-6B5E-454E-B665-69AFEAB42981}" type="parTrans" cxnId="{0CF13239-E145-4909-829C-9C111ED8F9EC}">
      <dgm:prSet/>
      <dgm:spPr/>
      <dgm:t>
        <a:bodyPr/>
        <a:lstStyle/>
        <a:p>
          <a:endParaRPr lang="en-US"/>
        </a:p>
      </dgm:t>
    </dgm:pt>
    <dgm:pt modelId="{52EE458A-3E8B-49D0-8FEE-298F863BE45D}" type="sibTrans" cxnId="{0CF13239-E145-4909-829C-9C111ED8F9EC}">
      <dgm:prSet/>
      <dgm:spPr/>
      <dgm:t>
        <a:bodyPr/>
        <a:lstStyle/>
        <a:p>
          <a:endParaRPr lang="en-US"/>
        </a:p>
      </dgm:t>
    </dgm:pt>
    <dgm:pt modelId="{B7F22BBA-4F42-4EB8-8D11-20FC8D567630}">
      <dgm:prSet/>
      <dgm:spPr/>
      <dgm:t>
        <a:bodyPr/>
        <a:lstStyle/>
        <a:p>
          <a:r>
            <a:rPr lang="en-US" dirty="0"/>
            <a:t>Self-study </a:t>
          </a:r>
          <a:r>
            <a:rPr lang="en-US" dirty="0">
              <a:hlinkClick xmlns:r="http://schemas.openxmlformats.org/officeDocument/2006/relationships" r:id="rId1"/>
            </a:rPr>
            <a:t>notebook 1</a:t>
          </a:r>
          <a:r>
            <a:rPr lang="en-US" dirty="0"/>
            <a:t> (week 1)</a:t>
          </a:r>
          <a:endParaRPr lang="en-NL" dirty="0"/>
        </a:p>
      </dgm:t>
    </dgm:pt>
    <dgm:pt modelId="{2A9337F4-7A82-4A9C-9E69-A04985DD269A}" type="parTrans" cxnId="{88C6251D-3808-4F35-992A-34CF1A79CDAE}">
      <dgm:prSet/>
      <dgm:spPr/>
      <dgm:t>
        <a:bodyPr/>
        <a:lstStyle/>
        <a:p>
          <a:endParaRPr lang="en-NL"/>
        </a:p>
      </dgm:t>
    </dgm:pt>
    <dgm:pt modelId="{8D11537B-4733-40AD-8CB0-9E56DD41D227}" type="sibTrans" cxnId="{88C6251D-3808-4F35-992A-34CF1A79CDAE}">
      <dgm:prSet/>
      <dgm:spPr/>
      <dgm:t>
        <a:bodyPr/>
        <a:lstStyle/>
        <a:p>
          <a:endParaRPr lang="en-NL"/>
        </a:p>
      </dgm:t>
    </dgm:pt>
    <dgm:pt modelId="{CAE7EE96-DAF3-4D34-AA24-BE6880F5DCDB}">
      <dgm:prSet/>
      <dgm:spPr/>
      <dgm:t>
        <a:bodyPr/>
        <a:lstStyle/>
        <a:p>
          <a:r>
            <a:rPr lang="en-US" dirty="0"/>
            <a:t>Self-study </a:t>
          </a:r>
          <a:r>
            <a:rPr lang="en-US" dirty="0">
              <a:hlinkClick xmlns:r="http://schemas.openxmlformats.org/officeDocument/2006/relationships" r:id="rId2"/>
            </a:rPr>
            <a:t>notebook 2</a:t>
          </a:r>
          <a:r>
            <a:rPr lang="en-US" dirty="0"/>
            <a:t> (week 2)</a:t>
          </a:r>
          <a:endParaRPr lang="en-NL" dirty="0"/>
        </a:p>
      </dgm:t>
    </dgm:pt>
    <dgm:pt modelId="{5D217F59-835F-4498-A4A1-EE23F3791E09}" type="parTrans" cxnId="{1631DDC7-DB1E-498B-B628-79677CF919E5}">
      <dgm:prSet/>
      <dgm:spPr/>
      <dgm:t>
        <a:bodyPr/>
        <a:lstStyle/>
        <a:p>
          <a:endParaRPr lang="en-NL"/>
        </a:p>
      </dgm:t>
    </dgm:pt>
    <dgm:pt modelId="{FD314251-3EAC-4EFE-B930-856EF56C32DF}" type="sibTrans" cxnId="{1631DDC7-DB1E-498B-B628-79677CF919E5}">
      <dgm:prSet/>
      <dgm:spPr/>
      <dgm:t>
        <a:bodyPr/>
        <a:lstStyle/>
        <a:p>
          <a:endParaRPr lang="en-NL"/>
        </a:p>
      </dgm:t>
    </dgm:pt>
    <dgm:pt modelId="{BC887490-336F-40F0-80DD-BB582266E2BD}">
      <dgm:prSet/>
      <dgm:spPr/>
      <dgm:t>
        <a:bodyPr/>
        <a:lstStyle/>
        <a:p>
          <a:r>
            <a:rPr lang="en-US" dirty="0"/>
            <a:t>Start at your convenience.</a:t>
          </a:r>
          <a:endParaRPr lang="en-NL" dirty="0"/>
        </a:p>
      </dgm:t>
    </dgm:pt>
    <dgm:pt modelId="{2CF0BFDB-BDFC-4E6B-9BFA-FAA162B94869}" type="parTrans" cxnId="{A4EAFAF2-9241-4D19-A4C8-E7189C421131}">
      <dgm:prSet/>
      <dgm:spPr/>
      <dgm:t>
        <a:bodyPr/>
        <a:lstStyle/>
        <a:p>
          <a:endParaRPr lang="en-NL"/>
        </a:p>
      </dgm:t>
    </dgm:pt>
    <dgm:pt modelId="{70D491AB-CBB3-4994-BD2E-DCB0E864E331}" type="sibTrans" cxnId="{A4EAFAF2-9241-4D19-A4C8-E7189C421131}">
      <dgm:prSet/>
      <dgm:spPr/>
      <dgm:t>
        <a:bodyPr/>
        <a:lstStyle/>
        <a:p>
          <a:endParaRPr lang="en-NL"/>
        </a:p>
      </dgm:t>
    </dgm:pt>
    <dgm:pt modelId="{544AB253-5600-4A38-BB28-25E374616037}" type="pres">
      <dgm:prSet presAssocID="{5088EC66-BD91-4D65-B585-73EA1B045ECF}" presName="vert0" presStyleCnt="0">
        <dgm:presLayoutVars>
          <dgm:dir/>
          <dgm:animOne val="branch"/>
          <dgm:animLvl val="lvl"/>
        </dgm:presLayoutVars>
      </dgm:prSet>
      <dgm:spPr/>
    </dgm:pt>
    <dgm:pt modelId="{C7AFC7C9-1B1B-4740-9F1B-EAAD7FA9A76D}" type="pres">
      <dgm:prSet presAssocID="{7B5A71BE-B14B-4828-B706-892B259A73D2}" presName="thickLine" presStyleLbl="alignNode1" presStyleIdx="0" presStyleCnt="4"/>
      <dgm:spPr/>
    </dgm:pt>
    <dgm:pt modelId="{D75F14FB-8D04-4751-ABA8-8CEBDEE4E225}" type="pres">
      <dgm:prSet presAssocID="{7B5A71BE-B14B-4828-B706-892B259A73D2}" presName="horz1" presStyleCnt="0"/>
      <dgm:spPr/>
    </dgm:pt>
    <dgm:pt modelId="{8EAB96B3-3C21-48BF-B855-C6845F1B6BD4}" type="pres">
      <dgm:prSet presAssocID="{7B5A71BE-B14B-4828-B706-892B259A73D2}" presName="tx1" presStyleLbl="revTx" presStyleIdx="0" presStyleCnt="4"/>
      <dgm:spPr/>
    </dgm:pt>
    <dgm:pt modelId="{64EE8CE3-7903-41B7-9D0B-6A4069C8E094}" type="pres">
      <dgm:prSet presAssocID="{7B5A71BE-B14B-4828-B706-892B259A73D2}" presName="vert1" presStyleCnt="0"/>
      <dgm:spPr/>
    </dgm:pt>
    <dgm:pt modelId="{5EC4ECAF-44DE-4D5E-8CD4-C7494630746D}" type="pres">
      <dgm:prSet presAssocID="{B7F22BBA-4F42-4EB8-8D11-20FC8D567630}" presName="thickLine" presStyleLbl="alignNode1" presStyleIdx="1" presStyleCnt="4"/>
      <dgm:spPr/>
    </dgm:pt>
    <dgm:pt modelId="{4E18B4D2-2C14-4439-BD1B-600AE3501AC9}" type="pres">
      <dgm:prSet presAssocID="{B7F22BBA-4F42-4EB8-8D11-20FC8D567630}" presName="horz1" presStyleCnt="0"/>
      <dgm:spPr/>
    </dgm:pt>
    <dgm:pt modelId="{D2F50725-4719-44F8-AADD-C95E9978507C}" type="pres">
      <dgm:prSet presAssocID="{B7F22BBA-4F42-4EB8-8D11-20FC8D567630}" presName="tx1" presStyleLbl="revTx" presStyleIdx="1" presStyleCnt="4"/>
      <dgm:spPr/>
    </dgm:pt>
    <dgm:pt modelId="{35E5A737-4CEA-49EF-B0B4-7587C0DE455E}" type="pres">
      <dgm:prSet presAssocID="{B7F22BBA-4F42-4EB8-8D11-20FC8D567630}" presName="vert1" presStyleCnt="0"/>
      <dgm:spPr/>
    </dgm:pt>
    <dgm:pt modelId="{A5AD5145-845C-4CBD-9581-73630A4E99AB}" type="pres">
      <dgm:prSet presAssocID="{CAE7EE96-DAF3-4D34-AA24-BE6880F5DCDB}" presName="thickLine" presStyleLbl="alignNode1" presStyleIdx="2" presStyleCnt="4"/>
      <dgm:spPr/>
    </dgm:pt>
    <dgm:pt modelId="{C146ABEB-3ADF-4FCB-9115-C43C48A52995}" type="pres">
      <dgm:prSet presAssocID="{CAE7EE96-DAF3-4D34-AA24-BE6880F5DCDB}" presName="horz1" presStyleCnt="0"/>
      <dgm:spPr/>
    </dgm:pt>
    <dgm:pt modelId="{08F29DC2-67C0-4136-ABCE-6B1237DC16D8}" type="pres">
      <dgm:prSet presAssocID="{CAE7EE96-DAF3-4D34-AA24-BE6880F5DCDB}" presName="tx1" presStyleLbl="revTx" presStyleIdx="2" presStyleCnt="4"/>
      <dgm:spPr/>
    </dgm:pt>
    <dgm:pt modelId="{190BED47-BA3B-4CE1-9861-FCFF2921FF15}" type="pres">
      <dgm:prSet presAssocID="{CAE7EE96-DAF3-4D34-AA24-BE6880F5DCDB}" presName="vert1" presStyleCnt="0"/>
      <dgm:spPr/>
    </dgm:pt>
    <dgm:pt modelId="{02495F4F-C6EB-47F9-9203-8176DE22AD1F}" type="pres">
      <dgm:prSet presAssocID="{BC887490-336F-40F0-80DD-BB582266E2BD}" presName="thickLine" presStyleLbl="alignNode1" presStyleIdx="3" presStyleCnt="4"/>
      <dgm:spPr/>
    </dgm:pt>
    <dgm:pt modelId="{1E8CC87F-2DB7-453D-83AE-9B7086B09ED2}" type="pres">
      <dgm:prSet presAssocID="{BC887490-336F-40F0-80DD-BB582266E2BD}" presName="horz1" presStyleCnt="0"/>
      <dgm:spPr/>
    </dgm:pt>
    <dgm:pt modelId="{0D9256F0-3202-4E2B-A89D-92598C0E3B4D}" type="pres">
      <dgm:prSet presAssocID="{BC887490-336F-40F0-80DD-BB582266E2BD}" presName="tx1" presStyleLbl="revTx" presStyleIdx="3" presStyleCnt="4"/>
      <dgm:spPr/>
    </dgm:pt>
    <dgm:pt modelId="{F18D05D4-18F4-4492-B4D9-31CBCEF8A303}" type="pres">
      <dgm:prSet presAssocID="{BC887490-336F-40F0-80DD-BB582266E2BD}" presName="vert1" presStyleCnt="0"/>
      <dgm:spPr/>
    </dgm:pt>
  </dgm:ptLst>
  <dgm:cxnLst>
    <dgm:cxn modelId="{88C6251D-3808-4F35-992A-34CF1A79CDAE}" srcId="{5088EC66-BD91-4D65-B585-73EA1B045ECF}" destId="{B7F22BBA-4F42-4EB8-8D11-20FC8D567630}" srcOrd="1" destOrd="0" parTransId="{2A9337F4-7A82-4A9C-9E69-A04985DD269A}" sibTransId="{8D11537B-4733-40AD-8CB0-9E56DD41D227}"/>
    <dgm:cxn modelId="{0CF13239-E145-4909-829C-9C111ED8F9EC}" srcId="{5088EC66-BD91-4D65-B585-73EA1B045ECF}" destId="{7B5A71BE-B14B-4828-B706-892B259A73D2}" srcOrd="0" destOrd="0" parTransId="{C0952FFB-6B5E-454E-B665-69AFEAB42981}" sibTransId="{52EE458A-3E8B-49D0-8FEE-298F863BE45D}"/>
    <dgm:cxn modelId="{8C409476-5866-44E4-9243-BDDB45C09653}" type="presOf" srcId="{BC887490-336F-40F0-80DD-BB582266E2BD}" destId="{0D9256F0-3202-4E2B-A89D-92598C0E3B4D}" srcOrd="0" destOrd="0" presId="urn:microsoft.com/office/officeart/2008/layout/LinedList"/>
    <dgm:cxn modelId="{C215AA87-C589-4660-829B-FBAFB7ECD40E}" type="presOf" srcId="{CAE7EE96-DAF3-4D34-AA24-BE6880F5DCDB}" destId="{08F29DC2-67C0-4136-ABCE-6B1237DC16D8}" srcOrd="0" destOrd="0" presId="urn:microsoft.com/office/officeart/2008/layout/LinedList"/>
    <dgm:cxn modelId="{ADE53E90-F038-4D7E-86E3-EB60AC18329C}" type="presOf" srcId="{5088EC66-BD91-4D65-B585-73EA1B045ECF}" destId="{544AB253-5600-4A38-BB28-25E374616037}" srcOrd="0" destOrd="0" presId="urn:microsoft.com/office/officeart/2008/layout/LinedList"/>
    <dgm:cxn modelId="{1631DDC7-DB1E-498B-B628-79677CF919E5}" srcId="{5088EC66-BD91-4D65-B585-73EA1B045ECF}" destId="{CAE7EE96-DAF3-4D34-AA24-BE6880F5DCDB}" srcOrd="2" destOrd="0" parTransId="{5D217F59-835F-4498-A4A1-EE23F3791E09}" sibTransId="{FD314251-3EAC-4EFE-B930-856EF56C32DF}"/>
    <dgm:cxn modelId="{4D941ECC-7622-4C5A-84F2-3A155BEA3F8B}" type="presOf" srcId="{B7F22BBA-4F42-4EB8-8D11-20FC8D567630}" destId="{D2F50725-4719-44F8-AADD-C95E9978507C}" srcOrd="0" destOrd="0" presId="urn:microsoft.com/office/officeart/2008/layout/LinedList"/>
    <dgm:cxn modelId="{8128CAD7-94A7-4E16-92A7-079E9AD6B149}" type="presOf" srcId="{7B5A71BE-B14B-4828-B706-892B259A73D2}" destId="{8EAB96B3-3C21-48BF-B855-C6845F1B6BD4}" srcOrd="0" destOrd="0" presId="urn:microsoft.com/office/officeart/2008/layout/LinedList"/>
    <dgm:cxn modelId="{A4EAFAF2-9241-4D19-A4C8-E7189C421131}" srcId="{5088EC66-BD91-4D65-B585-73EA1B045ECF}" destId="{BC887490-336F-40F0-80DD-BB582266E2BD}" srcOrd="3" destOrd="0" parTransId="{2CF0BFDB-BDFC-4E6B-9BFA-FAA162B94869}" sibTransId="{70D491AB-CBB3-4994-BD2E-DCB0E864E331}"/>
    <dgm:cxn modelId="{A88427F2-E730-47FA-8BFE-9565B514FFE6}" type="presParOf" srcId="{544AB253-5600-4A38-BB28-25E374616037}" destId="{C7AFC7C9-1B1B-4740-9F1B-EAAD7FA9A76D}" srcOrd="0" destOrd="0" presId="urn:microsoft.com/office/officeart/2008/layout/LinedList"/>
    <dgm:cxn modelId="{A46A0041-A705-413B-B5E7-6D4B99521724}" type="presParOf" srcId="{544AB253-5600-4A38-BB28-25E374616037}" destId="{D75F14FB-8D04-4751-ABA8-8CEBDEE4E225}" srcOrd="1" destOrd="0" presId="urn:microsoft.com/office/officeart/2008/layout/LinedList"/>
    <dgm:cxn modelId="{208A32B2-35CE-43A3-A6CE-00A47B083769}" type="presParOf" srcId="{D75F14FB-8D04-4751-ABA8-8CEBDEE4E225}" destId="{8EAB96B3-3C21-48BF-B855-C6845F1B6BD4}" srcOrd="0" destOrd="0" presId="urn:microsoft.com/office/officeart/2008/layout/LinedList"/>
    <dgm:cxn modelId="{36E447F6-19CB-4DF4-8C78-EDB02839600C}" type="presParOf" srcId="{D75F14FB-8D04-4751-ABA8-8CEBDEE4E225}" destId="{64EE8CE3-7903-41B7-9D0B-6A4069C8E094}" srcOrd="1" destOrd="0" presId="urn:microsoft.com/office/officeart/2008/layout/LinedList"/>
    <dgm:cxn modelId="{68C5E01C-3158-457B-BF76-E330A319475D}" type="presParOf" srcId="{544AB253-5600-4A38-BB28-25E374616037}" destId="{5EC4ECAF-44DE-4D5E-8CD4-C7494630746D}" srcOrd="2" destOrd="0" presId="urn:microsoft.com/office/officeart/2008/layout/LinedList"/>
    <dgm:cxn modelId="{27FF54E5-4922-4AB2-B333-5F1069E4DAA0}" type="presParOf" srcId="{544AB253-5600-4A38-BB28-25E374616037}" destId="{4E18B4D2-2C14-4439-BD1B-600AE3501AC9}" srcOrd="3" destOrd="0" presId="urn:microsoft.com/office/officeart/2008/layout/LinedList"/>
    <dgm:cxn modelId="{61BD26FE-F59D-4C1A-B086-5B8F2080FB00}" type="presParOf" srcId="{4E18B4D2-2C14-4439-BD1B-600AE3501AC9}" destId="{D2F50725-4719-44F8-AADD-C95E9978507C}" srcOrd="0" destOrd="0" presId="urn:microsoft.com/office/officeart/2008/layout/LinedList"/>
    <dgm:cxn modelId="{51A786E8-4E29-4E02-AD1B-B2A18317C685}" type="presParOf" srcId="{4E18B4D2-2C14-4439-BD1B-600AE3501AC9}" destId="{35E5A737-4CEA-49EF-B0B4-7587C0DE455E}" srcOrd="1" destOrd="0" presId="urn:microsoft.com/office/officeart/2008/layout/LinedList"/>
    <dgm:cxn modelId="{85B4B495-71B8-4692-A13F-F3285D462D88}" type="presParOf" srcId="{544AB253-5600-4A38-BB28-25E374616037}" destId="{A5AD5145-845C-4CBD-9581-73630A4E99AB}" srcOrd="4" destOrd="0" presId="urn:microsoft.com/office/officeart/2008/layout/LinedList"/>
    <dgm:cxn modelId="{29FB15DA-A4E9-4113-9BC9-EAE896FEA648}" type="presParOf" srcId="{544AB253-5600-4A38-BB28-25E374616037}" destId="{C146ABEB-3ADF-4FCB-9115-C43C48A52995}" srcOrd="5" destOrd="0" presId="urn:microsoft.com/office/officeart/2008/layout/LinedList"/>
    <dgm:cxn modelId="{08CB899D-9244-48C6-9811-8966AAC7082C}" type="presParOf" srcId="{C146ABEB-3ADF-4FCB-9115-C43C48A52995}" destId="{08F29DC2-67C0-4136-ABCE-6B1237DC16D8}" srcOrd="0" destOrd="0" presId="urn:microsoft.com/office/officeart/2008/layout/LinedList"/>
    <dgm:cxn modelId="{BA06E951-4216-4F20-956E-8D1D89B51D85}" type="presParOf" srcId="{C146ABEB-3ADF-4FCB-9115-C43C48A52995}" destId="{190BED47-BA3B-4CE1-9861-FCFF2921FF15}" srcOrd="1" destOrd="0" presId="urn:microsoft.com/office/officeart/2008/layout/LinedList"/>
    <dgm:cxn modelId="{9389E25D-819D-460A-A2CD-AABDC5010747}" type="presParOf" srcId="{544AB253-5600-4A38-BB28-25E374616037}" destId="{02495F4F-C6EB-47F9-9203-8176DE22AD1F}" srcOrd="6" destOrd="0" presId="urn:microsoft.com/office/officeart/2008/layout/LinedList"/>
    <dgm:cxn modelId="{B5043D0E-66A5-41E6-8438-79187AD4A01A}" type="presParOf" srcId="{544AB253-5600-4A38-BB28-25E374616037}" destId="{1E8CC87F-2DB7-453D-83AE-9B7086B09ED2}" srcOrd="7" destOrd="0" presId="urn:microsoft.com/office/officeart/2008/layout/LinedList"/>
    <dgm:cxn modelId="{238898BA-FABC-40E5-95BE-A8537227F6F9}" type="presParOf" srcId="{1E8CC87F-2DB7-453D-83AE-9B7086B09ED2}" destId="{0D9256F0-3202-4E2B-A89D-92598C0E3B4D}" srcOrd="0" destOrd="0" presId="urn:microsoft.com/office/officeart/2008/layout/LinedList"/>
    <dgm:cxn modelId="{59624E93-FE46-4589-9814-6D95ADDCB512}" type="presParOf" srcId="{1E8CC87F-2DB7-453D-83AE-9B7086B09ED2}" destId="{F18D05D4-18F4-4492-B4D9-31CBCEF8A30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88DA110-8F65-4C68-A969-A64CDAC4F0E5}"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BE762327-3D29-43C9-8F31-A923DA4F939A}">
      <dgm:prSet/>
      <dgm:spPr/>
      <dgm:t>
        <a:bodyPr/>
        <a:lstStyle/>
        <a:p>
          <a:r>
            <a:rPr lang="en-US" dirty="0"/>
            <a:t>As you can see in </a:t>
          </a:r>
          <a:r>
            <a:rPr lang="en-US" dirty="0">
              <a:hlinkClick xmlns:r="http://schemas.openxmlformats.org/officeDocument/2006/relationships" r:id="rId1"/>
            </a:rPr>
            <a:t>this announcement</a:t>
          </a:r>
          <a:r>
            <a:rPr lang="en-US" dirty="0"/>
            <a:t>, you need to pass assignments to access the exam.  </a:t>
          </a:r>
        </a:p>
      </dgm:t>
    </dgm:pt>
    <dgm:pt modelId="{B3FE669E-D19D-42AC-8724-1011892E1FD8}" type="parTrans" cxnId="{7A6DC3AC-66FD-460B-BD50-9119ED629F21}">
      <dgm:prSet/>
      <dgm:spPr/>
      <dgm:t>
        <a:bodyPr/>
        <a:lstStyle/>
        <a:p>
          <a:endParaRPr lang="en-US"/>
        </a:p>
      </dgm:t>
    </dgm:pt>
    <dgm:pt modelId="{9778FBC1-16DF-41F5-8727-9DD2EB4D5B1E}" type="sibTrans" cxnId="{7A6DC3AC-66FD-460B-BD50-9119ED629F21}">
      <dgm:prSet/>
      <dgm:spPr/>
      <dgm:t>
        <a:bodyPr/>
        <a:lstStyle/>
        <a:p>
          <a:endParaRPr lang="en-US"/>
        </a:p>
      </dgm:t>
    </dgm:pt>
    <dgm:pt modelId="{C9339A2E-3F8B-4E62-B4FC-914F55562ED4}">
      <dgm:prSet/>
      <dgm:spPr/>
      <dgm:t>
        <a:bodyPr/>
        <a:lstStyle/>
        <a:p>
          <a:r>
            <a:rPr lang="en-US" dirty="0"/>
            <a:t>The first six are individual and you must pass at least four</a:t>
          </a:r>
        </a:p>
      </dgm:t>
    </dgm:pt>
    <dgm:pt modelId="{39111281-8D93-478E-B952-A4D336780096}" type="parTrans" cxnId="{180E13C4-5E31-4B30-9359-E1AE78A40938}">
      <dgm:prSet/>
      <dgm:spPr/>
      <dgm:t>
        <a:bodyPr/>
        <a:lstStyle/>
        <a:p>
          <a:endParaRPr lang="en-US"/>
        </a:p>
      </dgm:t>
    </dgm:pt>
    <dgm:pt modelId="{631935BE-E056-4A4F-9F16-A4982E4C4A54}" type="sibTrans" cxnId="{180E13C4-5E31-4B30-9359-E1AE78A40938}">
      <dgm:prSet/>
      <dgm:spPr/>
      <dgm:t>
        <a:bodyPr/>
        <a:lstStyle/>
        <a:p>
          <a:endParaRPr lang="en-US"/>
        </a:p>
      </dgm:t>
    </dgm:pt>
    <dgm:pt modelId="{4310463A-4CF3-47B9-918A-3AE979F21412}">
      <dgm:prSet/>
      <dgm:spPr/>
      <dgm:t>
        <a:bodyPr/>
        <a:lstStyle/>
        <a:p>
          <a:r>
            <a:rPr lang="en-US" dirty="0"/>
            <a:t>The seventh is a group assignment (in teams of three) and you must pass it.  </a:t>
          </a:r>
        </a:p>
      </dgm:t>
    </dgm:pt>
    <dgm:pt modelId="{99A6ACC7-6B4B-4550-91E5-7420C3501D27}" type="parTrans" cxnId="{1F663221-5346-4287-A964-A9A20A0EC5C1}">
      <dgm:prSet/>
      <dgm:spPr/>
      <dgm:t>
        <a:bodyPr/>
        <a:lstStyle/>
        <a:p>
          <a:endParaRPr lang="en-US"/>
        </a:p>
      </dgm:t>
    </dgm:pt>
    <dgm:pt modelId="{45CA0B7D-C759-4CDB-923B-688B2E3B4E44}" type="sibTrans" cxnId="{1F663221-5346-4287-A964-A9A20A0EC5C1}">
      <dgm:prSet/>
      <dgm:spPr/>
      <dgm:t>
        <a:bodyPr/>
        <a:lstStyle/>
        <a:p>
          <a:endParaRPr lang="en-US"/>
        </a:p>
      </dgm:t>
    </dgm:pt>
    <dgm:pt modelId="{1209D43E-555E-41EA-96EC-69E9BCB56F8B}">
      <dgm:prSet/>
      <dgm:spPr/>
      <dgm:t>
        <a:bodyPr/>
        <a:lstStyle/>
        <a:p>
          <a:r>
            <a:rPr lang="en-US" dirty="0"/>
            <a:t>The individual assignments are automatically graded using </a:t>
          </a:r>
          <a:r>
            <a:rPr lang="en-US" dirty="0" err="1"/>
            <a:t>CodeGrade</a:t>
          </a:r>
          <a:r>
            <a:rPr lang="en-US" dirty="0"/>
            <a:t>.  </a:t>
          </a:r>
        </a:p>
      </dgm:t>
    </dgm:pt>
    <dgm:pt modelId="{5DA737B6-F2E4-4613-9E03-1C8F755D3830}" type="parTrans" cxnId="{AC1691FC-4C7E-459C-BF06-F93E13C1DBE6}">
      <dgm:prSet/>
      <dgm:spPr/>
      <dgm:t>
        <a:bodyPr/>
        <a:lstStyle/>
        <a:p>
          <a:endParaRPr lang="en-US"/>
        </a:p>
      </dgm:t>
    </dgm:pt>
    <dgm:pt modelId="{CBE719BE-E372-414A-AFB9-0387B77073F6}" type="sibTrans" cxnId="{AC1691FC-4C7E-459C-BF06-F93E13C1DBE6}">
      <dgm:prSet/>
      <dgm:spPr/>
      <dgm:t>
        <a:bodyPr/>
        <a:lstStyle/>
        <a:p>
          <a:endParaRPr lang="en-US"/>
        </a:p>
      </dgm:t>
    </dgm:pt>
    <dgm:pt modelId="{6E489732-623D-4DED-B959-F843D00DECAD}">
      <dgm:prSet/>
      <dgm:spPr/>
      <dgm:t>
        <a:bodyPr/>
        <a:lstStyle/>
        <a:p>
          <a:r>
            <a:rPr lang="en-US" dirty="0"/>
            <a:t>We will now explain how </a:t>
          </a:r>
          <a:r>
            <a:rPr lang="en-US" dirty="0" err="1"/>
            <a:t>CodeGrade</a:t>
          </a:r>
          <a:r>
            <a:rPr lang="en-US" dirty="0"/>
            <a:t> works and guide you step by step through submitting your first assignment. For this reason, the first week’s assignment yields no points—it is meant to help you become familiar with the system.</a:t>
          </a:r>
        </a:p>
      </dgm:t>
    </dgm:pt>
    <dgm:pt modelId="{6896047A-C17B-4B1D-A9A9-5BD0F02D9171}" type="parTrans" cxnId="{5CEAE216-14EB-4A13-B6F1-42DCCD285526}">
      <dgm:prSet/>
      <dgm:spPr/>
      <dgm:t>
        <a:bodyPr/>
        <a:lstStyle/>
        <a:p>
          <a:endParaRPr lang="en-US"/>
        </a:p>
      </dgm:t>
    </dgm:pt>
    <dgm:pt modelId="{864710CD-FDDC-44E0-B864-4BCD1B0E954F}" type="sibTrans" cxnId="{5CEAE216-14EB-4A13-B6F1-42DCCD285526}">
      <dgm:prSet/>
      <dgm:spPr/>
      <dgm:t>
        <a:bodyPr/>
        <a:lstStyle/>
        <a:p>
          <a:endParaRPr lang="en-US"/>
        </a:p>
      </dgm:t>
    </dgm:pt>
    <dgm:pt modelId="{AD54936C-8802-4FFA-A479-4B5F731D2165}" type="pres">
      <dgm:prSet presAssocID="{888DA110-8F65-4C68-A969-A64CDAC4F0E5}" presName="root" presStyleCnt="0">
        <dgm:presLayoutVars>
          <dgm:dir/>
          <dgm:resizeHandles val="exact"/>
        </dgm:presLayoutVars>
      </dgm:prSet>
      <dgm:spPr/>
    </dgm:pt>
    <dgm:pt modelId="{46B1FBF1-0B0B-4F30-875A-FB839FD733EC}" type="pres">
      <dgm:prSet presAssocID="{BE762327-3D29-43C9-8F31-A923DA4F939A}" presName="compNode" presStyleCnt="0"/>
      <dgm:spPr/>
    </dgm:pt>
    <dgm:pt modelId="{0C1C5270-C9EA-41FC-8766-5FCA7C963B1C}" type="pres">
      <dgm:prSet presAssocID="{BE762327-3D29-43C9-8F31-A923DA4F939A}" presName="bgRect" presStyleLbl="bgShp" presStyleIdx="0" presStyleCnt="5"/>
      <dgm:spPr/>
    </dgm:pt>
    <dgm:pt modelId="{2F1615A0-3B04-4884-A2FC-9B7537DDF7B6}" type="pres">
      <dgm:prSet presAssocID="{BE762327-3D29-43C9-8F31-A923DA4F939A}"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usic Notation"/>
        </a:ext>
      </dgm:extLst>
    </dgm:pt>
    <dgm:pt modelId="{51A25CEF-92B6-4C2F-8D37-59422BFD4961}" type="pres">
      <dgm:prSet presAssocID="{BE762327-3D29-43C9-8F31-A923DA4F939A}" presName="spaceRect" presStyleCnt="0"/>
      <dgm:spPr/>
    </dgm:pt>
    <dgm:pt modelId="{9F093269-F96F-4459-9ED7-7BA79DD587D3}" type="pres">
      <dgm:prSet presAssocID="{BE762327-3D29-43C9-8F31-A923DA4F939A}" presName="parTx" presStyleLbl="revTx" presStyleIdx="0" presStyleCnt="5">
        <dgm:presLayoutVars>
          <dgm:chMax val="0"/>
          <dgm:chPref val="0"/>
        </dgm:presLayoutVars>
      </dgm:prSet>
      <dgm:spPr/>
    </dgm:pt>
    <dgm:pt modelId="{31E8AB9F-FF8A-4153-941E-D0088292E395}" type="pres">
      <dgm:prSet presAssocID="{9778FBC1-16DF-41F5-8727-9DD2EB4D5B1E}" presName="sibTrans" presStyleCnt="0"/>
      <dgm:spPr/>
    </dgm:pt>
    <dgm:pt modelId="{4581AA83-21CC-4B85-A319-F3B17848C774}" type="pres">
      <dgm:prSet presAssocID="{C9339A2E-3F8B-4E62-B4FC-914F55562ED4}" presName="compNode" presStyleCnt="0"/>
      <dgm:spPr/>
    </dgm:pt>
    <dgm:pt modelId="{71ED9AB6-053F-42F4-A137-F57DBD5DA51D}" type="pres">
      <dgm:prSet presAssocID="{C9339A2E-3F8B-4E62-B4FC-914F55562ED4}" presName="bgRect" presStyleLbl="bgShp" presStyleIdx="1" presStyleCnt="5"/>
      <dgm:spPr/>
    </dgm:pt>
    <dgm:pt modelId="{6C90B5B5-ECB5-4ABA-A747-061B1322F0EF}" type="pres">
      <dgm:prSet presAssocID="{C9339A2E-3F8B-4E62-B4FC-914F55562ED4}"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roup of People"/>
        </a:ext>
      </dgm:extLst>
    </dgm:pt>
    <dgm:pt modelId="{AC1DBF63-7137-4B11-ADE9-7CEF0B24284A}" type="pres">
      <dgm:prSet presAssocID="{C9339A2E-3F8B-4E62-B4FC-914F55562ED4}" presName="spaceRect" presStyleCnt="0"/>
      <dgm:spPr/>
    </dgm:pt>
    <dgm:pt modelId="{AE2F3E0E-3C3F-44B0-A434-6964895AA9A4}" type="pres">
      <dgm:prSet presAssocID="{C9339A2E-3F8B-4E62-B4FC-914F55562ED4}" presName="parTx" presStyleLbl="revTx" presStyleIdx="1" presStyleCnt="5">
        <dgm:presLayoutVars>
          <dgm:chMax val="0"/>
          <dgm:chPref val="0"/>
        </dgm:presLayoutVars>
      </dgm:prSet>
      <dgm:spPr/>
    </dgm:pt>
    <dgm:pt modelId="{C2B6D188-E5DA-4F32-AACA-7086A08C836A}" type="pres">
      <dgm:prSet presAssocID="{631935BE-E056-4A4F-9F16-A4982E4C4A54}" presName="sibTrans" presStyleCnt="0"/>
      <dgm:spPr/>
    </dgm:pt>
    <dgm:pt modelId="{F6DA3EDF-923F-4B41-9C6B-6599BF193A03}" type="pres">
      <dgm:prSet presAssocID="{4310463A-4CF3-47B9-918A-3AE979F21412}" presName="compNode" presStyleCnt="0"/>
      <dgm:spPr/>
    </dgm:pt>
    <dgm:pt modelId="{289864B8-127E-4C85-9C73-AC68D9800147}" type="pres">
      <dgm:prSet presAssocID="{4310463A-4CF3-47B9-918A-3AE979F21412}" presName="bgRect" presStyleLbl="bgShp" presStyleIdx="2" presStyleCnt="5"/>
      <dgm:spPr/>
    </dgm:pt>
    <dgm:pt modelId="{CADE2F1C-6F13-402C-A0E7-9524B93595DB}" type="pres">
      <dgm:prSet presAssocID="{4310463A-4CF3-47B9-918A-3AE979F21412}"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s"/>
        </a:ext>
      </dgm:extLst>
    </dgm:pt>
    <dgm:pt modelId="{4F685506-AE40-4165-8C1E-9E1BCE138DA4}" type="pres">
      <dgm:prSet presAssocID="{4310463A-4CF3-47B9-918A-3AE979F21412}" presName="spaceRect" presStyleCnt="0"/>
      <dgm:spPr/>
    </dgm:pt>
    <dgm:pt modelId="{5E10962C-0CB9-4337-BC8E-D018DB4CC476}" type="pres">
      <dgm:prSet presAssocID="{4310463A-4CF3-47B9-918A-3AE979F21412}" presName="parTx" presStyleLbl="revTx" presStyleIdx="2" presStyleCnt="5">
        <dgm:presLayoutVars>
          <dgm:chMax val="0"/>
          <dgm:chPref val="0"/>
        </dgm:presLayoutVars>
      </dgm:prSet>
      <dgm:spPr/>
    </dgm:pt>
    <dgm:pt modelId="{CC4BFD9E-B548-49B6-AC46-D0C13A37410F}" type="pres">
      <dgm:prSet presAssocID="{45CA0B7D-C759-4CDB-923B-688B2E3B4E44}" presName="sibTrans" presStyleCnt="0"/>
      <dgm:spPr/>
    </dgm:pt>
    <dgm:pt modelId="{EF28CDD6-7CA4-4DFE-85AE-DBFB6BAFA190}" type="pres">
      <dgm:prSet presAssocID="{1209D43E-555E-41EA-96EC-69E9BCB56F8B}" presName="compNode" presStyleCnt="0"/>
      <dgm:spPr/>
    </dgm:pt>
    <dgm:pt modelId="{D91628F0-9CD7-4D1E-869F-493F0C69ACA0}" type="pres">
      <dgm:prSet presAssocID="{1209D43E-555E-41EA-96EC-69E9BCB56F8B}" presName="bgRect" presStyleLbl="bgShp" presStyleIdx="3" presStyleCnt="5"/>
      <dgm:spPr/>
    </dgm:pt>
    <dgm:pt modelId="{7EF29F3B-01D1-4B64-A93F-184767981F2F}" type="pres">
      <dgm:prSet presAssocID="{1209D43E-555E-41EA-96EC-69E9BCB56F8B}"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iploma Roll"/>
        </a:ext>
      </dgm:extLst>
    </dgm:pt>
    <dgm:pt modelId="{800E5A25-72C7-40AD-8D3B-1F8858694EB6}" type="pres">
      <dgm:prSet presAssocID="{1209D43E-555E-41EA-96EC-69E9BCB56F8B}" presName="spaceRect" presStyleCnt="0"/>
      <dgm:spPr/>
    </dgm:pt>
    <dgm:pt modelId="{247A90E3-7863-407E-A6AA-AF0D0724D833}" type="pres">
      <dgm:prSet presAssocID="{1209D43E-555E-41EA-96EC-69E9BCB56F8B}" presName="parTx" presStyleLbl="revTx" presStyleIdx="3" presStyleCnt="5">
        <dgm:presLayoutVars>
          <dgm:chMax val="0"/>
          <dgm:chPref val="0"/>
        </dgm:presLayoutVars>
      </dgm:prSet>
      <dgm:spPr/>
    </dgm:pt>
    <dgm:pt modelId="{1D03A3DD-BD18-4438-84B8-7F8530E39B94}" type="pres">
      <dgm:prSet presAssocID="{CBE719BE-E372-414A-AFB9-0387B77073F6}" presName="sibTrans" presStyleCnt="0"/>
      <dgm:spPr/>
    </dgm:pt>
    <dgm:pt modelId="{0E7634F2-64EB-4D8F-ADD6-93D362CF2AC8}" type="pres">
      <dgm:prSet presAssocID="{6E489732-623D-4DED-B959-F843D00DECAD}" presName="compNode" presStyleCnt="0"/>
      <dgm:spPr/>
    </dgm:pt>
    <dgm:pt modelId="{D3CD382A-C98E-4A14-9C31-2D17BD189796}" type="pres">
      <dgm:prSet presAssocID="{6E489732-623D-4DED-B959-F843D00DECAD}" presName="bgRect" presStyleLbl="bgShp" presStyleIdx="4" presStyleCnt="5"/>
      <dgm:spPr/>
    </dgm:pt>
    <dgm:pt modelId="{778C90A2-EAD4-4832-A413-D5631D7FB6F2}" type="pres">
      <dgm:prSet presAssocID="{6E489732-623D-4DED-B959-F843D00DECAD}"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assroom"/>
        </a:ext>
      </dgm:extLst>
    </dgm:pt>
    <dgm:pt modelId="{18D92E8A-861B-434F-B2AC-CCF58D410774}" type="pres">
      <dgm:prSet presAssocID="{6E489732-623D-4DED-B959-F843D00DECAD}" presName="spaceRect" presStyleCnt="0"/>
      <dgm:spPr/>
    </dgm:pt>
    <dgm:pt modelId="{04B24F29-6C48-47A5-BA91-1DCD9FCF4550}" type="pres">
      <dgm:prSet presAssocID="{6E489732-623D-4DED-B959-F843D00DECAD}" presName="parTx" presStyleLbl="revTx" presStyleIdx="4" presStyleCnt="5">
        <dgm:presLayoutVars>
          <dgm:chMax val="0"/>
          <dgm:chPref val="0"/>
        </dgm:presLayoutVars>
      </dgm:prSet>
      <dgm:spPr/>
    </dgm:pt>
  </dgm:ptLst>
  <dgm:cxnLst>
    <dgm:cxn modelId="{5CEAE216-14EB-4A13-B6F1-42DCCD285526}" srcId="{888DA110-8F65-4C68-A969-A64CDAC4F0E5}" destId="{6E489732-623D-4DED-B959-F843D00DECAD}" srcOrd="4" destOrd="0" parTransId="{6896047A-C17B-4B1D-A9A9-5BD0F02D9171}" sibTransId="{864710CD-FDDC-44E0-B864-4BCD1B0E954F}"/>
    <dgm:cxn modelId="{1F663221-5346-4287-A964-A9A20A0EC5C1}" srcId="{888DA110-8F65-4C68-A969-A64CDAC4F0E5}" destId="{4310463A-4CF3-47B9-918A-3AE979F21412}" srcOrd="2" destOrd="0" parTransId="{99A6ACC7-6B4B-4550-91E5-7420C3501D27}" sibTransId="{45CA0B7D-C759-4CDB-923B-688B2E3B4E44}"/>
    <dgm:cxn modelId="{6DDC453E-EEB7-46B4-8013-7D2EE1D87DE7}" type="presOf" srcId="{BE762327-3D29-43C9-8F31-A923DA4F939A}" destId="{9F093269-F96F-4459-9ED7-7BA79DD587D3}" srcOrd="0" destOrd="0" presId="urn:microsoft.com/office/officeart/2018/2/layout/IconVerticalSolidList"/>
    <dgm:cxn modelId="{FF3ED75C-CEAA-480C-A336-05D9D1AAF0CD}" type="presOf" srcId="{1209D43E-555E-41EA-96EC-69E9BCB56F8B}" destId="{247A90E3-7863-407E-A6AA-AF0D0724D833}" srcOrd="0" destOrd="0" presId="urn:microsoft.com/office/officeart/2018/2/layout/IconVerticalSolidList"/>
    <dgm:cxn modelId="{CA170892-241D-4DD5-AE89-943DC7FF36D4}" type="presOf" srcId="{C9339A2E-3F8B-4E62-B4FC-914F55562ED4}" destId="{AE2F3E0E-3C3F-44B0-A434-6964895AA9A4}" srcOrd="0" destOrd="0" presId="urn:microsoft.com/office/officeart/2018/2/layout/IconVerticalSolidList"/>
    <dgm:cxn modelId="{7A6DC3AC-66FD-460B-BD50-9119ED629F21}" srcId="{888DA110-8F65-4C68-A969-A64CDAC4F0E5}" destId="{BE762327-3D29-43C9-8F31-A923DA4F939A}" srcOrd="0" destOrd="0" parTransId="{B3FE669E-D19D-42AC-8724-1011892E1FD8}" sibTransId="{9778FBC1-16DF-41F5-8727-9DD2EB4D5B1E}"/>
    <dgm:cxn modelId="{4B562BB5-BB4E-4A3E-BC25-AE2FFE448CDF}" type="presOf" srcId="{888DA110-8F65-4C68-A969-A64CDAC4F0E5}" destId="{AD54936C-8802-4FFA-A479-4B5F731D2165}" srcOrd="0" destOrd="0" presId="urn:microsoft.com/office/officeart/2018/2/layout/IconVerticalSolidList"/>
    <dgm:cxn modelId="{180E13C4-5E31-4B30-9359-E1AE78A40938}" srcId="{888DA110-8F65-4C68-A969-A64CDAC4F0E5}" destId="{C9339A2E-3F8B-4E62-B4FC-914F55562ED4}" srcOrd="1" destOrd="0" parTransId="{39111281-8D93-478E-B952-A4D336780096}" sibTransId="{631935BE-E056-4A4F-9F16-A4982E4C4A54}"/>
    <dgm:cxn modelId="{8BE2ADD0-9970-4A47-91DE-280AF969A28B}" type="presOf" srcId="{6E489732-623D-4DED-B959-F843D00DECAD}" destId="{04B24F29-6C48-47A5-BA91-1DCD9FCF4550}" srcOrd="0" destOrd="0" presId="urn:microsoft.com/office/officeart/2018/2/layout/IconVerticalSolidList"/>
    <dgm:cxn modelId="{C48493D6-F542-48DE-9DF1-8B68172F717B}" type="presOf" srcId="{4310463A-4CF3-47B9-918A-3AE979F21412}" destId="{5E10962C-0CB9-4337-BC8E-D018DB4CC476}" srcOrd="0" destOrd="0" presId="urn:microsoft.com/office/officeart/2018/2/layout/IconVerticalSolidList"/>
    <dgm:cxn modelId="{AC1691FC-4C7E-459C-BF06-F93E13C1DBE6}" srcId="{888DA110-8F65-4C68-A969-A64CDAC4F0E5}" destId="{1209D43E-555E-41EA-96EC-69E9BCB56F8B}" srcOrd="3" destOrd="0" parTransId="{5DA737B6-F2E4-4613-9E03-1C8F755D3830}" sibTransId="{CBE719BE-E372-414A-AFB9-0387B77073F6}"/>
    <dgm:cxn modelId="{B02620AD-4D9E-4051-BC1B-496F1FFA5872}" type="presParOf" srcId="{AD54936C-8802-4FFA-A479-4B5F731D2165}" destId="{46B1FBF1-0B0B-4F30-875A-FB839FD733EC}" srcOrd="0" destOrd="0" presId="urn:microsoft.com/office/officeart/2018/2/layout/IconVerticalSolidList"/>
    <dgm:cxn modelId="{880FFC09-5069-43B3-B338-49C38635F1BB}" type="presParOf" srcId="{46B1FBF1-0B0B-4F30-875A-FB839FD733EC}" destId="{0C1C5270-C9EA-41FC-8766-5FCA7C963B1C}" srcOrd="0" destOrd="0" presId="urn:microsoft.com/office/officeart/2018/2/layout/IconVerticalSolidList"/>
    <dgm:cxn modelId="{2E9E3D66-E8A6-4DC6-9996-D5A645C6EAD1}" type="presParOf" srcId="{46B1FBF1-0B0B-4F30-875A-FB839FD733EC}" destId="{2F1615A0-3B04-4884-A2FC-9B7537DDF7B6}" srcOrd="1" destOrd="0" presId="urn:microsoft.com/office/officeart/2018/2/layout/IconVerticalSolidList"/>
    <dgm:cxn modelId="{15EB82FE-EE9F-4394-BEB3-B0376B828D99}" type="presParOf" srcId="{46B1FBF1-0B0B-4F30-875A-FB839FD733EC}" destId="{51A25CEF-92B6-4C2F-8D37-59422BFD4961}" srcOrd="2" destOrd="0" presId="urn:microsoft.com/office/officeart/2018/2/layout/IconVerticalSolidList"/>
    <dgm:cxn modelId="{7AFE06B2-F30E-4F3E-97B5-D3B974D7F5D9}" type="presParOf" srcId="{46B1FBF1-0B0B-4F30-875A-FB839FD733EC}" destId="{9F093269-F96F-4459-9ED7-7BA79DD587D3}" srcOrd="3" destOrd="0" presId="urn:microsoft.com/office/officeart/2018/2/layout/IconVerticalSolidList"/>
    <dgm:cxn modelId="{6C4D8930-31C4-4900-95A9-F78F28D10635}" type="presParOf" srcId="{AD54936C-8802-4FFA-A479-4B5F731D2165}" destId="{31E8AB9F-FF8A-4153-941E-D0088292E395}" srcOrd="1" destOrd="0" presId="urn:microsoft.com/office/officeart/2018/2/layout/IconVerticalSolidList"/>
    <dgm:cxn modelId="{5068B83F-E7C4-42CB-B15E-0CF5BF0EE96D}" type="presParOf" srcId="{AD54936C-8802-4FFA-A479-4B5F731D2165}" destId="{4581AA83-21CC-4B85-A319-F3B17848C774}" srcOrd="2" destOrd="0" presId="urn:microsoft.com/office/officeart/2018/2/layout/IconVerticalSolidList"/>
    <dgm:cxn modelId="{2F5F4D89-D65C-4B54-BDC2-2C889573AB55}" type="presParOf" srcId="{4581AA83-21CC-4B85-A319-F3B17848C774}" destId="{71ED9AB6-053F-42F4-A137-F57DBD5DA51D}" srcOrd="0" destOrd="0" presId="urn:microsoft.com/office/officeart/2018/2/layout/IconVerticalSolidList"/>
    <dgm:cxn modelId="{FD0A7080-7A8F-4156-BD55-44568E75DA06}" type="presParOf" srcId="{4581AA83-21CC-4B85-A319-F3B17848C774}" destId="{6C90B5B5-ECB5-4ABA-A747-061B1322F0EF}" srcOrd="1" destOrd="0" presId="urn:microsoft.com/office/officeart/2018/2/layout/IconVerticalSolidList"/>
    <dgm:cxn modelId="{54C28F73-F128-4006-97CF-A6A6B6407633}" type="presParOf" srcId="{4581AA83-21CC-4B85-A319-F3B17848C774}" destId="{AC1DBF63-7137-4B11-ADE9-7CEF0B24284A}" srcOrd="2" destOrd="0" presId="urn:microsoft.com/office/officeart/2018/2/layout/IconVerticalSolidList"/>
    <dgm:cxn modelId="{0B8B4F59-8281-43B8-A688-18E2D41AE05F}" type="presParOf" srcId="{4581AA83-21CC-4B85-A319-F3B17848C774}" destId="{AE2F3E0E-3C3F-44B0-A434-6964895AA9A4}" srcOrd="3" destOrd="0" presId="urn:microsoft.com/office/officeart/2018/2/layout/IconVerticalSolidList"/>
    <dgm:cxn modelId="{51A32DB3-9AAF-4E56-9318-8CDA80774CEC}" type="presParOf" srcId="{AD54936C-8802-4FFA-A479-4B5F731D2165}" destId="{C2B6D188-E5DA-4F32-AACA-7086A08C836A}" srcOrd="3" destOrd="0" presId="urn:microsoft.com/office/officeart/2018/2/layout/IconVerticalSolidList"/>
    <dgm:cxn modelId="{F9FC0E87-CE27-446B-96C0-1469A29584E3}" type="presParOf" srcId="{AD54936C-8802-4FFA-A479-4B5F731D2165}" destId="{F6DA3EDF-923F-4B41-9C6B-6599BF193A03}" srcOrd="4" destOrd="0" presId="urn:microsoft.com/office/officeart/2018/2/layout/IconVerticalSolidList"/>
    <dgm:cxn modelId="{D87A6774-2A67-4F50-89A1-4900AC26A0FF}" type="presParOf" srcId="{F6DA3EDF-923F-4B41-9C6B-6599BF193A03}" destId="{289864B8-127E-4C85-9C73-AC68D9800147}" srcOrd="0" destOrd="0" presId="urn:microsoft.com/office/officeart/2018/2/layout/IconVerticalSolidList"/>
    <dgm:cxn modelId="{45A66020-5CB6-40D9-B8AF-19E0628CC118}" type="presParOf" srcId="{F6DA3EDF-923F-4B41-9C6B-6599BF193A03}" destId="{CADE2F1C-6F13-402C-A0E7-9524B93595DB}" srcOrd="1" destOrd="0" presId="urn:microsoft.com/office/officeart/2018/2/layout/IconVerticalSolidList"/>
    <dgm:cxn modelId="{479652B2-0D7F-4F65-9A25-A17278F5C7CF}" type="presParOf" srcId="{F6DA3EDF-923F-4B41-9C6B-6599BF193A03}" destId="{4F685506-AE40-4165-8C1E-9E1BCE138DA4}" srcOrd="2" destOrd="0" presId="urn:microsoft.com/office/officeart/2018/2/layout/IconVerticalSolidList"/>
    <dgm:cxn modelId="{CD9B523B-969E-4894-A08D-1535A23F4E8E}" type="presParOf" srcId="{F6DA3EDF-923F-4B41-9C6B-6599BF193A03}" destId="{5E10962C-0CB9-4337-BC8E-D018DB4CC476}" srcOrd="3" destOrd="0" presId="urn:microsoft.com/office/officeart/2018/2/layout/IconVerticalSolidList"/>
    <dgm:cxn modelId="{464E467E-57AD-4328-BE70-87AD8A4E71C2}" type="presParOf" srcId="{AD54936C-8802-4FFA-A479-4B5F731D2165}" destId="{CC4BFD9E-B548-49B6-AC46-D0C13A37410F}" srcOrd="5" destOrd="0" presId="urn:microsoft.com/office/officeart/2018/2/layout/IconVerticalSolidList"/>
    <dgm:cxn modelId="{CFE022EE-FCC8-4E0A-81DF-E56BD2011F86}" type="presParOf" srcId="{AD54936C-8802-4FFA-A479-4B5F731D2165}" destId="{EF28CDD6-7CA4-4DFE-85AE-DBFB6BAFA190}" srcOrd="6" destOrd="0" presId="urn:microsoft.com/office/officeart/2018/2/layout/IconVerticalSolidList"/>
    <dgm:cxn modelId="{E1AA47B0-6A79-46CD-8F30-606A49DE2B7B}" type="presParOf" srcId="{EF28CDD6-7CA4-4DFE-85AE-DBFB6BAFA190}" destId="{D91628F0-9CD7-4D1E-869F-493F0C69ACA0}" srcOrd="0" destOrd="0" presId="urn:microsoft.com/office/officeart/2018/2/layout/IconVerticalSolidList"/>
    <dgm:cxn modelId="{3C8BEF51-F795-4E3E-ADC1-E19E60FF3573}" type="presParOf" srcId="{EF28CDD6-7CA4-4DFE-85AE-DBFB6BAFA190}" destId="{7EF29F3B-01D1-4B64-A93F-184767981F2F}" srcOrd="1" destOrd="0" presId="urn:microsoft.com/office/officeart/2018/2/layout/IconVerticalSolidList"/>
    <dgm:cxn modelId="{2213116F-17DE-4208-87E9-2D94FD1EDED4}" type="presParOf" srcId="{EF28CDD6-7CA4-4DFE-85AE-DBFB6BAFA190}" destId="{800E5A25-72C7-40AD-8D3B-1F8858694EB6}" srcOrd="2" destOrd="0" presId="urn:microsoft.com/office/officeart/2018/2/layout/IconVerticalSolidList"/>
    <dgm:cxn modelId="{5752C416-0515-45B6-9721-3A8A8F922C75}" type="presParOf" srcId="{EF28CDD6-7CA4-4DFE-85AE-DBFB6BAFA190}" destId="{247A90E3-7863-407E-A6AA-AF0D0724D833}" srcOrd="3" destOrd="0" presId="urn:microsoft.com/office/officeart/2018/2/layout/IconVerticalSolidList"/>
    <dgm:cxn modelId="{E119F079-D776-41C3-A23C-8E7FCEF00259}" type="presParOf" srcId="{AD54936C-8802-4FFA-A479-4B5F731D2165}" destId="{1D03A3DD-BD18-4438-84B8-7F8530E39B94}" srcOrd="7" destOrd="0" presId="urn:microsoft.com/office/officeart/2018/2/layout/IconVerticalSolidList"/>
    <dgm:cxn modelId="{A75545A0-CFDF-4C11-88A2-FA9C4C0312FE}" type="presParOf" srcId="{AD54936C-8802-4FFA-A479-4B5F731D2165}" destId="{0E7634F2-64EB-4D8F-ADD6-93D362CF2AC8}" srcOrd="8" destOrd="0" presId="urn:microsoft.com/office/officeart/2018/2/layout/IconVerticalSolidList"/>
    <dgm:cxn modelId="{2843C392-BDB7-4D66-AF78-331B146774A5}" type="presParOf" srcId="{0E7634F2-64EB-4D8F-ADD6-93D362CF2AC8}" destId="{D3CD382A-C98E-4A14-9C31-2D17BD189796}" srcOrd="0" destOrd="0" presId="urn:microsoft.com/office/officeart/2018/2/layout/IconVerticalSolidList"/>
    <dgm:cxn modelId="{7546D653-51B7-46E3-A2B4-10433914686C}" type="presParOf" srcId="{0E7634F2-64EB-4D8F-ADD6-93D362CF2AC8}" destId="{778C90A2-EAD4-4832-A413-D5631D7FB6F2}" srcOrd="1" destOrd="0" presId="urn:microsoft.com/office/officeart/2018/2/layout/IconVerticalSolidList"/>
    <dgm:cxn modelId="{C538D8C6-B768-4B82-BD53-450DCDE5A7F7}" type="presParOf" srcId="{0E7634F2-64EB-4D8F-ADD6-93D362CF2AC8}" destId="{18D92E8A-861B-434F-B2AC-CCF58D410774}" srcOrd="2" destOrd="0" presId="urn:microsoft.com/office/officeart/2018/2/layout/IconVerticalSolidList"/>
    <dgm:cxn modelId="{308C23C3-B40D-43EB-8903-836C1689E8F7}" type="presParOf" srcId="{0E7634F2-64EB-4D8F-ADD6-93D362CF2AC8}" destId="{04B24F29-6C48-47A5-BA91-1DCD9FCF455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961E927-AC61-4034-9FEC-42DF7B83188A}" type="doc">
      <dgm:prSet loTypeId="urn:microsoft.com/office/officeart/2016/7/layout/BasicLinearProcessNumbered" loCatId="process" qsTypeId="urn:microsoft.com/office/officeart/2005/8/quickstyle/3d9" qsCatId="3D" csTypeId="urn:microsoft.com/office/officeart/2005/8/colors/accent3_2" csCatId="accent3"/>
      <dgm:spPr/>
      <dgm:t>
        <a:bodyPr/>
        <a:lstStyle/>
        <a:p>
          <a:endParaRPr lang="en-US"/>
        </a:p>
      </dgm:t>
    </dgm:pt>
    <dgm:pt modelId="{9D856EAD-78D2-47C6-AB7F-B89F24F22DE0}">
      <dgm:prSet/>
      <dgm:spPr/>
      <dgm:t>
        <a:bodyPr/>
        <a:lstStyle/>
        <a:p>
          <a:r>
            <a:rPr lang="en-US" dirty="0"/>
            <a:t>Access </a:t>
          </a:r>
          <a:r>
            <a:rPr lang="en-US" dirty="0">
              <a:hlinkClick xmlns:r="http://schemas.openxmlformats.org/officeDocument/2006/relationships" r:id="rId1"/>
            </a:rPr>
            <a:t>Canvas</a:t>
          </a:r>
          <a:r>
            <a:rPr lang="en-US" dirty="0"/>
            <a:t> and open the course </a:t>
          </a:r>
          <a:r>
            <a:rPr lang="en-US" b="1" dirty="0"/>
            <a:t>Analytics for a Better World</a:t>
          </a:r>
          <a:r>
            <a:rPr lang="en-US" dirty="0"/>
            <a:t>.</a:t>
          </a:r>
        </a:p>
      </dgm:t>
    </dgm:pt>
    <dgm:pt modelId="{CE1CE505-9110-4F68-9D04-98931B63909A}" type="parTrans" cxnId="{FFDF7486-4657-4FE0-919D-08C301033228}">
      <dgm:prSet/>
      <dgm:spPr/>
      <dgm:t>
        <a:bodyPr/>
        <a:lstStyle/>
        <a:p>
          <a:endParaRPr lang="en-US"/>
        </a:p>
      </dgm:t>
    </dgm:pt>
    <dgm:pt modelId="{5ECCF0A9-DB98-4388-AD78-0362755E5D82}" type="sibTrans" cxnId="{FFDF7486-4657-4FE0-919D-08C301033228}">
      <dgm:prSet phldrT="1" phldr="0"/>
      <dgm:spPr/>
      <dgm:t>
        <a:bodyPr/>
        <a:lstStyle/>
        <a:p>
          <a:r>
            <a:rPr lang="en-US"/>
            <a:t>1</a:t>
          </a:r>
        </a:p>
      </dgm:t>
    </dgm:pt>
    <dgm:pt modelId="{DFB155E8-F00D-4E01-9A98-6D79469013B9}">
      <dgm:prSet/>
      <dgm:spPr/>
      <dgm:t>
        <a:bodyPr/>
        <a:lstStyle/>
        <a:p>
          <a:r>
            <a:rPr lang="en-US"/>
            <a:t>Click on the </a:t>
          </a:r>
          <a:r>
            <a:rPr lang="en-US" b="1"/>
            <a:t>Assignments</a:t>
          </a:r>
          <a:r>
            <a:rPr lang="en-US"/>
            <a:t> tab.</a:t>
          </a:r>
        </a:p>
      </dgm:t>
    </dgm:pt>
    <dgm:pt modelId="{64CC6CCD-3F56-49A5-A2F3-1668F13F1AE3}" type="parTrans" cxnId="{BB034AE9-2EAD-4285-B783-BE12FEFA7995}">
      <dgm:prSet/>
      <dgm:spPr/>
      <dgm:t>
        <a:bodyPr/>
        <a:lstStyle/>
        <a:p>
          <a:endParaRPr lang="en-US"/>
        </a:p>
      </dgm:t>
    </dgm:pt>
    <dgm:pt modelId="{489D8691-C400-4E4C-94C9-62D6E34A1582}" type="sibTrans" cxnId="{BB034AE9-2EAD-4285-B783-BE12FEFA7995}">
      <dgm:prSet phldrT="2" phldr="0"/>
      <dgm:spPr/>
      <dgm:t>
        <a:bodyPr/>
        <a:lstStyle/>
        <a:p>
          <a:r>
            <a:rPr lang="en-US"/>
            <a:t>2</a:t>
          </a:r>
        </a:p>
      </dgm:t>
    </dgm:pt>
    <dgm:pt modelId="{CD6626BA-24E0-4ED8-B3B3-35C1E6686036}">
      <dgm:prSet/>
      <dgm:spPr/>
      <dgm:t>
        <a:bodyPr/>
        <a:lstStyle/>
        <a:p>
          <a:r>
            <a:rPr lang="en-US"/>
            <a:t>Locate the weekly assignment (it may not appear until released).</a:t>
          </a:r>
        </a:p>
      </dgm:t>
    </dgm:pt>
    <dgm:pt modelId="{F84AE8BD-32A0-4721-86A1-0BE2643BD415}" type="parTrans" cxnId="{D31284FD-8488-4266-8A55-B910F4A16279}">
      <dgm:prSet/>
      <dgm:spPr/>
      <dgm:t>
        <a:bodyPr/>
        <a:lstStyle/>
        <a:p>
          <a:endParaRPr lang="en-US"/>
        </a:p>
      </dgm:t>
    </dgm:pt>
    <dgm:pt modelId="{11AAC174-2614-49A1-89DE-F93C0BD305A6}" type="sibTrans" cxnId="{D31284FD-8488-4266-8A55-B910F4A16279}">
      <dgm:prSet phldrT="3" phldr="0"/>
      <dgm:spPr/>
      <dgm:t>
        <a:bodyPr/>
        <a:lstStyle/>
        <a:p>
          <a:r>
            <a:rPr lang="en-US"/>
            <a:t>3</a:t>
          </a:r>
        </a:p>
      </dgm:t>
    </dgm:pt>
    <dgm:pt modelId="{76340939-E667-40DA-8524-2990AD36F1C1}">
      <dgm:prSet/>
      <dgm:spPr/>
      <dgm:t>
        <a:bodyPr/>
        <a:lstStyle/>
        <a:p>
          <a:r>
            <a:rPr lang="en-US"/>
            <a:t>Open the assignment and follow the link to a Colab notebook with that week’s questions.</a:t>
          </a:r>
        </a:p>
      </dgm:t>
    </dgm:pt>
    <dgm:pt modelId="{D1D35C5F-0276-4AEC-B5FD-BC8FCDFBB0E8}" type="parTrans" cxnId="{B5A73FB6-C262-43E5-9403-E2941C5FDD7C}">
      <dgm:prSet/>
      <dgm:spPr/>
      <dgm:t>
        <a:bodyPr/>
        <a:lstStyle/>
        <a:p>
          <a:endParaRPr lang="en-US"/>
        </a:p>
      </dgm:t>
    </dgm:pt>
    <dgm:pt modelId="{86718B70-D9BC-4B08-84C9-A647E26B5BAF}" type="sibTrans" cxnId="{B5A73FB6-C262-43E5-9403-E2941C5FDD7C}">
      <dgm:prSet phldrT="4" phldr="0"/>
      <dgm:spPr/>
      <dgm:t>
        <a:bodyPr/>
        <a:lstStyle/>
        <a:p>
          <a:r>
            <a:rPr lang="en-US"/>
            <a:t>4</a:t>
          </a:r>
        </a:p>
      </dgm:t>
    </dgm:pt>
    <dgm:pt modelId="{A8D41E2C-9187-4707-BFC8-A8BA0A2DB20F}" type="pres">
      <dgm:prSet presAssocID="{0961E927-AC61-4034-9FEC-42DF7B83188A}" presName="Name0" presStyleCnt="0">
        <dgm:presLayoutVars>
          <dgm:animLvl val="lvl"/>
          <dgm:resizeHandles val="exact"/>
        </dgm:presLayoutVars>
      </dgm:prSet>
      <dgm:spPr/>
    </dgm:pt>
    <dgm:pt modelId="{92215244-8175-4638-8BFA-9D98BEA2F79E}" type="pres">
      <dgm:prSet presAssocID="{9D856EAD-78D2-47C6-AB7F-B89F24F22DE0}" presName="compositeNode" presStyleCnt="0">
        <dgm:presLayoutVars>
          <dgm:bulletEnabled val="1"/>
        </dgm:presLayoutVars>
      </dgm:prSet>
      <dgm:spPr/>
    </dgm:pt>
    <dgm:pt modelId="{311760C8-AD52-41E7-915C-771BF4CC1104}" type="pres">
      <dgm:prSet presAssocID="{9D856EAD-78D2-47C6-AB7F-B89F24F22DE0}" presName="bgRect" presStyleLbl="bgAccFollowNode1" presStyleIdx="0" presStyleCnt="4"/>
      <dgm:spPr/>
    </dgm:pt>
    <dgm:pt modelId="{EBACCE28-DCA4-42C6-A245-5F916FBF1BCD}" type="pres">
      <dgm:prSet presAssocID="{5ECCF0A9-DB98-4388-AD78-0362755E5D82}" presName="sibTransNodeCircle" presStyleLbl="alignNode1" presStyleIdx="0" presStyleCnt="8">
        <dgm:presLayoutVars>
          <dgm:chMax val="0"/>
          <dgm:bulletEnabled/>
        </dgm:presLayoutVars>
      </dgm:prSet>
      <dgm:spPr/>
    </dgm:pt>
    <dgm:pt modelId="{FA4A426B-BFDA-4344-93C9-C87B3093E409}" type="pres">
      <dgm:prSet presAssocID="{9D856EAD-78D2-47C6-AB7F-B89F24F22DE0}" presName="bottomLine" presStyleLbl="alignNode1" presStyleIdx="1" presStyleCnt="8">
        <dgm:presLayoutVars/>
      </dgm:prSet>
      <dgm:spPr/>
    </dgm:pt>
    <dgm:pt modelId="{7963D4A6-3462-48E5-9023-D4E06604E9FD}" type="pres">
      <dgm:prSet presAssocID="{9D856EAD-78D2-47C6-AB7F-B89F24F22DE0}" presName="nodeText" presStyleLbl="bgAccFollowNode1" presStyleIdx="0" presStyleCnt="4">
        <dgm:presLayoutVars>
          <dgm:bulletEnabled val="1"/>
        </dgm:presLayoutVars>
      </dgm:prSet>
      <dgm:spPr/>
    </dgm:pt>
    <dgm:pt modelId="{35DB86BA-BB97-4AD3-A0F5-CFABDCC68228}" type="pres">
      <dgm:prSet presAssocID="{5ECCF0A9-DB98-4388-AD78-0362755E5D82}" presName="sibTrans" presStyleCnt="0"/>
      <dgm:spPr/>
    </dgm:pt>
    <dgm:pt modelId="{D7A3645E-B57E-4F7F-A519-A2DE8D3C201B}" type="pres">
      <dgm:prSet presAssocID="{DFB155E8-F00D-4E01-9A98-6D79469013B9}" presName="compositeNode" presStyleCnt="0">
        <dgm:presLayoutVars>
          <dgm:bulletEnabled val="1"/>
        </dgm:presLayoutVars>
      </dgm:prSet>
      <dgm:spPr/>
    </dgm:pt>
    <dgm:pt modelId="{8CF49A5B-C30D-42F0-B4AB-44991B181510}" type="pres">
      <dgm:prSet presAssocID="{DFB155E8-F00D-4E01-9A98-6D79469013B9}" presName="bgRect" presStyleLbl="bgAccFollowNode1" presStyleIdx="1" presStyleCnt="4"/>
      <dgm:spPr/>
    </dgm:pt>
    <dgm:pt modelId="{5D734D5D-7E88-4394-B38A-F0BBE8A3AE9B}" type="pres">
      <dgm:prSet presAssocID="{489D8691-C400-4E4C-94C9-62D6E34A1582}" presName="sibTransNodeCircle" presStyleLbl="alignNode1" presStyleIdx="2" presStyleCnt="8">
        <dgm:presLayoutVars>
          <dgm:chMax val="0"/>
          <dgm:bulletEnabled/>
        </dgm:presLayoutVars>
      </dgm:prSet>
      <dgm:spPr/>
    </dgm:pt>
    <dgm:pt modelId="{7659A7F7-BC09-4BBC-9199-FAA659A72D6B}" type="pres">
      <dgm:prSet presAssocID="{DFB155E8-F00D-4E01-9A98-6D79469013B9}" presName="bottomLine" presStyleLbl="alignNode1" presStyleIdx="3" presStyleCnt="8">
        <dgm:presLayoutVars/>
      </dgm:prSet>
      <dgm:spPr/>
    </dgm:pt>
    <dgm:pt modelId="{5E8B1C3B-5A79-485A-8493-05D78D3716CA}" type="pres">
      <dgm:prSet presAssocID="{DFB155E8-F00D-4E01-9A98-6D79469013B9}" presName="nodeText" presStyleLbl="bgAccFollowNode1" presStyleIdx="1" presStyleCnt="4">
        <dgm:presLayoutVars>
          <dgm:bulletEnabled val="1"/>
        </dgm:presLayoutVars>
      </dgm:prSet>
      <dgm:spPr/>
    </dgm:pt>
    <dgm:pt modelId="{24A3FABA-FC35-455B-B4A0-5EF866A2BD66}" type="pres">
      <dgm:prSet presAssocID="{489D8691-C400-4E4C-94C9-62D6E34A1582}" presName="sibTrans" presStyleCnt="0"/>
      <dgm:spPr/>
    </dgm:pt>
    <dgm:pt modelId="{4DC0E78E-52AA-4D87-A068-DECE1942C4F3}" type="pres">
      <dgm:prSet presAssocID="{CD6626BA-24E0-4ED8-B3B3-35C1E6686036}" presName="compositeNode" presStyleCnt="0">
        <dgm:presLayoutVars>
          <dgm:bulletEnabled val="1"/>
        </dgm:presLayoutVars>
      </dgm:prSet>
      <dgm:spPr/>
    </dgm:pt>
    <dgm:pt modelId="{C33602C8-0133-4F96-9C97-8B915E49EEC5}" type="pres">
      <dgm:prSet presAssocID="{CD6626BA-24E0-4ED8-B3B3-35C1E6686036}" presName="bgRect" presStyleLbl="bgAccFollowNode1" presStyleIdx="2" presStyleCnt="4"/>
      <dgm:spPr/>
    </dgm:pt>
    <dgm:pt modelId="{FB6FE61E-8220-458E-A58F-6F274F454D81}" type="pres">
      <dgm:prSet presAssocID="{11AAC174-2614-49A1-89DE-F93C0BD305A6}" presName="sibTransNodeCircle" presStyleLbl="alignNode1" presStyleIdx="4" presStyleCnt="8">
        <dgm:presLayoutVars>
          <dgm:chMax val="0"/>
          <dgm:bulletEnabled/>
        </dgm:presLayoutVars>
      </dgm:prSet>
      <dgm:spPr/>
    </dgm:pt>
    <dgm:pt modelId="{2D445E43-06B2-4036-8486-7A8F2D6F3376}" type="pres">
      <dgm:prSet presAssocID="{CD6626BA-24E0-4ED8-B3B3-35C1E6686036}" presName="bottomLine" presStyleLbl="alignNode1" presStyleIdx="5" presStyleCnt="8">
        <dgm:presLayoutVars/>
      </dgm:prSet>
      <dgm:spPr/>
    </dgm:pt>
    <dgm:pt modelId="{94E84C78-A49B-4F3A-B24F-A3C4F125C137}" type="pres">
      <dgm:prSet presAssocID="{CD6626BA-24E0-4ED8-B3B3-35C1E6686036}" presName="nodeText" presStyleLbl="bgAccFollowNode1" presStyleIdx="2" presStyleCnt="4">
        <dgm:presLayoutVars>
          <dgm:bulletEnabled val="1"/>
        </dgm:presLayoutVars>
      </dgm:prSet>
      <dgm:spPr/>
    </dgm:pt>
    <dgm:pt modelId="{C142E2DD-87EB-40C9-9B2E-5DDCB37831BE}" type="pres">
      <dgm:prSet presAssocID="{11AAC174-2614-49A1-89DE-F93C0BD305A6}" presName="sibTrans" presStyleCnt="0"/>
      <dgm:spPr/>
    </dgm:pt>
    <dgm:pt modelId="{3BC0F18C-C440-4C59-93AE-E5EDB99CB787}" type="pres">
      <dgm:prSet presAssocID="{76340939-E667-40DA-8524-2990AD36F1C1}" presName="compositeNode" presStyleCnt="0">
        <dgm:presLayoutVars>
          <dgm:bulletEnabled val="1"/>
        </dgm:presLayoutVars>
      </dgm:prSet>
      <dgm:spPr/>
    </dgm:pt>
    <dgm:pt modelId="{4A1B4BCF-B48B-44AD-9043-CA9C90237E8F}" type="pres">
      <dgm:prSet presAssocID="{76340939-E667-40DA-8524-2990AD36F1C1}" presName="bgRect" presStyleLbl="bgAccFollowNode1" presStyleIdx="3" presStyleCnt="4"/>
      <dgm:spPr/>
    </dgm:pt>
    <dgm:pt modelId="{5F981390-3D9B-4A76-865D-0C4641655052}" type="pres">
      <dgm:prSet presAssocID="{86718B70-D9BC-4B08-84C9-A647E26B5BAF}" presName="sibTransNodeCircle" presStyleLbl="alignNode1" presStyleIdx="6" presStyleCnt="8">
        <dgm:presLayoutVars>
          <dgm:chMax val="0"/>
          <dgm:bulletEnabled/>
        </dgm:presLayoutVars>
      </dgm:prSet>
      <dgm:spPr/>
    </dgm:pt>
    <dgm:pt modelId="{6B3EBF9C-7C0B-4CA4-AE22-6604E1FC4DE3}" type="pres">
      <dgm:prSet presAssocID="{76340939-E667-40DA-8524-2990AD36F1C1}" presName="bottomLine" presStyleLbl="alignNode1" presStyleIdx="7" presStyleCnt="8">
        <dgm:presLayoutVars/>
      </dgm:prSet>
      <dgm:spPr/>
    </dgm:pt>
    <dgm:pt modelId="{D66C2A98-DD82-460C-BE78-94711E8E3BDA}" type="pres">
      <dgm:prSet presAssocID="{76340939-E667-40DA-8524-2990AD36F1C1}" presName="nodeText" presStyleLbl="bgAccFollowNode1" presStyleIdx="3" presStyleCnt="4">
        <dgm:presLayoutVars>
          <dgm:bulletEnabled val="1"/>
        </dgm:presLayoutVars>
      </dgm:prSet>
      <dgm:spPr/>
    </dgm:pt>
  </dgm:ptLst>
  <dgm:cxnLst>
    <dgm:cxn modelId="{1CEF8909-CCB6-4A16-8D70-83DB67672FC0}" type="presOf" srcId="{489D8691-C400-4E4C-94C9-62D6E34A1582}" destId="{5D734D5D-7E88-4394-B38A-F0BBE8A3AE9B}" srcOrd="0" destOrd="0" presId="urn:microsoft.com/office/officeart/2016/7/layout/BasicLinearProcessNumbered"/>
    <dgm:cxn modelId="{AC63D421-0999-49E4-8C75-8C54F13926CC}" type="presOf" srcId="{76340939-E667-40DA-8524-2990AD36F1C1}" destId="{D66C2A98-DD82-460C-BE78-94711E8E3BDA}" srcOrd="1" destOrd="0" presId="urn:microsoft.com/office/officeart/2016/7/layout/BasicLinearProcessNumbered"/>
    <dgm:cxn modelId="{A8CD0B3C-E44F-401E-B2FC-9477EC5BFD6F}" type="presOf" srcId="{DFB155E8-F00D-4E01-9A98-6D79469013B9}" destId="{8CF49A5B-C30D-42F0-B4AB-44991B181510}" srcOrd="0" destOrd="0" presId="urn:microsoft.com/office/officeart/2016/7/layout/BasicLinearProcessNumbered"/>
    <dgm:cxn modelId="{6D964C60-694F-4F96-A24F-49D1903C0B99}" type="presOf" srcId="{DFB155E8-F00D-4E01-9A98-6D79469013B9}" destId="{5E8B1C3B-5A79-485A-8493-05D78D3716CA}" srcOrd="1" destOrd="0" presId="urn:microsoft.com/office/officeart/2016/7/layout/BasicLinearProcessNumbered"/>
    <dgm:cxn modelId="{37712543-64B4-46E3-BC21-0E200EF9D910}" type="presOf" srcId="{5ECCF0A9-DB98-4388-AD78-0362755E5D82}" destId="{EBACCE28-DCA4-42C6-A245-5F916FBF1BCD}" srcOrd="0" destOrd="0" presId="urn:microsoft.com/office/officeart/2016/7/layout/BasicLinearProcessNumbered"/>
    <dgm:cxn modelId="{0C1A0B68-08CA-45FF-ADFB-C8D4186FBA41}" type="presOf" srcId="{CD6626BA-24E0-4ED8-B3B3-35C1E6686036}" destId="{C33602C8-0133-4F96-9C97-8B915E49EEC5}" srcOrd="0" destOrd="0" presId="urn:microsoft.com/office/officeart/2016/7/layout/BasicLinearProcessNumbered"/>
    <dgm:cxn modelId="{6EE6AA6B-112B-4299-B621-FD58362D9302}" type="presOf" srcId="{11AAC174-2614-49A1-89DE-F93C0BD305A6}" destId="{FB6FE61E-8220-458E-A58F-6F274F454D81}" srcOrd="0" destOrd="0" presId="urn:microsoft.com/office/officeart/2016/7/layout/BasicLinearProcessNumbered"/>
    <dgm:cxn modelId="{B9DEEC6B-8F84-4106-B77B-6095C0F48B16}" type="presOf" srcId="{9D856EAD-78D2-47C6-AB7F-B89F24F22DE0}" destId="{311760C8-AD52-41E7-915C-771BF4CC1104}" srcOrd="0" destOrd="0" presId="urn:microsoft.com/office/officeart/2016/7/layout/BasicLinearProcessNumbered"/>
    <dgm:cxn modelId="{FFDF7486-4657-4FE0-919D-08C301033228}" srcId="{0961E927-AC61-4034-9FEC-42DF7B83188A}" destId="{9D856EAD-78D2-47C6-AB7F-B89F24F22DE0}" srcOrd="0" destOrd="0" parTransId="{CE1CE505-9110-4F68-9D04-98931B63909A}" sibTransId="{5ECCF0A9-DB98-4388-AD78-0362755E5D82}"/>
    <dgm:cxn modelId="{27701A98-CB90-4D90-966B-94CC561AED00}" type="presOf" srcId="{9D856EAD-78D2-47C6-AB7F-B89F24F22DE0}" destId="{7963D4A6-3462-48E5-9023-D4E06604E9FD}" srcOrd="1" destOrd="0" presId="urn:microsoft.com/office/officeart/2016/7/layout/BasicLinearProcessNumbered"/>
    <dgm:cxn modelId="{11E0E1AE-A867-4254-B376-44A81C1E3B51}" type="presOf" srcId="{CD6626BA-24E0-4ED8-B3B3-35C1E6686036}" destId="{94E84C78-A49B-4F3A-B24F-A3C4F125C137}" srcOrd="1" destOrd="0" presId="urn:microsoft.com/office/officeart/2016/7/layout/BasicLinearProcessNumbered"/>
    <dgm:cxn modelId="{B5A73FB6-C262-43E5-9403-E2941C5FDD7C}" srcId="{0961E927-AC61-4034-9FEC-42DF7B83188A}" destId="{76340939-E667-40DA-8524-2990AD36F1C1}" srcOrd="3" destOrd="0" parTransId="{D1D35C5F-0276-4AEC-B5FD-BC8FCDFBB0E8}" sibTransId="{86718B70-D9BC-4B08-84C9-A647E26B5BAF}"/>
    <dgm:cxn modelId="{4560A6CB-A383-4C2B-9962-57B1463F2625}" type="presOf" srcId="{86718B70-D9BC-4B08-84C9-A647E26B5BAF}" destId="{5F981390-3D9B-4A76-865D-0C4641655052}" srcOrd="0" destOrd="0" presId="urn:microsoft.com/office/officeart/2016/7/layout/BasicLinearProcessNumbered"/>
    <dgm:cxn modelId="{B9E6B1E1-4719-4632-B134-C1D965EEAACF}" type="presOf" srcId="{76340939-E667-40DA-8524-2990AD36F1C1}" destId="{4A1B4BCF-B48B-44AD-9043-CA9C90237E8F}" srcOrd="0" destOrd="0" presId="urn:microsoft.com/office/officeart/2016/7/layout/BasicLinearProcessNumbered"/>
    <dgm:cxn modelId="{A093DEE6-F81F-49E3-BF38-88211745D85C}" type="presOf" srcId="{0961E927-AC61-4034-9FEC-42DF7B83188A}" destId="{A8D41E2C-9187-4707-BFC8-A8BA0A2DB20F}" srcOrd="0" destOrd="0" presId="urn:microsoft.com/office/officeart/2016/7/layout/BasicLinearProcessNumbered"/>
    <dgm:cxn modelId="{BB034AE9-2EAD-4285-B783-BE12FEFA7995}" srcId="{0961E927-AC61-4034-9FEC-42DF7B83188A}" destId="{DFB155E8-F00D-4E01-9A98-6D79469013B9}" srcOrd="1" destOrd="0" parTransId="{64CC6CCD-3F56-49A5-A2F3-1668F13F1AE3}" sibTransId="{489D8691-C400-4E4C-94C9-62D6E34A1582}"/>
    <dgm:cxn modelId="{D31284FD-8488-4266-8A55-B910F4A16279}" srcId="{0961E927-AC61-4034-9FEC-42DF7B83188A}" destId="{CD6626BA-24E0-4ED8-B3B3-35C1E6686036}" srcOrd="2" destOrd="0" parTransId="{F84AE8BD-32A0-4721-86A1-0BE2643BD415}" sibTransId="{11AAC174-2614-49A1-89DE-F93C0BD305A6}"/>
    <dgm:cxn modelId="{40141C39-716C-4FF1-8FDC-4ED86BE25356}" type="presParOf" srcId="{A8D41E2C-9187-4707-BFC8-A8BA0A2DB20F}" destId="{92215244-8175-4638-8BFA-9D98BEA2F79E}" srcOrd="0" destOrd="0" presId="urn:microsoft.com/office/officeart/2016/7/layout/BasicLinearProcessNumbered"/>
    <dgm:cxn modelId="{135A9D17-490B-474C-AF96-E9B1088A4572}" type="presParOf" srcId="{92215244-8175-4638-8BFA-9D98BEA2F79E}" destId="{311760C8-AD52-41E7-915C-771BF4CC1104}" srcOrd="0" destOrd="0" presId="urn:microsoft.com/office/officeart/2016/7/layout/BasicLinearProcessNumbered"/>
    <dgm:cxn modelId="{9DDEE145-02DD-45CD-9E80-0951E14EDF4C}" type="presParOf" srcId="{92215244-8175-4638-8BFA-9D98BEA2F79E}" destId="{EBACCE28-DCA4-42C6-A245-5F916FBF1BCD}" srcOrd="1" destOrd="0" presId="urn:microsoft.com/office/officeart/2016/7/layout/BasicLinearProcessNumbered"/>
    <dgm:cxn modelId="{E74A0F47-C995-4E96-A777-AA8037459EBE}" type="presParOf" srcId="{92215244-8175-4638-8BFA-9D98BEA2F79E}" destId="{FA4A426B-BFDA-4344-93C9-C87B3093E409}" srcOrd="2" destOrd="0" presId="urn:microsoft.com/office/officeart/2016/7/layout/BasicLinearProcessNumbered"/>
    <dgm:cxn modelId="{CBD6C85B-A7D5-4ACA-90B9-F5B97E83254E}" type="presParOf" srcId="{92215244-8175-4638-8BFA-9D98BEA2F79E}" destId="{7963D4A6-3462-48E5-9023-D4E06604E9FD}" srcOrd="3" destOrd="0" presId="urn:microsoft.com/office/officeart/2016/7/layout/BasicLinearProcessNumbered"/>
    <dgm:cxn modelId="{40891C9E-3771-4D09-9ECD-4970983BC8BF}" type="presParOf" srcId="{A8D41E2C-9187-4707-BFC8-A8BA0A2DB20F}" destId="{35DB86BA-BB97-4AD3-A0F5-CFABDCC68228}" srcOrd="1" destOrd="0" presId="urn:microsoft.com/office/officeart/2016/7/layout/BasicLinearProcessNumbered"/>
    <dgm:cxn modelId="{95C97F39-E738-400F-825B-6F923CEE8292}" type="presParOf" srcId="{A8D41E2C-9187-4707-BFC8-A8BA0A2DB20F}" destId="{D7A3645E-B57E-4F7F-A519-A2DE8D3C201B}" srcOrd="2" destOrd="0" presId="urn:microsoft.com/office/officeart/2016/7/layout/BasicLinearProcessNumbered"/>
    <dgm:cxn modelId="{BBCD59F4-17B2-42C1-A36D-173554E51763}" type="presParOf" srcId="{D7A3645E-B57E-4F7F-A519-A2DE8D3C201B}" destId="{8CF49A5B-C30D-42F0-B4AB-44991B181510}" srcOrd="0" destOrd="0" presId="urn:microsoft.com/office/officeart/2016/7/layout/BasicLinearProcessNumbered"/>
    <dgm:cxn modelId="{97209911-4600-491F-A297-BF727D88E2CA}" type="presParOf" srcId="{D7A3645E-B57E-4F7F-A519-A2DE8D3C201B}" destId="{5D734D5D-7E88-4394-B38A-F0BBE8A3AE9B}" srcOrd="1" destOrd="0" presId="urn:microsoft.com/office/officeart/2016/7/layout/BasicLinearProcessNumbered"/>
    <dgm:cxn modelId="{53DDC767-7DEA-4CB3-A87A-D316FA7D4CD9}" type="presParOf" srcId="{D7A3645E-B57E-4F7F-A519-A2DE8D3C201B}" destId="{7659A7F7-BC09-4BBC-9199-FAA659A72D6B}" srcOrd="2" destOrd="0" presId="urn:microsoft.com/office/officeart/2016/7/layout/BasicLinearProcessNumbered"/>
    <dgm:cxn modelId="{7E0E5023-5B43-48FE-A529-12ECD9AF381A}" type="presParOf" srcId="{D7A3645E-B57E-4F7F-A519-A2DE8D3C201B}" destId="{5E8B1C3B-5A79-485A-8493-05D78D3716CA}" srcOrd="3" destOrd="0" presId="urn:microsoft.com/office/officeart/2016/7/layout/BasicLinearProcessNumbered"/>
    <dgm:cxn modelId="{C37AEB74-D843-4FDB-85FE-35BEA96D9B6B}" type="presParOf" srcId="{A8D41E2C-9187-4707-BFC8-A8BA0A2DB20F}" destId="{24A3FABA-FC35-455B-B4A0-5EF866A2BD66}" srcOrd="3" destOrd="0" presId="urn:microsoft.com/office/officeart/2016/7/layout/BasicLinearProcessNumbered"/>
    <dgm:cxn modelId="{0270CD98-8BCD-4096-A198-F3B93D4DE1AD}" type="presParOf" srcId="{A8D41E2C-9187-4707-BFC8-A8BA0A2DB20F}" destId="{4DC0E78E-52AA-4D87-A068-DECE1942C4F3}" srcOrd="4" destOrd="0" presId="urn:microsoft.com/office/officeart/2016/7/layout/BasicLinearProcessNumbered"/>
    <dgm:cxn modelId="{5D9EB76D-8EE1-4780-A415-1712D6131057}" type="presParOf" srcId="{4DC0E78E-52AA-4D87-A068-DECE1942C4F3}" destId="{C33602C8-0133-4F96-9C97-8B915E49EEC5}" srcOrd="0" destOrd="0" presId="urn:microsoft.com/office/officeart/2016/7/layout/BasicLinearProcessNumbered"/>
    <dgm:cxn modelId="{4E428CB1-9C84-4E29-AA47-6B5CD001F583}" type="presParOf" srcId="{4DC0E78E-52AA-4D87-A068-DECE1942C4F3}" destId="{FB6FE61E-8220-458E-A58F-6F274F454D81}" srcOrd="1" destOrd="0" presId="urn:microsoft.com/office/officeart/2016/7/layout/BasicLinearProcessNumbered"/>
    <dgm:cxn modelId="{0148872F-8733-4239-A337-B36DB1CBF527}" type="presParOf" srcId="{4DC0E78E-52AA-4D87-A068-DECE1942C4F3}" destId="{2D445E43-06B2-4036-8486-7A8F2D6F3376}" srcOrd="2" destOrd="0" presId="urn:microsoft.com/office/officeart/2016/7/layout/BasicLinearProcessNumbered"/>
    <dgm:cxn modelId="{D8F59DC5-74E4-4321-BD35-05194334E8B8}" type="presParOf" srcId="{4DC0E78E-52AA-4D87-A068-DECE1942C4F3}" destId="{94E84C78-A49B-4F3A-B24F-A3C4F125C137}" srcOrd="3" destOrd="0" presId="urn:microsoft.com/office/officeart/2016/7/layout/BasicLinearProcessNumbered"/>
    <dgm:cxn modelId="{E6ED9F61-DD26-4BD8-92B4-B72AFB87D506}" type="presParOf" srcId="{A8D41E2C-9187-4707-BFC8-A8BA0A2DB20F}" destId="{C142E2DD-87EB-40C9-9B2E-5DDCB37831BE}" srcOrd="5" destOrd="0" presId="urn:microsoft.com/office/officeart/2016/7/layout/BasicLinearProcessNumbered"/>
    <dgm:cxn modelId="{CCFB69BF-CB0E-4974-8778-5D9C07B9D0A3}" type="presParOf" srcId="{A8D41E2C-9187-4707-BFC8-A8BA0A2DB20F}" destId="{3BC0F18C-C440-4C59-93AE-E5EDB99CB787}" srcOrd="6" destOrd="0" presId="urn:microsoft.com/office/officeart/2016/7/layout/BasicLinearProcessNumbered"/>
    <dgm:cxn modelId="{2E193C0B-0FB6-4338-BB0F-49CFCD359F79}" type="presParOf" srcId="{3BC0F18C-C440-4C59-93AE-E5EDB99CB787}" destId="{4A1B4BCF-B48B-44AD-9043-CA9C90237E8F}" srcOrd="0" destOrd="0" presId="urn:microsoft.com/office/officeart/2016/7/layout/BasicLinearProcessNumbered"/>
    <dgm:cxn modelId="{4EBC1799-303E-4289-98B5-2FCA42C0A12D}" type="presParOf" srcId="{3BC0F18C-C440-4C59-93AE-E5EDB99CB787}" destId="{5F981390-3D9B-4A76-865D-0C4641655052}" srcOrd="1" destOrd="0" presId="urn:microsoft.com/office/officeart/2016/7/layout/BasicLinearProcessNumbered"/>
    <dgm:cxn modelId="{2B948C33-7596-4D3A-B242-99BC2B17F519}" type="presParOf" srcId="{3BC0F18C-C440-4C59-93AE-E5EDB99CB787}" destId="{6B3EBF9C-7C0B-4CA4-AE22-6604E1FC4DE3}" srcOrd="2" destOrd="0" presId="urn:microsoft.com/office/officeart/2016/7/layout/BasicLinearProcessNumbered"/>
    <dgm:cxn modelId="{4D42054C-7D24-4194-9537-2B2E165FE589}" type="presParOf" srcId="{3BC0F18C-C440-4C59-93AE-E5EDB99CB787}" destId="{D66C2A98-DD82-460C-BE78-94711E8E3BDA}"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961E927-AC61-4034-9FEC-42DF7B83188A}" type="doc">
      <dgm:prSet loTypeId="urn:microsoft.com/office/officeart/2016/7/layout/BasicLinearProcessNumbered" loCatId="process" qsTypeId="urn:microsoft.com/office/officeart/2005/8/quickstyle/3d9" qsCatId="3D" csTypeId="urn:microsoft.com/office/officeart/2005/8/colors/accent3_2" csCatId="accent3" phldr="1"/>
      <dgm:spPr/>
      <dgm:t>
        <a:bodyPr/>
        <a:lstStyle/>
        <a:p>
          <a:endParaRPr lang="en-US"/>
        </a:p>
      </dgm:t>
    </dgm:pt>
    <dgm:pt modelId="{9D856EAD-78D2-47C6-AB7F-B89F24F22DE0}">
      <dgm:prSet/>
      <dgm:spPr/>
      <dgm:t>
        <a:bodyPr/>
        <a:lstStyle/>
        <a:p>
          <a:r>
            <a:rPr lang="en-US" dirty="0"/>
            <a:t>The notebook contains sections marked with: </a:t>
          </a:r>
        </a:p>
        <a:p>
          <a:endParaRPr lang="en-US" dirty="0"/>
        </a:p>
        <a:p>
          <a:r>
            <a:rPr lang="en-US" dirty="0"/>
            <a:t>### BEGIN SOLUTION … </a:t>
          </a:r>
        </a:p>
        <a:p>
          <a:r>
            <a:rPr lang="en-US" dirty="0"/>
            <a:t>### END SOLUTION</a:t>
          </a:r>
        </a:p>
      </dgm:t>
    </dgm:pt>
    <dgm:pt modelId="{CE1CE505-9110-4F68-9D04-98931B63909A}" type="parTrans" cxnId="{FFDF7486-4657-4FE0-919D-08C301033228}">
      <dgm:prSet/>
      <dgm:spPr/>
      <dgm:t>
        <a:bodyPr/>
        <a:lstStyle/>
        <a:p>
          <a:endParaRPr lang="en-US"/>
        </a:p>
      </dgm:t>
    </dgm:pt>
    <dgm:pt modelId="{5ECCF0A9-DB98-4388-AD78-0362755E5D82}" type="sibTrans" cxnId="{FFDF7486-4657-4FE0-919D-08C301033228}">
      <dgm:prSet phldrT="1" phldr="0"/>
      <dgm:spPr/>
      <dgm:t>
        <a:bodyPr/>
        <a:lstStyle/>
        <a:p>
          <a:r>
            <a:rPr lang="en-US"/>
            <a:t>1</a:t>
          </a:r>
        </a:p>
      </dgm:t>
    </dgm:pt>
    <dgm:pt modelId="{66E0E4B3-AFB9-46F5-82CD-7E0182291F28}">
      <dgm:prSet/>
      <dgm:spPr/>
      <dgm:t>
        <a:bodyPr/>
        <a:lstStyle/>
        <a:p>
          <a:r>
            <a:rPr lang="en-US" dirty="0"/>
            <a:t>Write your answers there!!!</a:t>
          </a:r>
        </a:p>
      </dgm:t>
    </dgm:pt>
    <dgm:pt modelId="{0E426526-DA30-4DA3-ACE5-803E4C971318}" type="parTrans" cxnId="{0D1E4760-8060-42B7-ADD5-813C1D1E9761}">
      <dgm:prSet/>
      <dgm:spPr/>
      <dgm:t>
        <a:bodyPr/>
        <a:lstStyle/>
        <a:p>
          <a:endParaRPr lang="en-NL"/>
        </a:p>
      </dgm:t>
    </dgm:pt>
    <dgm:pt modelId="{8B4DF0F2-9690-4004-AE4E-70667F404134}" type="sibTrans" cxnId="{0D1E4760-8060-42B7-ADD5-813C1D1E9761}">
      <dgm:prSet phldrT="2" phldr="0"/>
      <dgm:spPr/>
      <dgm:t>
        <a:bodyPr/>
        <a:lstStyle/>
        <a:p>
          <a:r>
            <a:rPr lang="en-NL"/>
            <a:t>2</a:t>
          </a:r>
        </a:p>
      </dgm:t>
    </dgm:pt>
    <dgm:pt modelId="{1B3303EF-5B23-4B56-8640-D930C109E441}">
      <dgm:prSet/>
      <dgm:spPr/>
      <dgm:t>
        <a:bodyPr/>
        <a:lstStyle/>
        <a:p>
          <a:r>
            <a:rPr lang="en-US" dirty="0"/>
            <a:t>You can edit the notebook directly in </a:t>
          </a:r>
          <a:r>
            <a:rPr lang="en-US" dirty="0" err="1"/>
            <a:t>Colab</a:t>
          </a:r>
          <a:r>
            <a:rPr lang="en-US" dirty="0"/>
            <a:t> (recommended).</a:t>
          </a:r>
        </a:p>
        <a:p>
          <a:r>
            <a:rPr lang="en-US" dirty="0"/>
            <a:t>Alternatively, use local Python software, but make sure it can run .</a:t>
          </a:r>
          <a:r>
            <a:rPr lang="en-US" dirty="0" err="1"/>
            <a:t>ipynb</a:t>
          </a:r>
          <a:r>
            <a:rPr lang="en-US" dirty="0"/>
            <a:t> files.</a:t>
          </a:r>
        </a:p>
      </dgm:t>
    </dgm:pt>
    <dgm:pt modelId="{9DA6E47F-F56B-47DA-BC1B-3344C14D23F0}" type="parTrans" cxnId="{1F48F481-56A3-4D81-83DD-15E22A5A0798}">
      <dgm:prSet/>
      <dgm:spPr/>
      <dgm:t>
        <a:bodyPr/>
        <a:lstStyle/>
        <a:p>
          <a:endParaRPr lang="en-NL"/>
        </a:p>
      </dgm:t>
    </dgm:pt>
    <dgm:pt modelId="{0AF39EC2-02F2-495F-A7AD-D51E5BED482A}" type="sibTrans" cxnId="{1F48F481-56A3-4D81-83DD-15E22A5A0798}">
      <dgm:prSet phldrT="3" phldr="0"/>
      <dgm:spPr/>
      <dgm:t>
        <a:bodyPr/>
        <a:lstStyle/>
        <a:p>
          <a:r>
            <a:rPr lang="en-NL"/>
            <a:t>3</a:t>
          </a:r>
        </a:p>
      </dgm:t>
    </dgm:pt>
    <dgm:pt modelId="{D80067C7-896A-4AFA-8065-C4072BA1629C}">
      <dgm:prSet/>
      <dgm:spPr/>
      <dgm:t>
        <a:bodyPr/>
        <a:lstStyle/>
        <a:p>
          <a:r>
            <a:rPr lang="en-US" dirty="0"/>
            <a:t>Save your work and download the notebook as a .</a:t>
          </a:r>
          <a:r>
            <a:rPr lang="en-US" dirty="0" err="1"/>
            <a:t>ipynb</a:t>
          </a:r>
          <a:r>
            <a:rPr lang="en-US" dirty="0"/>
            <a:t> file.</a:t>
          </a:r>
        </a:p>
      </dgm:t>
    </dgm:pt>
    <dgm:pt modelId="{E778643E-9C7D-4F0E-8669-C367D7FEB570}" type="parTrans" cxnId="{E4EDAAB2-ABAA-4306-A949-F96E2CAB0791}">
      <dgm:prSet/>
      <dgm:spPr/>
      <dgm:t>
        <a:bodyPr/>
        <a:lstStyle/>
        <a:p>
          <a:endParaRPr lang="en-NL"/>
        </a:p>
      </dgm:t>
    </dgm:pt>
    <dgm:pt modelId="{CF4CA296-9F9E-4C5D-A916-A4659DE0F972}" type="sibTrans" cxnId="{E4EDAAB2-ABAA-4306-A949-F96E2CAB0791}">
      <dgm:prSet phldrT="4" phldr="0"/>
      <dgm:spPr/>
      <dgm:t>
        <a:bodyPr/>
        <a:lstStyle/>
        <a:p>
          <a:r>
            <a:rPr lang="en-NL"/>
            <a:t>4</a:t>
          </a:r>
        </a:p>
      </dgm:t>
    </dgm:pt>
    <dgm:pt modelId="{A8D41E2C-9187-4707-BFC8-A8BA0A2DB20F}" type="pres">
      <dgm:prSet presAssocID="{0961E927-AC61-4034-9FEC-42DF7B83188A}" presName="Name0" presStyleCnt="0">
        <dgm:presLayoutVars>
          <dgm:animLvl val="lvl"/>
          <dgm:resizeHandles val="exact"/>
        </dgm:presLayoutVars>
      </dgm:prSet>
      <dgm:spPr/>
    </dgm:pt>
    <dgm:pt modelId="{92215244-8175-4638-8BFA-9D98BEA2F79E}" type="pres">
      <dgm:prSet presAssocID="{9D856EAD-78D2-47C6-AB7F-B89F24F22DE0}" presName="compositeNode" presStyleCnt="0">
        <dgm:presLayoutVars>
          <dgm:bulletEnabled val="1"/>
        </dgm:presLayoutVars>
      </dgm:prSet>
      <dgm:spPr/>
    </dgm:pt>
    <dgm:pt modelId="{311760C8-AD52-41E7-915C-771BF4CC1104}" type="pres">
      <dgm:prSet presAssocID="{9D856EAD-78D2-47C6-AB7F-B89F24F22DE0}" presName="bgRect" presStyleLbl="bgAccFollowNode1" presStyleIdx="0" presStyleCnt="4"/>
      <dgm:spPr/>
    </dgm:pt>
    <dgm:pt modelId="{EBACCE28-DCA4-42C6-A245-5F916FBF1BCD}" type="pres">
      <dgm:prSet presAssocID="{5ECCF0A9-DB98-4388-AD78-0362755E5D82}" presName="sibTransNodeCircle" presStyleLbl="alignNode1" presStyleIdx="0" presStyleCnt="8">
        <dgm:presLayoutVars>
          <dgm:chMax val="0"/>
          <dgm:bulletEnabled/>
        </dgm:presLayoutVars>
      </dgm:prSet>
      <dgm:spPr/>
    </dgm:pt>
    <dgm:pt modelId="{FA4A426B-BFDA-4344-93C9-C87B3093E409}" type="pres">
      <dgm:prSet presAssocID="{9D856EAD-78D2-47C6-AB7F-B89F24F22DE0}" presName="bottomLine" presStyleLbl="alignNode1" presStyleIdx="1" presStyleCnt="8">
        <dgm:presLayoutVars/>
      </dgm:prSet>
      <dgm:spPr/>
    </dgm:pt>
    <dgm:pt modelId="{7963D4A6-3462-48E5-9023-D4E06604E9FD}" type="pres">
      <dgm:prSet presAssocID="{9D856EAD-78D2-47C6-AB7F-B89F24F22DE0}" presName="nodeText" presStyleLbl="bgAccFollowNode1" presStyleIdx="0" presStyleCnt="4">
        <dgm:presLayoutVars>
          <dgm:bulletEnabled val="1"/>
        </dgm:presLayoutVars>
      </dgm:prSet>
      <dgm:spPr/>
    </dgm:pt>
    <dgm:pt modelId="{35DB86BA-BB97-4AD3-A0F5-CFABDCC68228}" type="pres">
      <dgm:prSet presAssocID="{5ECCF0A9-DB98-4388-AD78-0362755E5D82}" presName="sibTrans" presStyleCnt="0"/>
      <dgm:spPr/>
    </dgm:pt>
    <dgm:pt modelId="{095E3FF4-7446-45BE-A8A6-52229DEEA72F}" type="pres">
      <dgm:prSet presAssocID="{66E0E4B3-AFB9-46F5-82CD-7E0182291F28}" presName="compositeNode" presStyleCnt="0">
        <dgm:presLayoutVars>
          <dgm:bulletEnabled val="1"/>
        </dgm:presLayoutVars>
      </dgm:prSet>
      <dgm:spPr/>
    </dgm:pt>
    <dgm:pt modelId="{C8E4E1F9-BFDF-4AA0-88C5-A8EEDC8D8D3C}" type="pres">
      <dgm:prSet presAssocID="{66E0E4B3-AFB9-46F5-82CD-7E0182291F28}" presName="bgRect" presStyleLbl="bgAccFollowNode1" presStyleIdx="1" presStyleCnt="4"/>
      <dgm:spPr/>
    </dgm:pt>
    <dgm:pt modelId="{F9181B74-A310-4C61-901B-050132640BD5}" type="pres">
      <dgm:prSet presAssocID="{8B4DF0F2-9690-4004-AE4E-70667F404134}" presName="sibTransNodeCircle" presStyleLbl="alignNode1" presStyleIdx="2" presStyleCnt="8">
        <dgm:presLayoutVars>
          <dgm:chMax val="0"/>
          <dgm:bulletEnabled/>
        </dgm:presLayoutVars>
      </dgm:prSet>
      <dgm:spPr/>
    </dgm:pt>
    <dgm:pt modelId="{6F1A9DBB-6BC2-4ACA-B8D8-78D592A89528}" type="pres">
      <dgm:prSet presAssocID="{66E0E4B3-AFB9-46F5-82CD-7E0182291F28}" presName="bottomLine" presStyleLbl="alignNode1" presStyleIdx="3" presStyleCnt="8">
        <dgm:presLayoutVars/>
      </dgm:prSet>
      <dgm:spPr/>
    </dgm:pt>
    <dgm:pt modelId="{D80DC7FD-7280-4A00-849A-6F5E9C85D8A6}" type="pres">
      <dgm:prSet presAssocID="{66E0E4B3-AFB9-46F5-82CD-7E0182291F28}" presName="nodeText" presStyleLbl="bgAccFollowNode1" presStyleIdx="1" presStyleCnt="4">
        <dgm:presLayoutVars>
          <dgm:bulletEnabled val="1"/>
        </dgm:presLayoutVars>
      </dgm:prSet>
      <dgm:spPr/>
    </dgm:pt>
    <dgm:pt modelId="{08615EC0-EBD9-4B0B-ADFF-D37A0C6E6CB5}" type="pres">
      <dgm:prSet presAssocID="{8B4DF0F2-9690-4004-AE4E-70667F404134}" presName="sibTrans" presStyleCnt="0"/>
      <dgm:spPr/>
    </dgm:pt>
    <dgm:pt modelId="{5FC4E2EB-8AC9-426F-A2A9-7379E79B4614}" type="pres">
      <dgm:prSet presAssocID="{1B3303EF-5B23-4B56-8640-D930C109E441}" presName="compositeNode" presStyleCnt="0">
        <dgm:presLayoutVars>
          <dgm:bulletEnabled val="1"/>
        </dgm:presLayoutVars>
      </dgm:prSet>
      <dgm:spPr/>
    </dgm:pt>
    <dgm:pt modelId="{B58386F9-E142-4F34-A2C1-60186AD6636A}" type="pres">
      <dgm:prSet presAssocID="{1B3303EF-5B23-4B56-8640-D930C109E441}" presName="bgRect" presStyleLbl="bgAccFollowNode1" presStyleIdx="2" presStyleCnt="4"/>
      <dgm:spPr/>
    </dgm:pt>
    <dgm:pt modelId="{8CD9BF18-F7BD-45C2-9A53-02FF09943173}" type="pres">
      <dgm:prSet presAssocID="{0AF39EC2-02F2-495F-A7AD-D51E5BED482A}" presName="sibTransNodeCircle" presStyleLbl="alignNode1" presStyleIdx="4" presStyleCnt="8">
        <dgm:presLayoutVars>
          <dgm:chMax val="0"/>
          <dgm:bulletEnabled/>
        </dgm:presLayoutVars>
      </dgm:prSet>
      <dgm:spPr/>
    </dgm:pt>
    <dgm:pt modelId="{8535FCBB-289C-465B-A51E-F461CB218A27}" type="pres">
      <dgm:prSet presAssocID="{1B3303EF-5B23-4B56-8640-D930C109E441}" presName="bottomLine" presStyleLbl="alignNode1" presStyleIdx="5" presStyleCnt="8">
        <dgm:presLayoutVars/>
      </dgm:prSet>
      <dgm:spPr/>
    </dgm:pt>
    <dgm:pt modelId="{9E864801-3BAB-4ED0-B11B-3CA2E0572FBC}" type="pres">
      <dgm:prSet presAssocID="{1B3303EF-5B23-4B56-8640-D930C109E441}" presName="nodeText" presStyleLbl="bgAccFollowNode1" presStyleIdx="2" presStyleCnt="4">
        <dgm:presLayoutVars>
          <dgm:bulletEnabled val="1"/>
        </dgm:presLayoutVars>
      </dgm:prSet>
      <dgm:spPr/>
    </dgm:pt>
    <dgm:pt modelId="{628736B1-7166-4C1B-BABF-B455A07C4DFF}" type="pres">
      <dgm:prSet presAssocID="{0AF39EC2-02F2-495F-A7AD-D51E5BED482A}" presName="sibTrans" presStyleCnt="0"/>
      <dgm:spPr/>
    </dgm:pt>
    <dgm:pt modelId="{0845A1C9-BA5B-486A-A47A-D5ED7E8CF887}" type="pres">
      <dgm:prSet presAssocID="{D80067C7-896A-4AFA-8065-C4072BA1629C}" presName="compositeNode" presStyleCnt="0">
        <dgm:presLayoutVars>
          <dgm:bulletEnabled val="1"/>
        </dgm:presLayoutVars>
      </dgm:prSet>
      <dgm:spPr/>
    </dgm:pt>
    <dgm:pt modelId="{40227CEE-C263-4F18-BF2E-17BD17C7918B}" type="pres">
      <dgm:prSet presAssocID="{D80067C7-896A-4AFA-8065-C4072BA1629C}" presName="bgRect" presStyleLbl="bgAccFollowNode1" presStyleIdx="3" presStyleCnt="4"/>
      <dgm:spPr/>
    </dgm:pt>
    <dgm:pt modelId="{B5842D9A-1073-40B8-A14A-ABE7485B9E82}" type="pres">
      <dgm:prSet presAssocID="{CF4CA296-9F9E-4C5D-A916-A4659DE0F972}" presName="sibTransNodeCircle" presStyleLbl="alignNode1" presStyleIdx="6" presStyleCnt="8">
        <dgm:presLayoutVars>
          <dgm:chMax val="0"/>
          <dgm:bulletEnabled/>
        </dgm:presLayoutVars>
      </dgm:prSet>
      <dgm:spPr/>
    </dgm:pt>
    <dgm:pt modelId="{CED43427-BC14-4B23-A0D6-DD6D421F727B}" type="pres">
      <dgm:prSet presAssocID="{D80067C7-896A-4AFA-8065-C4072BA1629C}" presName="bottomLine" presStyleLbl="alignNode1" presStyleIdx="7" presStyleCnt="8">
        <dgm:presLayoutVars/>
      </dgm:prSet>
      <dgm:spPr/>
    </dgm:pt>
    <dgm:pt modelId="{98DE3100-E415-42D4-BEA8-83E1140EB64B}" type="pres">
      <dgm:prSet presAssocID="{D80067C7-896A-4AFA-8065-C4072BA1629C}" presName="nodeText" presStyleLbl="bgAccFollowNode1" presStyleIdx="3" presStyleCnt="4">
        <dgm:presLayoutVars>
          <dgm:bulletEnabled val="1"/>
        </dgm:presLayoutVars>
      </dgm:prSet>
      <dgm:spPr/>
    </dgm:pt>
  </dgm:ptLst>
  <dgm:cxnLst>
    <dgm:cxn modelId="{0D1E4760-8060-42B7-ADD5-813C1D1E9761}" srcId="{0961E927-AC61-4034-9FEC-42DF7B83188A}" destId="{66E0E4B3-AFB9-46F5-82CD-7E0182291F28}" srcOrd="1" destOrd="0" parTransId="{0E426526-DA30-4DA3-ACE5-803E4C971318}" sibTransId="{8B4DF0F2-9690-4004-AE4E-70667F404134}"/>
    <dgm:cxn modelId="{65CB2163-AB81-48B3-83AC-7AEB2E2DBBC2}" type="presOf" srcId="{1B3303EF-5B23-4B56-8640-D930C109E441}" destId="{9E864801-3BAB-4ED0-B11B-3CA2E0572FBC}" srcOrd="1" destOrd="0" presId="urn:microsoft.com/office/officeart/2016/7/layout/BasicLinearProcessNumbered"/>
    <dgm:cxn modelId="{37712543-64B4-46E3-BC21-0E200EF9D910}" type="presOf" srcId="{5ECCF0A9-DB98-4388-AD78-0362755E5D82}" destId="{EBACCE28-DCA4-42C6-A245-5F916FBF1BCD}" srcOrd="0" destOrd="0" presId="urn:microsoft.com/office/officeart/2016/7/layout/BasicLinearProcessNumbered"/>
    <dgm:cxn modelId="{11533467-7928-45AE-9FB7-180DBA6B3518}" type="presOf" srcId="{66E0E4B3-AFB9-46F5-82CD-7E0182291F28}" destId="{D80DC7FD-7280-4A00-849A-6F5E9C85D8A6}" srcOrd="1" destOrd="0" presId="urn:microsoft.com/office/officeart/2016/7/layout/BasicLinearProcessNumbered"/>
    <dgm:cxn modelId="{B9DEEC6B-8F84-4106-B77B-6095C0F48B16}" type="presOf" srcId="{9D856EAD-78D2-47C6-AB7F-B89F24F22DE0}" destId="{311760C8-AD52-41E7-915C-771BF4CC1104}" srcOrd="0" destOrd="0" presId="urn:microsoft.com/office/officeart/2016/7/layout/BasicLinearProcessNumbered"/>
    <dgm:cxn modelId="{AE29D074-9113-466D-9A07-FD6E17D9C627}" type="presOf" srcId="{D80067C7-896A-4AFA-8065-C4072BA1629C}" destId="{40227CEE-C263-4F18-BF2E-17BD17C7918B}" srcOrd="0" destOrd="0" presId="urn:microsoft.com/office/officeart/2016/7/layout/BasicLinearProcessNumbered"/>
    <dgm:cxn modelId="{1F48F481-56A3-4D81-83DD-15E22A5A0798}" srcId="{0961E927-AC61-4034-9FEC-42DF7B83188A}" destId="{1B3303EF-5B23-4B56-8640-D930C109E441}" srcOrd="2" destOrd="0" parTransId="{9DA6E47F-F56B-47DA-BC1B-3344C14D23F0}" sibTransId="{0AF39EC2-02F2-495F-A7AD-D51E5BED482A}"/>
    <dgm:cxn modelId="{FFDF7486-4657-4FE0-919D-08C301033228}" srcId="{0961E927-AC61-4034-9FEC-42DF7B83188A}" destId="{9D856EAD-78D2-47C6-AB7F-B89F24F22DE0}" srcOrd="0" destOrd="0" parTransId="{CE1CE505-9110-4F68-9D04-98931B63909A}" sibTransId="{5ECCF0A9-DB98-4388-AD78-0362755E5D82}"/>
    <dgm:cxn modelId="{BCD5B188-4213-4B3D-87BB-E6EF8C603804}" type="presOf" srcId="{66E0E4B3-AFB9-46F5-82CD-7E0182291F28}" destId="{C8E4E1F9-BFDF-4AA0-88C5-A8EEDC8D8D3C}" srcOrd="0" destOrd="0" presId="urn:microsoft.com/office/officeart/2016/7/layout/BasicLinearProcessNumbered"/>
    <dgm:cxn modelId="{27701A98-CB90-4D90-966B-94CC561AED00}" type="presOf" srcId="{9D856EAD-78D2-47C6-AB7F-B89F24F22DE0}" destId="{7963D4A6-3462-48E5-9023-D4E06604E9FD}" srcOrd="1" destOrd="0" presId="urn:microsoft.com/office/officeart/2016/7/layout/BasicLinearProcessNumbered"/>
    <dgm:cxn modelId="{E4EDAAB2-ABAA-4306-A949-F96E2CAB0791}" srcId="{0961E927-AC61-4034-9FEC-42DF7B83188A}" destId="{D80067C7-896A-4AFA-8065-C4072BA1629C}" srcOrd="3" destOrd="0" parTransId="{E778643E-9C7D-4F0E-8669-C367D7FEB570}" sibTransId="{CF4CA296-9F9E-4C5D-A916-A4659DE0F972}"/>
    <dgm:cxn modelId="{2ACAA0D1-2D6F-4AE9-A7D0-504540E3918B}" type="presOf" srcId="{D80067C7-896A-4AFA-8065-C4072BA1629C}" destId="{98DE3100-E415-42D4-BEA8-83E1140EB64B}" srcOrd="1" destOrd="0" presId="urn:microsoft.com/office/officeart/2016/7/layout/BasicLinearProcessNumbered"/>
    <dgm:cxn modelId="{386C67D9-A906-4D4D-9C38-07CF750ABE27}" type="presOf" srcId="{CF4CA296-9F9E-4C5D-A916-A4659DE0F972}" destId="{B5842D9A-1073-40B8-A14A-ABE7485B9E82}" srcOrd="0" destOrd="0" presId="urn:microsoft.com/office/officeart/2016/7/layout/BasicLinearProcessNumbered"/>
    <dgm:cxn modelId="{A093DEE6-F81F-49E3-BF38-88211745D85C}" type="presOf" srcId="{0961E927-AC61-4034-9FEC-42DF7B83188A}" destId="{A8D41E2C-9187-4707-BFC8-A8BA0A2DB20F}" srcOrd="0" destOrd="0" presId="urn:microsoft.com/office/officeart/2016/7/layout/BasicLinearProcessNumbered"/>
    <dgm:cxn modelId="{70E560E8-35ED-4286-BA56-FD9E52DA85AF}" type="presOf" srcId="{8B4DF0F2-9690-4004-AE4E-70667F404134}" destId="{F9181B74-A310-4C61-901B-050132640BD5}" srcOrd="0" destOrd="0" presId="urn:microsoft.com/office/officeart/2016/7/layout/BasicLinearProcessNumbered"/>
    <dgm:cxn modelId="{F87A79EB-44BD-4F18-A074-2508D39A0D95}" type="presOf" srcId="{0AF39EC2-02F2-495F-A7AD-D51E5BED482A}" destId="{8CD9BF18-F7BD-45C2-9A53-02FF09943173}" srcOrd="0" destOrd="0" presId="urn:microsoft.com/office/officeart/2016/7/layout/BasicLinearProcessNumbered"/>
    <dgm:cxn modelId="{8CD45EFB-8DAF-4753-96F2-CCF3CEEC11B0}" type="presOf" srcId="{1B3303EF-5B23-4B56-8640-D930C109E441}" destId="{B58386F9-E142-4F34-A2C1-60186AD6636A}" srcOrd="0" destOrd="0" presId="urn:microsoft.com/office/officeart/2016/7/layout/BasicLinearProcessNumbered"/>
    <dgm:cxn modelId="{40141C39-716C-4FF1-8FDC-4ED86BE25356}" type="presParOf" srcId="{A8D41E2C-9187-4707-BFC8-A8BA0A2DB20F}" destId="{92215244-8175-4638-8BFA-9D98BEA2F79E}" srcOrd="0" destOrd="0" presId="urn:microsoft.com/office/officeart/2016/7/layout/BasicLinearProcessNumbered"/>
    <dgm:cxn modelId="{135A9D17-490B-474C-AF96-E9B1088A4572}" type="presParOf" srcId="{92215244-8175-4638-8BFA-9D98BEA2F79E}" destId="{311760C8-AD52-41E7-915C-771BF4CC1104}" srcOrd="0" destOrd="0" presId="urn:microsoft.com/office/officeart/2016/7/layout/BasicLinearProcessNumbered"/>
    <dgm:cxn modelId="{9DDEE145-02DD-45CD-9E80-0951E14EDF4C}" type="presParOf" srcId="{92215244-8175-4638-8BFA-9D98BEA2F79E}" destId="{EBACCE28-DCA4-42C6-A245-5F916FBF1BCD}" srcOrd="1" destOrd="0" presId="urn:microsoft.com/office/officeart/2016/7/layout/BasicLinearProcessNumbered"/>
    <dgm:cxn modelId="{E74A0F47-C995-4E96-A777-AA8037459EBE}" type="presParOf" srcId="{92215244-8175-4638-8BFA-9D98BEA2F79E}" destId="{FA4A426B-BFDA-4344-93C9-C87B3093E409}" srcOrd="2" destOrd="0" presId="urn:microsoft.com/office/officeart/2016/7/layout/BasicLinearProcessNumbered"/>
    <dgm:cxn modelId="{CBD6C85B-A7D5-4ACA-90B9-F5B97E83254E}" type="presParOf" srcId="{92215244-8175-4638-8BFA-9D98BEA2F79E}" destId="{7963D4A6-3462-48E5-9023-D4E06604E9FD}" srcOrd="3" destOrd="0" presId="urn:microsoft.com/office/officeart/2016/7/layout/BasicLinearProcessNumbered"/>
    <dgm:cxn modelId="{40891C9E-3771-4D09-9ECD-4970983BC8BF}" type="presParOf" srcId="{A8D41E2C-9187-4707-BFC8-A8BA0A2DB20F}" destId="{35DB86BA-BB97-4AD3-A0F5-CFABDCC68228}" srcOrd="1" destOrd="0" presId="urn:microsoft.com/office/officeart/2016/7/layout/BasicLinearProcessNumbered"/>
    <dgm:cxn modelId="{4FA7F093-B9DD-44B6-B222-C599C09A444C}" type="presParOf" srcId="{A8D41E2C-9187-4707-BFC8-A8BA0A2DB20F}" destId="{095E3FF4-7446-45BE-A8A6-52229DEEA72F}" srcOrd="2" destOrd="0" presId="urn:microsoft.com/office/officeart/2016/7/layout/BasicLinearProcessNumbered"/>
    <dgm:cxn modelId="{F711DD24-8CDF-4D21-B02E-89C4368F250D}" type="presParOf" srcId="{095E3FF4-7446-45BE-A8A6-52229DEEA72F}" destId="{C8E4E1F9-BFDF-4AA0-88C5-A8EEDC8D8D3C}" srcOrd="0" destOrd="0" presId="urn:microsoft.com/office/officeart/2016/7/layout/BasicLinearProcessNumbered"/>
    <dgm:cxn modelId="{CB9EE4F4-B787-4C5F-AE0A-E57F54326E61}" type="presParOf" srcId="{095E3FF4-7446-45BE-A8A6-52229DEEA72F}" destId="{F9181B74-A310-4C61-901B-050132640BD5}" srcOrd="1" destOrd="0" presId="urn:microsoft.com/office/officeart/2016/7/layout/BasicLinearProcessNumbered"/>
    <dgm:cxn modelId="{831ED7C6-6161-4E66-B400-883B42082C19}" type="presParOf" srcId="{095E3FF4-7446-45BE-A8A6-52229DEEA72F}" destId="{6F1A9DBB-6BC2-4ACA-B8D8-78D592A89528}" srcOrd="2" destOrd="0" presId="urn:microsoft.com/office/officeart/2016/7/layout/BasicLinearProcessNumbered"/>
    <dgm:cxn modelId="{B8E16313-D5EE-4DA2-A7EC-AEEAF976565B}" type="presParOf" srcId="{095E3FF4-7446-45BE-A8A6-52229DEEA72F}" destId="{D80DC7FD-7280-4A00-849A-6F5E9C85D8A6}" srcOrd="3" destOrd="0" presId="urn:microsoft.com/office/officeart/2016/7/layout/BasicLinearProcessNumbered"/>
    <dgm:cxn modelId="{F7F0E33D-57E9-415E-B069-DAFBA969CC0C}" type="presParOf" srcId="{A8D41E2C-9187-4707-BFC8-A8BA0A2DB20F}" destId="{08615EC0-EBD9-4B0B-ADFF-D37A0C6E6CB5}" srcOrd="3" destOrd="0" presId="urn:microsoft.com/office/officeart/2016/7/layout/BasicLinearProcessNumbered"/>
    <dgm:cxn modelId="{D1A1D9B5-0D3F-4B3E-B5C6-A99BAAB1A1AB}" type="presParOf" srcId="{A8D41E2C-9187-4707-BFC8-A8BA0A2DB20F}" destId="{5FC4E2EB-8AC9-426F-A2A9-7379E79B4614}" srcOrd="4" destOrd="0" presId="urn:microsoft.com/office/officeart/2016/7/layout/BasicLinearProcessNumbered"/>
    <dgm:cxn modelId="{5FFF758C-B047-44B8-8A71-93BCF29F3924}" type="presParOf" srcId="{5FC4E2EB-8AC9-426F-A2A9-7379E79B4614}" destId="{B58386F9-E142-4F34-A2C1-60186AD6636A}" srcOrd="0" destOrd="0" presId="urn:microsoft.com/office/officeart/2016/7/layout/BasicLinearProcessNumbered"/>
    <dgm:cxn modelId="{63AA80DC-FB3F-4163-820B-3D92740BE90A}" type="presParOf" srcId="{5FC4E2EB-8AC9-426F-A2A9-7379E79B4614}" destId="{8CD9BF18-F7BD-45C2-9A53-02FF09943173}" srcOrd="1" destOrd="0" presId="urn:microsoft.com/office/officeart/2016/7/layout/BasicLinearProcessNumbered"/>
    <dgm:cxn modelId="{04A67F45-0966-49D1-A9D7-3964EB865202}" type="presParOf" srcId="{5FC4E2EB-8AC9-426F-A2A9-7379E79B4614}" destId="{8535FCBB-289C-465B-A51E-F461CB218A27}" srcOrd="2" destOrd="0" presId="urn:microsoft.com/office/officeart/2016/7/layout/BasicLinearProcessNumbered"/>
    <dgm:cxn modelId="{F3C37402-A1F8-4598-A36E-16E9DD0174AE}" type="presParOf" srcId="{5FC4E2EB-8AC9-426F-A2A9-7379E79B4614}" destId="{9E864801-3BAB-4ED0-B11B-3CA2E0572FBC}" srcOrd="3" destOrd="0" presId="urn:microsoft.com/office/officeart/2016/7/layout/BasicLinearProcessNumbered"/>
    <dgm:cxn modelId="{45905AED-6315-4D09-B579-7997E9D8CB08}" type="presParOf" srcId="{A8D41E2C-9187-4707-BFC8-A8BA0A2DB20F}" destId="{628736B1-7166-4C1B-BABF-B455A07C4DFF}" srcOrd="5" destOrd="0" presId="urn:microsoft.com/office/officeart/2016/7/layout/BasicLinearProcessNumbered"/>
    <dgm:cxn modelId="{40CDA08E-2B63-4F83-9B7E-E8C240BB11A7}" type="presParOf" srcId="{A8D41E2C-9187-4707-BFC8-A8BA0A2DB20F}" destId="{0845A1C9-BA5B-486A-A47A-D5ED7E8CF887}" srcOrd="6" destOrd="0" presId="urn:microsoft.com/office/officeart/2016/7/layout/BasicLinearProcessNumbered"/>
    <dgm:cxn modelId="{CDBF7B84-417D-49D5-BBE2-F72DC7D963AE}" type="presParOf" srcId="{0845A1C9-BA5B-486A-A47A-D5ED7E8CF887}" destId="{40227CEE-C263-4F18-BF2E-17BD17C7918B}" srcOrd="0" destOrd="0" presId="urn:microsoft.com/office/officeart/2016/7/layout/BasicLinearProcessNumbered"/>
    <dgm:cxn modelId="{47249CC1-4F7F-45B4-8C96-ED31E14FC909}" type="presParOf" srcId="{0845A1C9-BA5B-486A-A47A-D5ED7E8CF887}" destId="{B5842D9A-1073-40B8-A14A-ABE7485B9E82}" srcOrd="1" destOrd="0" presId="urn:microsoft.com/office/officeart/2016/7/layout/BasicLinearProcessNumbered"/>
    <dgm:cxn modelId="{1F62653B-A3B1-4519-80AF-2552303042A8}" type="presParOf" srcId="{0845A1C9-BA5B-486A-A47A-D5ED7E8CF887}" destId="{CED43427-BC14-4B23-A0D6-DD6D421F727B}" srcOrd="2" destOrd="0" presId="urn:microsoft.com/office/officeart/2016/7/layout/BasicLinearProcessNumbered"/>
    <dgm:cxn modelId="{0EFDF359-9A63-43A2-9619-4A93B08CA27A}" type="presParOf" srcId="{0845A1C9-BA5B-486A-A47A-D5ED7E8CF887}" destId="{98DE3100-E415-42D4-BEA8-83E1140EB64B}"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961E927-AC61-4034-9FEC-42DF7B83188A}" type="doc">
      <dgm:prSet loTypeId="urn:microsoft.com/office/officeart/2016/7/layout/BasicLinearProcessNumbered" loCatId="process" qsTypeId="urn:microsoft.com/office/officeart/2005/8/quickstyle/3d9" qsCatId="3D" csTypeId="urn:microsoft.com/office/officeart/2005/8/colors/accent3_2" csCatId="accent3" phldr="1"/>
      <dgm:spPr/>
      <dgm:t>
        <a:bodyPr/>
        <a:lstStyle/>
        <a:p>
          <a:endParaRPr lang="en-US"/>
        </a:p>
      </dgm:t>
    </dgm:pt>
    <dgm:pt modelId="{9D856EAD-78D2-47C6-AB7F-B89F24F22DE0}">
      <dgm:prSet/>
      <dgm:spPr/>
      <dgm:t>
        <a:bodyPr/>
        <a:lstStyle/>
        <a:p>
          <a:r>
            <a:rPr lang="en-US" dirty="0"/>
            <a:t>In Canvas, return to the assignment page.</a:t>
          </a:r>
        </a:p>
      </dgm:t>
    </dgm:pt>
    <dgm:pt modelId="{CE1CE505-9110-4F68-9D04-98931B63909A}" type="parTrans" cxnId="{FFDF7486-4657-4FE0-919D-08C301033228}">
      <dgm:prSet/>
      <dgm:spPr/>
      <dgm:t>
        <a:bodyPr/>
        <a:lstStyle/>
        <a:p>
          <a:endParaRPr lang="en-US"/>
        </a:p>
      </dgm:t>
    </dgm:pt>
    <dgm:pt modelId="{5ECCF0A9-DB98-4388-AD78-0362755E5D82}" type="sibTrans" cxnId="{FFDF7486-4657-4FE0-919D-08C301033228}">
      <dgm:prSet phldrT="1" phldr="0"/>
      <dgm:spPr/>
      <dgm:t>
        <a:bodyPr/>
        <a:lstStyle/>
        <a:p>
          <a:r>
            <a:rPr lang="en-US"/>
            <a:t>1</a:t>
          </a:r>
        </a:p>
      </dgm:t>
    </dgm:pt>
    <dgm:pt modelId="{18035340-607E-4039-82FD-531AAF3813C6}">
      <dgm:prSet/>
      <dgm:spPr/>
      <dgm:t>
        <a:bodyPr/>
        <a:lstStyle/>
        <a:p>
          <a:r>
            <a:rPr lang="en-US" dirty="0"/>
            <a:t>Click </a:t>
          </a:r>
          <a:r>
            <a:rPr lang="en-US" b="1" dirty="0"/>
            <a:t>Load [</a:t>
          </a:r>
          <a:r>
            <a:rPr lang="en-US" b="1" dirty="0" err="1"/>
            <a:t>assignment_name</a:t>
          </a:r>
          <a:r>
            <a:rPr lang="en-US" b="1" dirty="0"/>
            <a:t>] in a new window</a:t>
          </a:r>
          <a:r>
            <a:rPr lang="en-US" dirty="0"/>
            <a:t>, which opens CodeGrade.</a:t>
          </a:r>
          <a:endParaRPr lang="en-NL" dirty="0"/>
        </a:p>
      </dgm:t>
    </dgm:pt>
    <dgm:pt modelId="{D629DB91-2196-4FF2-85A2-0CEED15079E6}" type="parTrans" cxnId="{A7C50E0D-3AA5-43D6-80FC-A92AC01375BA}">
      <dgm:prSet/>
      <dgm:spPr/>
      <dgm:t>
        <a:bodyPr/>
        <a:lstStyle/>
        <a:p>
          <a:endParaRPr lang="en-NL"/>
        </a:p>
      </dgm:t>
    </dgm:pt>
    <dgm:pt modelId="{91FD8BE0-1E6B-4255-935E-47E1B3283F2B}" type="sibTrans" cxnId="{A7C50E0D-3AA5-43D6-80FC-A92AC01375BA}">
      <dgm:prSet phldrT="2" phldr="0"/>
      <dgm:spPr/>
      <dgm:t>
        <a:bodyPr/>
        <a:lstStyle/>
        <a:p>
          <a:r>
            <a:rPr lang="en-NL"/>
            <a:t>2</a:t>
          </a:r>
        </a:p>
      </dgm:t>
    </dgm:pt>
    <dgm:pt modelId="{0EC8E763-3ECB-4A0F-BC36-DD4EBEFD618A}">
      <dgm:prSet/>
      <dgm:spPr/>
      <dgm:t>
        <a:bodyPr/>
        <a:lstStyle/>
        <a:p>
          <a:r>
            <a:rPr lang="en-US" dirty="0"/>
            <a:t>Create a submission and upload your .</a:t>
          </a:r>
          <a:r>
            <a:rPr lang="en-US" dirty="0" err="1"/>
            <a:t>ipynb</a:t>
          </a:r>
          <a:r>
            <a:rPr lang="en-US" dirty="0"/>
            <a:t> file.</a:t>
          </a:r>
          <a:endParaRPr lang="en-NL" dirty="0"/>
        </a:p>
      </dgm:t>
    </dgm:pt>
    <dgm:pt modelId="{DB1113A3-7A0E-4A9E-B07D-DF46B6FA3D7B}" type="parTrans" cxnId="{B75259C7-D5D0-4EC4-8A74-9B3AA5571044}">
      <dgm:prSet/>
      <dgm:spPr/>
      <dgm:t>
        <a:bodyPr/>
        <a:lstStyle/>
        <a:p>
          <a:endParaRPr lang="en-NL"/>
        </a:p>
      </dgm:t>
    </dgm:pt>
    <dgm:pt modelId="{E6F1B704-D89D-49CA-BDE2-7D057C7C0C15}" type="sibTrans" cxnId="{B75259C7-D5D0-4EC4-8A74-9B3AA5571044}">
      <dgm:prSet phldrT="3" phldr="0"/>
      <dgm:spPr/>
      <dgm:t>
        <a:bodyPr/>
        <a:lstStyle/>
        <a:p>
          <a:r>
            <a:rPr lang="en-NL"/>
            <a:t>3</a:t>
          </a:r>
        </a:p>
      </dgm:t>
    </dgm:pt>
    <dgm:pt modelId="{F498C224-FAB4-4818-A782-E1400B19CF46}">
      <dgm:prSet/>
      <dgm:spPr/>
      <dgm:t>
        <a:bodyPr/>
        <a:lstStyle/>
        <a:p>
          <a:r>
            <a:rPr lang="en-US" dirty="0"/>
            <a:t>Check your status and score in CodeGrade.</a:t>
          </a:r>
          <a:endParaRPr lang="en-NL" dirty="0"/>
        </a:p>
      </dgm:t>
    </dgm:pt>
    <dgm:pt modelId="{B737762D-56A4-4C06-B379-DEC51065D285}" type="parTrans" cxnId="{673BE808-B449-48CD-BB90-066C67514ADF}">
      <dgm:prSet/>
      <dgm:spPr/>
      <dgm:t>
        <a:bodyPr/>
        <a:lstStyle/>
        <a:p>
          <a:endParaRPr lang="en-NL"/>
        </a:p>
      </dgm:t>
    </dgm:pt>
    <dgm:pt modelId="{043A9C92-649B-4CB2-B758-850445F558F6}" type="sibTrans" cxnId="{673BE808-B449-48CD-BB90-066C67514ADF}">
      <dgm:prSet phldrT="4" phldr="0"/>
      <dgm:spPr/>
      <dgm:t>
        <a:bodyPr/>
        <a:lstStyle/>
        <a:p>
          <a:r>
            <a:rPr lang="en-NL"/>
            <a:t>4</a:t>
          </a:r>
        </a:p>
      </dgm:t>
    </dgm:pt>
    <dgm:pt modelId="{A8D41E2C-9187-4707-BFC8-A8BA0A2DB20F}" type="pres">
      <dgm:prSet presAssocID="{0961E927-AC61-4034-9FEC-42DF7B83188A}" presName="Name0" presStyleCnt="0">
        <dgm:presLayoutVars>
          <dgm:animLvl val="lvl"/>
          <dgm:resizeHandles val="exact"/>
        </dgm:presLayoutVars>
      </dgm:prSet>
      <dgm:spPr/>
    </dgm:pt>
    <dgm:pt modelId="{92215244-8175-4638-8BFA-9D98BEA2F79E}" type="pres">
      <dgm:prSet presAssocID="{9D856EAD-78D2-47C6-AB7F-B89F24F22DE0}" presName="compositeNode" presStyleCnt="0">
        <dgm:presLayoutVars>
          <dgm:bulletEnabled val="1"/>
        </dgm:presLayoutVars>
      </dgm:prSet>
      <dgm:spPr/>
    </dgm:pt>
    <dgm:pt modelId="{311760C8-AD52-41E7-915C-771BF4CC1104}" type="pres">
      <dgm:prSet presAssocID="{9D856EAD-78D2-47C6-AB7F-B89F24F22DE0}" presName="bgRect" presStyleLbl="bgAccFollowNode1" presStyleIdx="0" presStyleCnt="4"/>
      <dgm:spPr/>
    </dgm:pt>
    <dgm:pt modelId="{EBACCE28-DCA4-42C6-A245-5F916FBF1BCD}" type="pres">
      <dgm:prSet presAssocID="{5ECCF0A9-DB98-4388-AD78-0362755E5D82}" presName="sibTransNodeCircle" presStyleLbl="alignNode1" presStyleIdx="0" presStyleCnt="8">
        <dgm:presLayoutVars>
          <dgm:chMax val="0"/>
          <dgm:bulletEnabled/>
        </dgm:presLayoutVars>
      </dgm:prSet>
      <dgm:spPr/>
    </dgm:pt>
    <dgm:pt modelId="{FA4A426B-BFDA-4344-93C9-C87B3093E409}" type="pres">
      <dgm:prSet presAssocID="{9D856EAD-78D2-47C6-AB7F-B89F24F22DE0}" presName="bottomLine" presStyleLbl="alignNode1" presStyleIdx="1" presStyleCnt="8">
        <dgm:presLayoutVars/>
      </dgm:prSet>
      <dgm:spPr/>
    </dgm:pt>
    <dgm:pt modelId="{7963D4A6-3462-48E5-9023-D4E06604E9FD}" type="pres">
      <dgm:prSet presAssocID="{9D856EAD-78D2-47C6-AB7F-B89F24F22DE0}" presName="nodeText" presStyleLbl="bgAccFollowNode1" presStyleIdx="0" presStyleCnt="4">
        <dgm:presLayoutVars>
          <dgm:bulletEnabled val="1"/>
        </dgm:presLayoutVars>
      </dgm:prSet>
      <dgm:spPr/>
    </dgm:pt>
    <dgm:pt modelId="{35DB86BA-BB97-4AD3-A0F5-CFABDCC68228}" type="pres">
      <dgm:prSet presAssocID="{5ECCF0A9-DB98-4388-AD78-0362755E5D82}" presName="sibTrans" presStyleCnt="0"/>
      <dgm:spPr/>
    </dgm:pt>
    <dgm:pt modelId="{99EBFFD4-BB5E-4B36-A755-4CFF701DDCB1}" type="pres">
      <dgm:prSet presAssocID="{18035340-607E-4039-82FD-531AAF3813C6}" presName="compositeNode" presStyleCnt="0">
        <dgm:presLayoutVars>
          <dgm:bulletEnabled val="1"/>
        </dgm:presLayoutVars>
      </dgm:prSet>
      <dgm:spPr/>
    </dgm:pt>
    <dgm:pt modelId="{ABD9B9CD-6ECF-42F7-8CF5-00D15725324F}" type="pres">
      <dgm:prSet presAssocID="{18035340-607E-4039-82FD-531AAF3813C6}" presName="bgRect" presStyleLbl="bgAccFollowNode1" presStyleIdx="1" presStyleCnt="4"/>
      <dgm:spPr/>
    </dgm:pt>
    <dgm:pt modelId="{EE168236-5FAC-497E-A87D-BBB0A402E390}" type="pres">
      <dgm:prSet presAssocID="{91FD8BE0-1E6B-4255-935E-47E1B3283F2B}" presName="sibTransNodeCircle" presStyleLbl="alignNode1" presStyleIdx="2" presStyleCnt="8">
        <dgm:presLayoutVars>
          <dgm:chMax val="0"/>
          <dgm:bulletEnabled/>
        </dgm:presLayoutVars>
      </dgm:prSet>
      <dgm:spPr/>
    </dgm:pt>
    <dgm:pt modelId="{BC84CB3A-CD55-4F3B-895F-33400E6239A6}" type="pres">
      <dgm:prSet presAssocID="{18035340-607E-4039-82FD-531AAF3813C6}" presName="bottomLine" presStyleLbl="alignNode1" presStyleIdx="3" presStyleCnt="8">
        <dgm:presLayoutVars/>
      </dgm:prSet>
      <dgm:spPr/>
    </dgm:pt>
    <dgm:pt modelId="{77EFDA5B-F3A9-4FF8-B90D-0798EDF471BA}" type="pres">
      <dgm:prSet presAssocID="{18035340-607E-4039-82FD-531AAF3813C6}" presName="nodeText" presStyleLbl="bgAccFollowNode1" presStyleIdx="1" presStyleCnt="4">
        <dgm:presLayoutVars>
          <dgm:bulletEnabled val="1"/>
        </dgm:presLayoutVars>
      </dgm:prSet>
      <dgm:spPr/>
    </dgm:pt>
    <dgm:pt modelId="{4FF60D9B-6F43-4A2A-BB46-495F0934903A}" type="pres">
      <dgm:prSet presAssocID="{91FD8BE0-1E6B-4255-935E-47E1B3283F2B}" presName="sibTrans" presStyleCnt="0"/>
      <dgm:spPr/>
    </dgm:pt>
    <dgm:pt modelId="{C08E02FB-00A4-41E5-8B88-529E9E802B11}" type="pres">
      <dgm:prSet presAssocID="{0EC8E763-3ECB-4A0F-BC36-DD4EBEFD618A}" presName="compositeNode" presStyleCnt="0">
        <dgm:presLayoutVars>
          <dgm:bulletEnabled val="1"/>
        </dgm:presLayoutVars>
      </dgm:prSet>
      <dgm:spPr/>
    </dgm:pt>
    <dgm:pt modelId="{759CF38F-DAFF-4958-AAEF-CE19066FD1F2}" type="pres">
      <dgm:prSet presAssocID="{0EC8E763-3ECB-4A0F-BC36-DD4EBEFD618A}" presName="bgRect" presStyleLbl="bgAccFollowNode1" presStyleIdx="2" presStyleCnt="4"/>
      <dgm:spPr/>
    </dgm:pt>
    <dgm:pt modelId="{8D2CEDC6-8473-4F74-98F0-8977DAA4FDED}" type="pres">
      <dgm:prSet presAssocID="{E6F1B704-D89D-49CA-BDE2-7D057C7C0C15}" presName="sibTransNodeCircle" presStyleLbl="alignNode1" presStyleIdx="4" presStyleCnt="8">
        <dgm:presLayoutVars>
          <dgm:chMax val="0"/>
          <dgm:bulletEnabled/>
        </dgm:presLayoutVars>
      </dgm:prSet>
      <dgm:spPr/>
    </dgm:pt>
    <dgm:pt modelId="{74B220C7-31BE-4931-8461-815DB2FDFE2C}" type="pres">
      <dgm:prSet presAssocID="{0EC8E763-3ECB-4A0F-BC36-DD4EBEFD618A}" presName="bottomLine" presStyleLbl="alignNode1" presStyleIdx="5" presStyleCnt="8">
        <dgm:presLayoutVars/>
      </dgm:prSet>
      <dgm:spPr/>
    </dgm:pt>
    <dgm:pt modelId="{DCB2C1A9-88A0-4C1F-930F-44A122BB6E5C}" type="pres">
      <dgm:prSet presAssocID="{0EC8E763-3ECB-4A0F-BC36-DD4EBEFD618A}" presName="nodeText" presStyleLbl="bgAccFollowNode1" presStyleIdx="2" presStyleCnt="4">
        <dgm:presLayoutVars>
          <dgm:bulletEnabled val="1"/>
        </dgm:presLayoutVars>
      </dgm:prSet>
      <dgm:spPr/>
    </dgm:pt>
    <dgm:pt modelId="{72B74490-4C11-40E3-B23F-F3FCDB271720}" type="pres">
      <dgm:prSet presAssocID="{E6F1B704-D89D-49CA-BDE2-7D057C7C0C15}" presName="sibTrans" presStyleCnt="0"/>
      <dgm:spPr/>
    </dgm:pt>
    <dgm:pt modelId="{F6EF2DA9-7D42-4510-BC89-E0716E96F34B}" type="pres">
      <dgm:prSet presAssocID="{F498C224-FAB4-4818-A782-E1400B19CF46}" presName="compositeNode" presStyleCnt="0">
        <dgm:presLayoutVars>
          <dgm:bulletEnabled val="1"/>
        </dgm:presLayoutVars>
      </dgm:prSet>
      <dgm:spPr/>
    </dgm:pt>
    <dgm:pt modelId="{FE23735B-B5E3-441B-8DF5-4A059FD59DEC}" type="pres">
      <dgm:prSet presAssocID="{F498C224-FAB4-4818-A782-E1400B19CF46}" presName="bgRect" presStyleLbl="bgAccFollowNode1" presStyleIdx="3" presStyleCnt="4"/>
      <dgm:spPr/>
    </dgm:pt>
    <dgm:pt modelId="{99493185-9A05-43B2-98AF-4024B421BCA9}" type="pres">
      <dgm:prSet presAssocID="{043A9C92-649B-4CB2-B758-850445F558F6}" presName="sibTransNodeCircle" presStyleLbl="alignNode1" presStyleIdx="6" presStyleCnt="8">
        <dgm:presLayoutVars>
          <dgm:chMax val="0"/>
          <dgm:bulletEnabled/>
        </dgm:presLayoutVars>
      </dgm:prSet>
      <dgm:spPr/>
    </dgm:pt>
    <dgm:pt modelId="{718BC16B-A84E-4B64-8634-985503DCBB1E}" type="pres">
      <dgm:prSet presAssocID="{F498C224-FAB4-4818-A782-E1400B19CF46}" presName="bottomLine" presStyleLbl="alignNode1" presStyleIdx="7" presStyleCnt="8">
        <dgm:presLayoutVars/>
      </dgm:prSet>
      <dgm:spPr/>
    </dgm:pt>
    <dgm:pt modelId="{99C2845E-6BD8-43B6-A3A3-CA1054DAF9FE}" type="pres">
      <dgm:prSet presAssocID="{F498C224-FAB4-4818-A782-E1400B19CF46}" presName="nodeText" presStyleLbl="bgAccFollowNode1" presStyleIdx="3" presStyleCnt="4">
        <dgm:presLayoutVars>
          <dgm:bulletEnabled val="1"/>
        </dgm:presLayoutVars>
      </dgm:prSet>
      <dgm:spPr/>
    </dgm:pt>
  </dgm:ptLst>
  <dgm:cxnLst>
    <dgm:cxn modelId="{673BE808-B449-48CD-BB90-066C67514ADF}" srcId="{0961E927-AC61-4034-9FEC-42DF7B83188A}" destId="{F498C224-FAB4-4818-A782-E1400B19CF46}" srcOrd="3" destOrd="0" parTransId="{B737762D-56A4-4C06-B379-DEC51065D285}" sibTransId="{043A9C92-649B-4CB2-B758-850445F558F6}"/>
    <dgm:cxn modelId="{A7C50E0D-3AA5-43D6-80FC-A92AC01375BA}" srcId="{0961E927-AC61-4034-9FEC-42DF7B83188A}" destId="{18035340-607E-4039-82FD-531AAF3813C6}" srcOrd="1" destOrd="0" parTransId="{D629DB91-2196-4FF2-85A2-0CEED15079E6}" sibTransId="{91FD8BE0-1E6B-4255-935E-47E1B3283F2B}"/>
    <dgm:cxn modelId="{A1A3BC0E-7807-4B44-B739-4517AC4565A7}" type="presOf" srcId="{91FD8BE0-1E6B-4255-935E-47E1B3283F2B}" destId="{EE168236-5FAC-497E-A87D-BBB0A402E390}" srcOrd="0" destOrd="0" presId="urn:microsoft.com/office/officeart/2016/7/layout/BasicLinearProcessNumbered"/>
    <dgm:cxn modelId="{37712543-64B4-46E3-BC21-0E200EF9D910}" type="presOf" srcId="{5ECCF0A9-DB98-4388-AD78-0362755E5D82}" destId="{EBACCE28-DCA4-42C6-A245-5F916FBF1BCD}" srcOrd="0" destOrd="0" presId="urn:microsoft.com/office/officeart/2016/7/layout/BasicLinearProcessNumbered"/>
    <dgm:cxn modelId="{B9DEEC6B-8F84-4106-B77B-6095C0F48B16}" type="presOf" srcId="{9D856EAD-78D2-47C6-AB7F-B89F24F22DE0}" destId="{311760C8-AD52-41E7-915C-771BF4CC1104}" srcOrd="0" destOrd="0" presId="urn:microsoft.com/office/officeart/2016/7/layout/BasicLinearProcessNumbered"/>
    <dgm:cxn modelId="{B5468B74-D508-4774-B091-5D1D203CEB92}" type="presOf" srcId="{0EC8E763-3ECB-4A0F-BC36-DD4EBEFD618A}" destId="{DCB2C1A9-88A0-4C1F-930F-44A122BB6E5C}" srcOrd="1" destOrd="0" presId="urn:microsoft.com/office/officeart/2016/7/layout/BasicLinearProcessNumbered"/>
    <dgm:cxn modelId="{ECA89C5A-CAB3-4CBC-8E22-6D9BD1D0766C}" type="presOf" srcId="{E6F1B704-D89D-49CA-BDE2-7D057C7C0C15}" destId="{8D2CEDC6-8473-4F74-98F0-8977DAA4FDED}" srcOrd="0" destOrd="0" presId="urn:microsoft.com/office/officeart/2016/7/layout/BasicLinearProcessNumbered"/>
    <dgm:cxn modelId="{FFDF7486-4657-4FE0-919D-08C301033228}" srcId="{0961E927-AC61-4034-9FEC-42DF7B83188A}" destId="{9D856EAD-78D2-47C6-AB7F-B89F24F22DE0}" srcOrd="0" destOrd="0" parTransId="{CE1CE505-9110-4F68-9D04-98931B63909A}" sibTransId="{5ECCF0A9-DB98-4388-AD78-0362755E5D82}"/>
    <dgm:cxn modelId="{5627428A-7077-43D4-B7F2-FB3BE2700A43}" type="presOf" srcId="{043A9C92-649B-4CB2-B758-850445F558F6}" destId="{99493185-9A05-43B2-98AF-4024B421BCA9}" srcOrd="0" destOrd="0" presId="urn:microsoft.com/office/officeart/2016/7/layout/BasicLinearProcessNumbered"/>
    <dgm:cxn modelId="{27701A98-CB90-4D90-966B-94CC561AED00}" type="presOf" srcId="{9D856EAD-78D2-47C6-AB7F-B89F24F22DE0}" destId="{7963D4A6-3462-48E5-9023-D4E06604E9FD}" srcOrd="1" destOrd="0" presId="urn:microsoft.com/office/officeart/2016/7/layout/BasicLinearProcessNumbered"/>
    <dgm:cxn modelId="{D2220EA8-751E-4A6A-ACE6-A58595DD5ECA}" type="presOf" srcId="{18035340-607E-4039-82FD-531AAF3813C6}" destId="{77EFDA5B-F3A9-4FF8-B90D-0798EDF471BA}" srcOrd="1" destOrd="0" presId="urn:microsoft.com/office/officeart/2016/7/layout/BasicLinearProcessNumbered"/>
    <dgm:cxn modelId="{83112BC4-3FF2-4003-AE73-09819E9674AC}" type="presOf" srcId="{F498C224-FAB4-4818-A782-E1400B19CF46}" destId="{99C2845E-6BD8-43B6-A3A3-CA1054DAF9FE}" srcOrd="1" destOrd="0" presId="urn:microsoft.com/office/officeart/2016/7/layout/BasicLinearProcessNumbered"/>
    <dgm:cxn modelId="{B75259C7-D5D0-4EC4-8A74-9B3AA5571044}" srcId="{0961E927-AC61-4034-9FEC-42DF7B83188A}" destId="{0EC8E763-3ECB-4A0F-BC36-DD4EBEFD618A}" srcOrd="2" destOrd="0" parTransId="{DB1113A3-7A0E-4A9E-B07D-DF46B6FA3D7B}" sibTransId="{E6F1B704-D89D-49CA-BDE2-7D057C7C0C15}"/>
    <dgm:cxn modelId="{0EAC6CE6-0D7C-4234-9C27-7AD140A027AB}" type="presOf" srcId="{F498C224-FAB4-4818-A782-E1400B19CF46}" destId="{FE23735B-B5E3-441B-8DF5-4A059FD59DEC}" srcOrd="0" destOrd="0" presId="urn:microsoft.com/office/officeart/2016/7/layout/BasicLinearProcessNumbered"/>
    <dgm:cxn modelId="{A093DEE6-F81F-49E3-BF38-88211745D85C}" type="presOf" srcId="{0961E927-AC61-4034-9FEC-42DF7B83188A}" destId="{A8D41E2C-9187-4707-BFC8-A8BA0A2DB20F}" srcOrd="0" destOrd="0" presId="urn:microsoft.com/office/officeart/2016/7/layout/BasicLinearProcessNumbered"/>
    <dgm:cxn modelId="{7F5FC9EC-85A0-43AF-8503-939AAFE3E40F}" type="presOf" srcId="{0EC8E763-3ECB-4A0F-BC36-DD4EBEFD618A}" destId="{759CF38F-DAFF-4958-AAEF-CE19066FD1F2}" srcOrd="0" destOrd="0" presId="urn:microsoft.com/office/officeart/2016/7/layout/BasicLinearProcessNumbered"/>
    <dgm:cxn modelId="{6A2079F3-0F9D-4FD6-9A39-B88484B9B43F}" type="presOf" srcId="{18035340-607E-4039-82FD-531AAF3813C6}" destId="{ABD9B9CD-6ECF-42F7-8CF5-00D15725324F}" srcOrd="0" destOrd="0" presId="urn:microsoft.com/office/officeart/2016/7/layout/BasicLinearProcessNumbered"/>
    <dgm:cxn modelId="{40141C39-716C-4FF1-8FDC-4ED86BE25356}" type="presParOf" srcId="{A8D41E2C-9187-4707-BFC8-A8BA0A2DB20F}" destId="{92215244-8175-4638-8BFA-9D98BEA2F79E}" srcOrd="0" destOrd="0" presId="urn:microsoft.com/office/officeart/2016/7/layout/BasicLinearProcessNumbered"/>
    <dgm:cxn modelId="{135A9D17-490B-474C-AF96-E9B1088A4572}" type="presParOf" srcId="{92215244-8175-4638-8BFA-9D98BEA2F79E}" destId="{311760C8-AD52-41E7-915C-771BF4CC1104}" srcOrd="0" destOrd="0" presId="urn:microsoft.com/office/officeart/2016/7/layout/BasicLinearProcessNumbered"/>
    <dgm:cxn modelId="{9DDEE145-02DD-45CD-9E80-0951E14EDF4C}" type="presParOf" srcId="{92215244-8175-4638-8BFA-9D98BEA2F79E}" destId="{EBACCE28-DCA4-42C6-A245-5F916FBF1BCD}" srcOrd="1" destOrd="0" presId="urn:microsoft.com/office/officeart/2016/7/layout/BasicLinearProcessNumbered"/>
    <dgm:cxn modelId="{E74A0F47-C995-4E96-A777-AA8037459EBE}" type="presParOf" srcId="{92215244-8175-4638-8BFA-9D98BEA2F79E}" destId="{FA4A426B-BFDA-4344-93C9-C87B3093E409}" srcOrd="2" destOrd="0" presId="urn:microsoft.com/office/officeart/2016/7/layout/BasicLinearProcessNumbered"/>
    <dgm:cxn modelId="{CBD6C85B-A7D5-4ACA-90B9-F5B97E83254E}" type="presParOf" srcId="{92215244-8175-4638-8BFA-9D98BEA2F79E}" destId="{7963D4A6-3462-48E5-9023-D4E06604E9FD}" srcOrd="3" destOrd="0" presId="urn:microsoft.com/office/officeart/2016/7/layout/BasicLinearProcessNumbered"/>
    <dgm:cxn modelId="{40891C9E-3771-4D09-9ECD-4970983BC8BF}" type="presParOf" srcId="{A8D41E2C-9187-4707-BFC8-A8BA0A2DB20F}" destId="{35DB86BA-BB97-4AD3-A0F5-CFABDCC68228}" srcOrd="1" destOrd="0" presId="urn:microsoft.com/office/officeart/2016/7/layout/BasicLinearProcessNumbered"/>
    <dgm:cxn modelId="{01E9FDC7-7287-4B12-BEF7-E82EC7EEB998}" type="presParOf" srcId="{A8D41E2C-9187-4707-BFC8-A8BA0A2DB20F}" destId="{99EBFFD4-BB5E-4B36-A755-4CFF701DDCB1}" srcOrd="2" destOrd="0" presId="urn:microsoft.com/office/officeart/2016/7/layout/BasicLinearProcessNumbered"/>
    <dgm:cxn modelId="{ADBF7B63-3BEF-408F-AA9D-2E8576E24DA9}" type="presParOf" srcId="{99EBFFD4-BB5E-4B36-A755-4CFF701DDCB1}" destId="{ABD9B9CD-6ECF-42F7-8CF5-00D15725324F}" srcOrd="0" destOrd="0" presId="urn:microsoft.com/office/officeart/2016/7/layout/BasicLinearProcessNumbered"/>
    <dgm:cxn modelId="{B0C2BB34-E5E8-46FB-976F-8BFE56D8D43D}" type="presParOf" srcId="{99EBFFD4-BB5E-4B36-A755-4CFF701DDCB1}" destId="{EE168236-5FAC-497E-A87D-BBB0A402E390}" srcOrd="1" destOrd="0" presId="urn:microsoft.com/office/officeart/2016/7/layout/BasicLinearProcessNumbered"/>
    <dgm:cxn modelId="{A9FC4398-457C-4EC3-9F13-E506BC0050D3}" type="presParOf" srcId="{99EBFFD4-BB5E-4B36-A755-4CFF701DDCB1}" destId="{BC84CB3A-CD55-4F3B-895F-33400E6239A6}" srcOrd="2" destOrd="0" presId="urn:microsoft.com/office/officeart/2016/7/layout/BasicLinearProcessNumbered"/>
    <dgm:cxn modelId="{540C0AA8-B472-4F4B-8873-2F9EBE2B5751}" type="presParOf" srcId="{99EBFFD4-BB5E-4B36-A755-4CFF701DDCB1}" destId="{77EFDA5B-F3A9-4FF8-B90D-0798EDF471BA}" srcOrd="3" destOrd="0" presId="urn:microsoft.com/office/officeart/2016/7/layout/BasicLinearProcessNumbered"/>
    <dgm:cxn modelId="{B1564627-57F2-41A4-93CE-B1A604B2E4F2}" type="presParOf" srcId="{A8D41E2C-9187-4707-BFC8-A8BA0A2DB20F}" destId="{4FF60D9B-6F43-4A2A-BB46-495F0934903A}" srcOrd="3" destOrd="0" presId="urn:microsoft.com/office/officeart/2016/7/layout/BasicLinearProcessNumbered"/>
    <dgm:cxn modelId="{B9FFBCDA-C7C1-4055-9EF6-4A7B99AE23FE}" type="presParOf" srcId="{A8D41E2C-9187-4707-BFC8-A8BA0A2DB20F}" destId="{C08E02FB-00A4-41E5-8B88-529E9E802B11}" srcOrd="4" destOrd="0" presId="urn:microsoft.com/office/officeart/2016/7/layout/BasicLinearProcessNumbered"/>
    <dgm:cxn modelId="{03F5B595-D804-45DF-B3C2-53F7FF617CEC}" type="presParOf" srcId="{C08E02FB-00A4-41E5-8B88-529E9E802B11}" destId="{759CF38F-DAFF-4958-AAEF-CE19066FD1F2}" srcOrd="0" destOrd="0" presId="urn:microsoft.com/office/officeart/2016/7/layout/BasicLinearProcessNumbered"/>
    <dgm:cxn modelId="{C00A890C-1786-406A-AA1B-C7C1939268B9}" type="presParOf" srcId="{C08E02FB-00A4-41E5-8B88-529E9E802B11}" destId="{8D2CEDC6-8473-4F74-98F0-8977DAA4FDED}" srcOrd="1" destOrd="0" presId="urn:microsoft.com/office/officeart/2016/7/layout/BasicLinearProcessNumbered"/>
    <dgm:cxn modelId="{026FC47F-DB9D-4971-8332-9813C4FFBBE6}" type="presParOf" srcId="{C08E02FB-00A4-41E5-8B88-529E9E802B11}" destId="{74B220C7-31BE-4931-8461-815DB2FDFE2C}" srcOrd="2" destOrd="0" presId="urn:microsoft.com/office/officeart/2016/7/layout/BasicLinearProcessNumbered"/>
    <dgm:cxn modelId="{69544228-E423-41A1-AA9D-B9237A6F58CB}" type="presParOf" srcId="{C08E02FB-00A4-41E5-8B88-529E9E802B11}" destId="{DCB2C1A9-88A0-4C1F-930F-44A122BB6E5C}" srcOrd="3" destOrd="0" presId="urn:microsoft.com/office/officeart/2016/7/layout/BasicLinearProcessNumbered"/>
    <dgm:cxn modelId="{B70EA83B-D340-4E34-97E1-7071E5560492}" type="presParOf" srcId="{A8D41E2C-9187-4707-BFC8-A8BA0A2DB20F}" destId="{72B74490-4C11-40E3-B23F-F3FCDB271720}" srcOrd="5" destOrd="0" presId="urn:microsoft.com/office/officeart/2016/7/layout/BasicLinearProcessNumbered"/>
    <dgm:cxn modelId="{1C6E5443-357A-4D0A-AEAF-9C8AD59F1DF5}" type="presParOf" srcId="{A8D41E2C-9187-4707-BFC8-A8BA0A2DB20F}" destId="{F6EF2DA9-7D42-4510-BC89-E0716E96F34B}" srcOrd="6" destOrd="0" presId="urn:microsoft.com/office/officeart/2016/7/layout/BasicLinearProcessNumbered"/>
    <dgm:cxn modelId="{6744D797-EED5-4A2D-99F3-E8AB578D67F6}" type="presParOf" srcId="{F6EF2DA9-7D42-4510-BC89-E0716E96F34B}" destId="{FE23735B-B5E3-441B-8DF5-4A059FD59DEC}" srcOrd="0" destOrd="0" presId="urn:microsoft.com/office/officeart/2016/7/layout/BasicLinearProcessNumbered"/>
    <dgm:cxn modelId="{3DE9B070-1C8F-4779-918C-F1DEBD07E7ED}" type="presParOf" srcId="{F6EF2DA9-7D42-4510-BC89-E0716E96F34B}" destId="{99493185-9A05-43B2-98AF-4024B421BCA9}" srcOrd="1" destOrd="0" presId="urn:microsoft.com/office/officeart/2016/7/layout/BasicLinearProcessNumbered"/>
    <dgm:cxn modelId="{3D31366C-2F36-4DD6-A67D-B9CE426464C5}" type="presParOf" srcId="{F6EF2DA9-7D42-4510-BC89-E0716E96F34B}" destId="{718BC16B-A84E-4B64-8634-985503DCBB1E}" srcOrd="2" destOrd="0" presId="urn:microsoft.com/office/officeart/2016/7/layout/BasicLinearProcessNumbered"/>
    <dgm:cxn modelId="{E96F2F9F-B66F-4B50-8D8B-30F8D8E8E772}" type="presParOf" srcId="{F6EF2DA9-7D42-4510-BC89-E0716E96F34B}" destId="{99C2845E-6BD8-43B6-A3A3-CA1054DAF9FE}"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73CB961-F6AC-4872-B7F4-4A639642C834}"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5F491425-E2E2-4F31-9D5E-8E5824F25C98}">
      <dgm:prSet/>
      <dgm:spPr/>
      <dgm:t>
        <a:bodyPr/>
        <a:lstStyle/>
        <a:p>
          <a:r>
            <a:rPr lang="en-US"/>
            <a:t>You may resubmit as many times as you like before the deadline—use this as free feedback!</a:t>
          </a:r>
        </a:p>
      </dgm:t>
    </dgm:pt>
    <dgm:pt modelId="{F1B04956-564B-48B3-882C-588262CAB7CB}" type="parTrans" cxnId="{0139FB91-FD34-4F15-8513-4E6DD44FFD50}">
      <dgm:prSet/>
      <dgm:spPr/>
      <dgm:t>
        <a:bodyPr/>
        <a:lstStyle/>
        <a:p>
          <a:endParaRPr lang="en-US"/>
        </a:p>
      </dgm:t>
    </dgm:pt>
    <dgm:pt modelId="{B72704BD-680B-4902-80C0-F3AE635E941A}" type="sibTrans" cxnId="{0139FB91-FD34-4F15-8513-4E6DD44FFD50}">
      <dgm:prSet/>
      <dgm:spPr/>
      <dgm:t>
        <a:bodyPr/>
        <a:lstStyle/>
        <a:p>
          <a:endParaRPr lang="en-US"/>
        </a:p>
      </dgm:t>
    </dgm:pt>
    <dgm:pt modelId="{2C44ECDA-09DE-4052-9F7C-2A43CD85ABEE}" type="pres">
      <dgm:prSet presAssocID="{473CB961-F6AC-4872-B7F4-4A639642C834}" presName="root" presStyleCnt="0">
        <dgm:presLayoutVars>
          <dgm:dir/>
          <dgm:resizeHandles val="exact"/>
        </dgm:presLayoutVars>
      </dgm:prSet>
      <dgm:spPr/>
    </dgm:pt>
    <dgm:pt modelId="{A90C3D01-EAD7-427B-8AB6-72ECF6B64838}" type="pres">
      <dgm:prSet presAssocID="{5F491425-E2E2-4F31-9D5E-8E5824F25C98}" presName="compNode" presStyleCnt="0"/>
      <dgm:spPr/>
    </dgm:pt>
    <dgm:pt modelId="{5723F293-30D2-4453-9576-0887465713E4}" type="pres">
      <dgm:prSet presAssocID="{5F491425-E2E2-4F31-9D5E-8E5824F25C98}" presName="bgRect" presStyleLbl="bgShp" presStyleIdx="0" presStyleCnt="1"/>
      <dgm:spPr/>
    </dgm:pt>
    <dgm:pt modelId="{FC48A8C7-B07A-4637-8633-388AA7DAD37F}" type="pres">
      <dgm:prSet presAssocID="{5F491425-E2E2-4F31-9D5E-8E5824F25C98}" presName="iconRect" presStyleLbl="node1" presStyleIdx="0" presStyleCnt="1"/>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assroom"/>
        </a:ext>
      </dgm:extLst>
    </dgm:pt>
    <dgm:pt modelId="{7039829A-02D6-4DAD-ADB9-278C16F457F5}" type="pres">
      <dgm:prSet presAssocID="{5F491425-E2E2-4F31-9D5E-8E5824F25C98}" presName="spaceRect" presStyleCnt="0"/>
      <dgm:spPr/>
    </dgm:pt>
    <dgm:pt modelId="{49FACB6E-4F4F-4013-B155-ED5177199181}" type="pres">
      <dgm:prSet presAssocID="{5F491425-E2E2-4F31-9D5E-8E5824F25C98}" presName="parTx" presStyleLbl="revTx" presStyleIdx="0" presStyleCnt="1">
        <dgm:presLayoutVars>
          <dgm:chMax val="0"/>
          <dgm:chPref val="0"/>
        </dgm:presLayoutVars>
      </dgm:prSet>
      <dgm:spPr/>
    </dgm:pt>
  </dgm:ptLst>
  <dgm:cxnLst>
    <dgm:cxn modelId="{9DCA3F52-B0F8-45FF-809F-4EE19EE18675}" type="presOf" srcId="{473CB961-F6AC-4872-B7F4-4A639642C834}" destId="{2C44ECDA-09DE-4052-9F7C-2A43CD85ABEE}" srcOrd="0" destOrd="0" presId="urn:microsoft.com/office/officeart/2018/2/layout/IconVerticalSolidList"/>
    <dgm:cxn modelId="{0139FB91-FD34-4F15-8513-4E6DD44FFD50}" srcId="{473CB961-F6AC-4872-B7F4-4A639642C834}" destId="{5F491425-E2E2-4F31-9D5E-8E5824F25C98}" srcOrd="0" destOrd="0" parTransId="{F1B04956-564B-48B3-882C-588262CAB7CB}" sibTransId="{B72704BD-680B-4902-80C0-F3AE635E941A}"/>
    <dgm:cxn modelId="{A8404EBC-3298-4EB0-A6D8-A32E4F261E63}" type="presOf" srcId="{5F491425-E2E2-4F31-9D5E-8E5824F25C98}" destId="{49FACB6E-4F4F-4013-B155-ED5177199181}" srcOrd="0" destOrd="0" presId="urn:microsoft.com/office/officeart/2018/2/layout/IconVerticalSolidList"/>
    <dgm:cxn modelId="{524B64AC-7BBD-473E-AF6D-28B7111496A7}" type="presParOf" srcId="{2C44ECDA-09DE-4052-9F7C-2A43CD85ABEE}" destId="{A90C3D01-EAD7-427B-8AB6-72ECF6B64838}" srcOrd="0" destOrd="0" presId="urn:microsoft.com/office/officeart/2018/2/layout/IconVerticalSolidList"/>
    <dgm:cxn modelId="{CF8E29F3-D95C-426C-9AEE-94737331C5D7}" type="presParOf" srcId="{A90C3D01-EAD7-427B-8AB6-72ECF6B64838}" destId="{5723F293-30D2-4453-9576-0887465713E4}" srcOrd="0" destOrd="0" presId="urn:microsoft.com/office/officeart/2018/2/layout/IconVerticalSolidList"/>
    <dgm:cxn modelId="{BB3E21EF-2036-4DB0-91C7-6BAE30DA72EA}" type="presParOf" srcId="{A90C3D01-EAD7-427B-8AB6-72ECF6B64838}" destId="{FC48A8C7-B07A-4637-8633-388AA7DAD37F}" srcOrd="1" destOrd="0" presId="urn:microsoft.com/office/officeart/2018/2/layout/IconVerticalSolidList"/>
    <dgm:cxn modelId="{172976D6-0104-4C4D-A82C-735FF6CC7D57}" type="presParOf" srcId="{A90C3D01-EAD7-427B-8AB6-72ECF6B64838}" destId="{7039829A-02D6-4DAD-ADB9-278C16F457F5}" srcOrd="2" destOrd="0" presId="urn:microsoft.com/office/officeart/2018/2/layout/IconVerticalSolidList"/>
    <dgm:cxn modelId="{54E7A06F-C594-44E8-AA19-EFE4B344F7EE}" type="presParOf" srcId="{A90C3D01-EAD7-427B-8AB6-72ECF6B64838}" destId="{49FACB6E-4F4F-4013-B155-ED517719918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5A46A845-2271-4E49-9170-171A409C2FB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28F0A5F-F811-4155-9353-9E0F03B6B6FA}">
      <dgm:prSet/>
      <dgm:spPr/>
      <dgm:t>
        <a:bodyPr/>
        <a:lstStyle/>
        <a:p>
          <a:r>
            <a:rPr lang="en-NL"/>
            <a:t>My oldest daughter is about to start driving lessons.</a:t>
          </a:r>
          <a:endParaRPr lang="en-US"/>
        </a:p>
      </dgm:t>
    </dgm:pt>
    <dgm:pt modelId="{204257AD-AEF0-43D4-A681-06B1345FAA69}" type="parTrans" cxnId="{B3892FFF-65A2-4D38-ABFE-935BD20782C7}">
      <dgm:prSet/>
      <dgm:spPr/>
      <dgm:t>
        <a:bodyPr/>
        <a:lstStyle/>
        <a:p>
          <a:endParaRPr lang="en-US"/>
        </a:p>
      </dgm:t>
    </dgm:pt>
    <dgm:pt modelId="{669E1A73-61EC-4C7D-9438-BF63B3A7B678}" type="sibTrans" cxnId="{B3892FFF-65A2-4D38-ABFE-935BD20782C7}">
      <dgm:prSet/>
      <dgm:spPr/>
      <dgm:t>
        <a:bodyPr/>
        <a:lstStyle/>
        <a:p>
          <a:endParaRPr lang="en-US"/>
        </a:p>
      </dgm:t>
    </dgm:pt>
    <dgm:pt modelId="{5DF4BC1F-E9ED-4401-85B7-A87F7A9D671A}">
      <dgm:prSet/>
      <dgm:spPr/>
      <dgm:t>
        <a:bodyPr/>
        <a:lstStyle/>
        <a:p>
          <a:r>
            <a:rPr lang="en-NL"/>
            <a:t>She asked whether she could drive our family car once she has her licence.</a:t>
          </a:r>
          <a:endParaRPr lang="en-US"/>
        </a:p>
      </dgm:t>
    </dgm:pt>
    <dgm:pt modelId="{D5E7B136-2E93-4995-8134-9862B36B86B8}" type="parTrans" cxnId="{74A5DA0B-A02F-4118-805D-052B2795ED67}">
      <dgm:prSet/>
      <dgm:spPr/>
      <dgm:t>
        <a:bodyPr/>
        <a:lstStyle/>
        <a:p>
          <a:endParaRPr lang="en-US"/>
        </a:p>
      </dgm:t>
    </dgm:pt>
    <dgm:pt modelId="{646F8454-9CD3-45F4-9BF8-3AB4612EC7B3}" type="sibTrans" cxnId="{74A5DA0B-A02F-4118-805D-052B2795ED67}">
      <dgm:prSet/>
      <dgm:spPr/>
      <dgm:t>
        <a:bodyPr/>
        <a:lstStyle/>
        <a:p>
          <a:endParaRPr lang="en-US"/>
        </a:p>
      </dgm:t>
    </dgm:pt>
    <dgm:pt modelId="{53DFAA75-1DC4-4C3F-A974-CA11957AD899}">
      <dgm:prSet/>
      <dgm:spPr/>
      <dgm:t>
        <a:bodyPr/>
        <a:lstStyle/>
        <a:p>
          <a:r>
            <a:rPr lang="en-NL"/>
            <a:t>My answer:</a:t>
          </a:r>
          <a:br>
            <a:rPr lang="en-NL"/>
          </a:br>
          <a:r>
            <a:rPr lang="en-NL" b="1"/>
            <a:t>“Yes—but for the first year, without relying on automated driving.”</a:t>
          </a:r>
          <a:endParaRPr lang="en-US"/>
        </a:p>
      </dgm:t>
    </dgm:pt>
    <dgm:pt modelId="{D5FCFA8A-B558-4A9E-9295-13F78229AE9A}" type="parTrans" cxnId="{6B5368FA-AD77-41E7-A7CA-D0C1A83E00B4}">
      <dgm:prSet/>
      <dgm:spPr/>
      <dgm:t>
        <a:bodyPr/>
        <a:lstStyle/>
        <a:p>
          <a:endParaRPr lang="en-US"/>
        </a:p>
      </dgm:t>
    </dgm:pt>
    <dgm:pt modelId="{913AF3B9-87B5-4AE0-BA6D-E959E9965CFA}" type="sibTrans" cxnId="{6B5368FA-AD77-41E7-A7CA-D0C1A83E00B4}">
      <dgm:prSet/>
      <dgm:spPr/>
      <dgm:t>
        <a:bodyPr/>
        <a:lstStyle/>
        <a:p>
          <a:endParaRPr lang="en-US"/>
        </a:p>
      </dgm:t>
    </dgm:pt>
    <dgm:pt modelId="{35C23214-261B-414B-895E-6CEC4A59FDFA}">
      <dgm:prSet/>
      <dgm:spPr/>
      <dgm:t>
        <a:bodyPr/>
        <a:lstStyle/>
        <a:p>
          <a:r>
            <a:rPr lang="en-NL"/>
            <a:t>I want her to develop the judgment she will need when the assistance is unavailable.</a:t>
          </a:r>
          <a:endParaRPr lang="en-US"/>
        </a:p>
      </dgm:t>
    </dgm:pt>
    <dgm:pt modelId="{06698FE7-F1C2-4E10-B8DF-442783A8E0AD}" type="parTrans" cxnId="{5638F054-92F3-4452-A63F-FA3C9477F98C}">
      <dgm:prSet/>
      <dgm:spPr/>
      <dgm:t>
        <a:bodyPr/>
        <a:lstStyle/>
        <a:p>
          <a:endParaRPr lang="en-US"/>
        </a:p>
      </dgm:t>
    </dgm:pt>
    <dgm:pt modelId="{E04B902C-EE38-4C9F-A8C7-3E886215CECF}" type="sibTrans" cxnId="{5638F054-92F3-4452-A63F-FA3C9477F98C}">
      <dgm:prSet/>
      <dgm:spPr/>
      <dgm:t>
        <a:bodyPr/>
        <a:lstStyle/>
        <a:p>
          <a:endParaRPr lang="en-US"/>
        </a:p>
      </dgm:t>
    </dgm:pt>
    <dgm:pt modelId="{B0055B82-0D2D-4278-B095-ADE7B4A1DB25}" type="pres">
      <dgm:prSet presAssocID="{5A46A845-2271-4E49-9170-171A409C2FB4}" presName="linear" presStyleCnt="0">
        <dgm:presLayoutVars>
          <dgm:animLvl val="lvl"/>
          <dgm:resizeHandles val="exact"/>
        </dgm:presLayoutVars>
      </dgm:prSet>
      <dgm:spPr/>
    </dgm:pt>
    <dgm:pt modelId="{5E1E365C-6ADA-42AA-ADE5-D477C1206753}" type="pres">
      <dgm:prSet presAssocID="{428F0A5F-F811-4155-9353-9E0F03B6B6FA}" presName="parentText" presStyleLbl="node1" presStyleIdx="0" presStyleCnt="4">
        <dgm:presLayoutVars>
          <dgm:chMax val="0"/>
          <dgm:bulletEnabled val="1"/>
        </dgm:presLayoutVars>
      </dgm:prSet>
      <dgm:spPr/>
    </dgm:pt>
    <dgm:pt modelId="{F0A7A5C0-C17A-449C-ADF5-87385BB04BD5}" type="pres">
      <dgm:prSet presAssocID="{669E1A73-61EC-4C7D-9438-BF63B3A7B678}" presName="spacer" presStyleCnt="0"/>
      <dgm:spPr/>
    </dgm:pt>
    <dgm:pt modelId="{A71965D9-EDC1-4A3E-93B9-AA790E37A0B2}" type="pres">
      <dgm:prSet presAssocID="{5DF4BC1F-E9ED-4401-85B7-A87F7A9D671A}" presName="parentText" presStyleLbl="node1" presStyleIdx="1" presStyleCnt="4">
        <dgm:presLayoutVars>
          <dgm:chMax val="0"/>
          <dgm:bulletEnabled val="1"/>
        </dgm:presLayoutVars>
      </dgm:prSet>
      <dgm:spPr/>
    </dgm:pt>
    <dgm:pt modelId="{31391963-ABB4-4700-8898-FA48A6F114A9}" type="pres">
      <dgm:prSet presAssocID="{646F8454-9CD3-45F4-9BF8-3AB4612EC7B3}" presName="spacer" presStyleCnt="0"/>
      <dgm:spPr/>
    </dgm:pt>
    <dgm:pt modelId="{A526B82A-498F-49B9-A43F-C61428792C9E}" type="pres">
      <dgm:prSet presAssocID="{53DFAA75-1DC4-4C3F-A974-CA11957AD899}" presName="parentText" presStyleLbl="node1" presStyleIdx="2" presStyleCnt="4">
        <dgm:presLayoutVars>
          <dgm:chMax val="0"/>
          <dgm:bulletEnabled val="1"/>
        </dgm:presLayoutVars>
      </dgm:prSet>
      <dgm:spPr/>
    </dgm:pt>
    <dgm:pt modelId="{22C8F6DD-26CE-484E-8DAD-BEB679A3F451}" type="pres">
      <dgm:prSet presAssocID="{913AF3B9-87B5-4AE0-BA6D-E959E9965CFA}" presName="spacer" presStyleCnt="0"/>
      <dgm:spPr/>
    </dgm:pt>
    <dgm:pt modelId="{D15698DA-1691-4069-86B1-CC2DEE321585}" type="pres">
      <dgm:prSet presAssocID="{35C23214-261B-414B-895E-6CEC4A59FDFA}" presName="parentText" presStyleLbl="node1" presStyleIdx="3" presStyleCnt="4">
        <dgm:presLayoutVars>
          <dgm:chMax val="0"/>
          <dgm:bulletEnabled val="1"/>
        </dgm:presLayoutVars>
      </dgm:prSet>
      <dgm:spPr/>
    </dgm:pt>
  </dgm:ptLst>
  <dgm:cxnLst>
    <dgm:cxn modelId="{74A5DA0B-A02F-4118-805D-052B2795ED67}" srcId="{5A46A845-2271-4E49-9170-171A409C2FB4}" destId="{5DF4BC1F-E9ED-4401-85B7-A87F7A9D671A}" srcOrd="1" destOrd="0" parTransId="{D5E7B136-2E93-4995-8134-9862B36B86B8}" sibTransId="{646F8454-9CD3-45F4-9BF8-3AB4612EC7B3}"/>
    <dgm:cxn modelId="{02634014-A615-4955-8668-05A0B327C790}" type="presOf" srcId="{5DF4BC1F-E9ED-4401-85B7-A87F7A9D671A}" destId="{A71965D9-EDC1-4A3E-93B9-AA790E37A0B2}" srcOrd="0" destOrd="0" presId="urn:microsoft.com/office/officeart/2005/8/layout/vList2"/>
    <dgm:cxn modelId="{6332D727-E183-49DF-AF37-01BAABE9A545}" type="presOf" srcId="{53DFAA75-1DC4-4C3F-A974-CA11957AD899}" destId="{A526B82A-498F-49B9-A43F-C61428792C9E}" srcOrd="0" destOrd="0" presId="urn:microsoft.com/office/officeart/2005/8/layout/vList2"/>
    <dgm:cxn modelId="{2EFC0744-2844-45D8-9D6D-A0EAD18AFA2F}" type="presOf" srcId="{428F0A5F-F811-4155-9353-9E0F03B6B6FA}" destId="{5E1E365C-6ADA-42AA-ADE5-D477C1206753}" srcOrd="0" destOrd="0" presId="urn:microsoft.com/office/officeart/2005/8/layout/vList2"/>
    <dgm:cxn modelId="{D7BC4246-A3B9-4AED-811B-C174DC2E957D}" type="presOf" srcId="{35C23214-261B-414B-895E-6CEC4A59FDFA}" destId="{D15698DA-1691-4069-86B1-CC2DEE321585}" srcOrd="0" destOrd="0" presId="urn:microsoft.com/office/officeart/2005/8/layout/vList2"/>
    <dgm:cxn modelId="{5638F054-92F3-4452-A63F-FA3C9477F98C}" srcId="{5A46A845-2271-4E49-9170-171A409C2FB4}" destId="{35C23214-261B-414B-895E-6CEC4A59FDFA}" srcOrd="3" destOrd="0" parTransId="{06698FE7-F1C2-4E10-B8DF-442783A8E0AD}" sibTransId="{E04B902C-EE38-4C9F-A8C7-3E886215CECF}"/>
    <dgm:cxn modelId="{DFFE13E7-178B-48F3-A8FC-6CE28FDCE3E7}" type="presOf" srcId="{5A46A845-2271-4E49-9170-171A409C2FB4}" destId="{B0055B82-0D2D-4278-B095-ADE7B4A1DB25}" srcOrd="0" destOrd="0" presId="urn:microsoft.com/office/officeart/2005/8/layout/vList2"/>
    <dgm:cxn modelId="{6B5368FA-AD77-41E7-A7CA-D0C1A83E00B4}" srcId="{5A46A845-2271-4E49-9170-171A409C2FB4}" destId="{53DFAA75-1DC4-4C3F-A974-CA11957AD899}" srcOrd="2" destOrd="0" parTransId="{D5FCFA8A-B558-4A9E-9295-13F78229AE9A}" sibTransId="{913AF3B9-87B5-4AE0-BA6D-E959E9965CFA}"/>
    <dgm:cxn modelId="{B3892FFF-65A2-4D38-ABFE-935BD20782C7}" srcId="{5A46A845-2271-4E49-9170-171A409C2FB4}" destId="{428F0A5F-F811-4155-9353-9E0F03B6B6FA}" srcOrd="0" destOrd="0" parTransId="{204257AD-AEF0-43D4-A681-06B1345FAA69}" sibTransId="{669E1A73-61EC-4C7D-9438-BF63B3A7B678}"/>
    <dgm:cxn modelId="{EB56FD4F-018F-418A-8E9F-572509959562}" type="presParOf" srcId="{B0055B82-0D2D-4278-B095-ADE7B4A1DB25}" destId="{5E1E365C-6ADA-42AA-ADE5-D477C1206753}" srcOrd="0" destOrd="0" presId="urn:microsoft.com/office/officeart/2005/8/layout/vList2"/>
    <dgm:cxn modelId="{30BAED21-6FA7-4983-BA20-A8165DBF37A3}" type="presParOf" srcId="{B0055B82-0D2D-4278-B095-ADE7B4A1DB25}" destId="{F0A7A5C0-C17A-449C-ADF5-87385BB04BD5}" srcOrd="1" destOrd="0" presId="urn:microsoft.com/office/officeart/2005/8/layout/vList2"/>
    <dgm:cxn modelId="{E7A68740-8A9A-4D0B-8623-C20C6112F049}" type="presParOf" srcId="{B0055B82-0D2D-4278-B095-ADE7B4A1DB25}" destId="{A71965D9-EDC1-4A3E-93B9-AA790E37A0B2}" srcOrd="2" destOrd="0" presId="urn:microsoft.com/office/officeart/2005/8/layout/vList2"/>
    <dgm:cxn modelId="{94044BAD-EDA5-4A1A-81EB-F589D6C4C190}" type="presParOf" srcId="{B0055B82-0D2D-4278-B095-ADE7B4A1DB25}" destId="{31391963-ABB4-4700-8898-FA48A6F114A9}" srcOrd="3" destOrd="0" presId="urn:microsoft.com/office/officeart/2005/8/layout/vList2"/>
    <dgm:cxn modelId="{DA5F6218-BA41-4C34-8B31-3EDF07C17184}" type="presParOf" srcId="{B0055B82-0D2D-4278-B095-ADE7B4A1DB25}" destId="{A526B82A-498F-49B9-A43F-C61428792C9E}" srcOrd="4" destOrd="0" presId="urn:microsoft.com/office/officeart/2005/8/layout/vList2"/>
    <dgm:cxn modelId="{F470042E-F96E-4448-BF2B-0D602FE640E3}" type="presParOf" srcId="{B0055B82-0D2D-4278-B095-ADE7B4A1DB25}" destId="{22C8F6DD-26CE-484E-8DAD-BEB679A3F451}" srcOrd="5" destOrd="0" presId="urn:microsoft.com/office/officeart/2005/8/layout/vList2"/>
    <dgm:cxn modelId="{BE0BBBE7-572B-4915-92BD-E2779CBC33F9}" type="presParOf" srcId="{B0055B82-0D2D-4278-B095-ADE7B4A1DB25}" destId="{D15698DA-1691-4069-86B1-CC2DEE321585}"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54A73D01-5D96-41F9-8735-24CC218B128B}"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CE4A7C22-561D-478A-9077-82939AAF3FED}">
      <dgm:prSet/>
      <dgm:spPr/>
      <dgm:t>
        <a:bodyPr/>
        <a:lstStyle/>
        <a:p>
          <a:r>
            <a:rPr lang="en-NL" b="1"/>
            <a:t>1 June 2009 · Rio de Janeiro → Paris</a:t>
          </a:r>
          <a:endParaRPr lang="en-US"/>
        </a:p>
      </dgm:t>
    </dgm:pt>
    <dgm:pt modelId="{29733781-7B8D-48C6-93FF-ABCA9FFC6A00}" type="parTrans" cxnId="{96A41D28-DE75-40C5-8F9A-42AB7D397CA6}">
      <dgm:prSet/>
      <dgm:spPr/>
      <dgm:t>
        <a:bodyPr/>
        <a:lstStyle/>
        <a:p>
          <a:endParaRPr lang="en-US"/>
        </a:p>
      </dgm:t>
    </dgm:pt>
    <dgm:pt modelId="{479B4E84-58B5-4A9E-8702-3EB16A239F3C}" type="sibTrans" cxnId="{96A41D28-DE75-40C5-8F9A-42AB7D397CA6}">
      <dgm:prSet/>
      <dgm:spPr/>
      <dgm:t>
        <a:bodyPr/>
        <a:lstStyle/>
        <a:p>
          <a:endParaRPr lang="en-US"/>
        </a:p>
      </dgm:t>
    </dgm:pt>
    <dgm:pt modelId="{DA66A180-877E-4012-941E-3F6454294CF7}">
      <dgm:prSet/>
      <dgm:spPr/>
      <dgm:t>
        <a:bodyPr/>
        <a:lstStyle/>
        <a:p>
          <a:r>
            <a:rPr lang="en-NL"/>
            <a:t>Airspeed readings became unreliable.</a:t>
          </a:r>
          <a:endParaRPr lang="en-US"/>
        </a:p>
      </dgm:t>
    </dgm:pt>
    <dgm:pt modelId="{BD38E429-A6FC-49D0-B7E0-44E841E790DF}" type="parTrans" cxnId="{2D8F8DFC-DEA1-4C31-8442-E2DB3053105E}">
      <dgm:prSet/>
      <dgm:spPr/>
      <dgm:t>
        <a:bodyPr/>
        <a:lstStyle/>
        <a:p>
          <a:endParaRPr lang="en-US"/>
        </a:p>
      </dgm:t>
    </dgm:pt>
    <dgm:pt modelId="{BACD29B7-D1EB-417F-B801-7E007E3441D4}" type="sibTrans" cxnId="{2D8F8DFC-DEA1-4C31-8442-E2DB3053105E}">
      <dgm:prSet/>
      <dgm:spPr/>
      <dgm:t>
        <a:bodyPr/>
        <a:lstStyle/>
        <a:p>
          <a:endParaRPr lang="en-US"/>
        </a:p>
      </dgm:t>
    </dgm:pt>
    <dgm:pt modelId="{24A39248-DA79-4DC4-9B5C-32F1CEBA5F56}">
      <dgm:prSet/>
      <dgm:spPr/>
      <dgm:t>
        <a:bodyPr/>
        <a:lstStyle/>
        <a:p>
          <a:r>
            <a:rPr lang="en-NL"/>
            <a:t>The autopilot disconnected.</a:t>
          </a:r>
          <a:endParaRPr lang="en-US"/>
        </a:p>
      </dgm:t>
    </dgm:pt>
    <dgm:pt modelId="{7E94AA10-CD6C-4677-9652-2A2C219AEF7D}" type="parTrans" cxnId="{BF7B6A01-8799-4E93-B709-48FD82653FE3}">
      <dgm:prSet/>
      <dgm:spPr/>
      <dgm:t>
        <a:bodyPr/>
        <a:lstStyle/>
        <a:p>
          <a:endParaRPr lang="en-US"/>
        </a:p>
      </dgm:t>
    </dgm:pt>
    <dgm:pt modelId="{46C6C0A0-6F7F-47C3-B1E4-684DB6560DC1}" type="sibTrans" cxnId="{BF7B6A01-8799-4E93-B709-48FD82653FE3}">
      <dgm:prSet/>
      <dgm:spPr/>
      <dgm:t>
        <a:bodyPr/>
        <a:lstStyle/>
        <a:p>
          <a:endParaRPr lang="en-US"/>
        </a:p>
      </dgm:t>
    </dgm:pt>
    <dgm:pt modelId="{4CC4D696-CB89-4685-A062-5723AFA235F5}">
      <dgm:prSet/>
      <dgm:spPr/>
      <dgm:t>
        <a:bodyPr/>
        <a:lstStyle/>
        <a:p>
          <a:r>
            <a:rPr lang="en-NL"/>
            <a:t>A stall developed.</a:t>
          </a:r>
          <a:endParaRPr lang="en-US"/>
        </a:p>
      </dgm:t>
    </dgm:pt>
    <dgm:pt modelId="{1BD3AD85-2EE2-4753-8DC1-84D8F53F7476}" type="parTrans" cxnId="{A73A5428-ABAA-4DFE-9117-72FA420C5B46}">
      <dgm:prSet/>
      <dgm:spPr/>
      <dgm:t>
        <a:bodyPr/>
        <a:lstStyle/>
        <a:p>
          <a:endParaRPr lang="en-US"/>
        </a:p>
      </dgm:t>
    </dgm:pt>
    <dgm:pt modelId="{85D43EEB-D26E-4D93-B80F-AC8CF931148F}" type="sibTrans" cxnId="{A73A5428-ABAA-4DFE-9117-72FA420C5B46}">
      <dgm:prSet/>
      <dgm:spPr/>
      <dgm:t>
        <a:bodyPr/>
        <a:lstStyle/>
        <a:p>
          <a:endParaRPr lang="en-US"/>
        </a:p>
      </dgm:t>
    </dgm:pt>
    <dgm:pt modelId="{FAEA3129-E4FF-48AE-B8DC-629789F5EE63}">
      <dgm:prSet/>
      <dgm:spPr/>
      <dgm:t>
        <a:bodyPr/>
        <a:lstStyle/>
        <a:p>
          <a:r>
            <a:rPr lang="en-NL"/>
            <a:t>The crew did not recognize the stall and recover the aircraft.</a:t>
          </a:r>
          <a:endParaRPr lang="en-US"/>
        </a:p>
      </dgm:t>
    </dgm:pt>
    <dgm:pt modelId="{74E1AFB7-56D7-434A-A5FC-FC68AF721ACF}" type="parTrans" cxnId="{34AC3B77-B355-418A-B847-D4EB9A72D260}">
      <dgm:prSet/>
      <dgm:spPr/>
      <dgm:t>
        <a:bodyPr/>
        <a:lstStyle/>
        <a:p>
          <a:endParaRPr lang="en-US"/>
        </a:p>
      </dgm:t>
    </dgm:pt>
    <dgm:pt modelId="{4486C5CC-A3D7-4613-9186-8C7703286AEB}" type="sibTrans" cxnId="{34AC3B77-B355-418A-B847-D4EB9A72D260}">
      <dgm:prSet/>
      <dgm:spPr/>
      <dgm:t>
        <a:bodyPr/>
        <a:lstStyle/>
        <a:p>
          <a:endParaRPr lang="en-US"/>
        </a:p>
      </dgm:t>
    </dgm:pt>
    <dgm:pt modelId="{AEBBB6FC-1106-44D2-8BFC-ABF4B9B4E407}">
      <dgm:prSet/>
      <dgm:spPr/>
      <dgm:t>
        <a:bodyPr/>
        <a:lstStyle/>
        <a:p>
          <a:r>
            <a:rPr lang="en-NL" b="1"/>
            <a:t>All 228 people on board died.</a:t>
          </a:r>
          <a:endParaRPr lang="en-US"/>
        </a:p>
      </dgm:t>
    </dgm:pt>
    <dgm:pt modelId="{D5C1EDA8-0683-4F8E-8571-46D829755732}" type="parTrans" cxnId="{952217E8-3C93-4F30-AB67-47D7A10C0310}">
      <dgm:prSet/>
      <dgm:spPr/>
      <dgm:t>
        <a:bodyPr/>
        <a:lstStyle/>
        <a:p>
          <a:endParaRPr lang="en-US"/>
        </a:p>
      </dgm:t>
    </dgm:pt>
    <dgm:pt modelId="{E60196CB-A18A-431B-B292-4BD8EFC4F0E9}" type="sibTrans" cxnId="{952217E8-3C93-4F30-AB67-47D7A10C0310}">
      <dgm:prSet/>
      <dgm:spPr/>
      <dgm:t>
        <a:bodyPr/>
        <a:lstStyle/>
        <a:p>
          <a:endParaRPr lang="en-US"/>
        </a:p>
      </dgm:t>
    </dgm:pt>
    <dgm:pt modelId="{491C3F8B-A5A1-44B9-816A-B96DE8F8320C}" type="pres">
      <dgm:prSet presAssocID="{54A73D01-5D96-41F9-8735-24CC218B128B}" presName="vert0" presStyleCnt="0">
        <dgm:presLayoutVars>
          <dgm:dir/>
          <dgm:animOne val="branch"/>
          <dgm:animLvl val="lvl"/>
        </dgm:presLayoutVars>
      </dgm:prSet>
      <dgm:spPr/>
    </dgm:pt>
    <dgm:pt modelId="{00A289C7-0805-4DD3-9D40-87BA7AD41468}" type="pres">
      <dgm:prSet presAssocID="{CE4A7C22-561D-478A-9077-82939AAF3FED}" presName="thickLine" presStyleLbl="alignNode1" presStyleIdx="0" presStyleCnt="6"/>
      <dgm:spPr/>
    </dgm:pt>
    <dgm:pt modelId="{3132F110-2FD3-4564-BE89-E0439D123E40}" type="pres">
      <dgm:prSet presAssocID="{CE4A7C22-561D-478A-9077-82939AAF3FED}" presName="horz1" presStyleCnt="0"/>
      <dgm:spPr/>
    </dgm:pt>
    <dgm:pt modelId="{5A71A8D0-FD43-4DCF-B102-0BAACC4A757D}" type="pres">
      <dgm:prSet presAssocID="{CE4A7C22-561D-478A-9077-82939AAF3FED}" presName="tx1" presStyleLbl="revTx" presStyleIdx="0" presStyleCnt="6"/>
      <dgm:spPr/>
    </dgm:pt>
    <dgm:pt modelId="{ECBEF331-72F6-40A0-8C4C-BB863C3924F1}" type="pres">
      <dgm:prSet presAssocID="{CE4A7C22-561D-478A-9077-82939AAF3FED}" presName="vert1" presStyleCnt="0"/>
      <dgm:spPr/>
    </dgm:pt>
    <dgm:pt modelId="{5459F630-55F6-4882-AF5D-A5B9DEC0C55B}" type="pres">
      <dgm:prSet presAssocID="{DA66A180-877E-4012-941E-3F6454294CF7}" presName="thickLine" presStyleLbl="alignNode1" presStyleIdx="1" presStyleCnt="6"/>
      <dgm:spPr/>
    </dgm:pt>
    <dgm:pt modelId="{C6F5D174-375A-40CA-AECA-903A6DACBF6C}" type="pres">
      <dgm:prSet presAssocID="{DA66A180-877E-4012-941E-3F6454294CF7}" presName="horz1" presStyleCnt="0"/>
      <dgm:spPr/>
    </dgm:pt>
    <dgm:pt modelId="{F9572837-B89D-4FC6-BF58-A8176D3DC017}" type="pres">
      <dgm:prSet presAssocID="{DA66A180-877E-4012-941E-3F6454294CF7}" presName="tx1" presStyleLbl="revTx" presStyleIdx="1" presStyleCnt="6"/>
      <dgm:spPr/>
    </dgm:pt>
    <dgm:pt modelId="{448C83EE-57B6-43C8-9729-9377791F28BD}" type="pres">
      <dgm:prSet presAssocID="{DA66A180-877E-4012-941E-3F6454294CF7}" presName="vert1" presStyleCnt="0"/>
      <dgm:spPr/>
    </dgm:pt>
    <dgm:pt modelId="{AB46A28A-6F66-493F-81CA-904ADEFAE6DA}" type="pres">
      <dgm:prSet presAssocID="{24A39248-DA79-4DC4-9B5C-32F1CEBA5F56}" presName="thickLine" presStyleLbl="alignNode1" presStyleIdx="2" presStyleCnt="6"/>
      <dgm:spPr/>
    </dgm:pt>
    <dgm:pt modelId="{CD782FCF-9948-4E5F-A95F-967925CA38F5}" type="pres">
      <dgm:prSet presAssocID="{24A39248-DA79-4DC4-9B5C-32F1CEBA5F56}" presName="horz1" presStyleCnt="0"/>
      <dgm:spPr/>
    </dgm:pt>
    <dgm:pt modelId="{208337A2-0F45-40E6-A529-5BD104131531}" type="pres">
      <dgm:prSet presAssocID="{24A39248-DA79-4DC4-9B5C-32F1CEBA5F56}" presName="tx1" presStyleLbl="revTx" presStyleIdx="2" presStyleCnt="6"/>
      <dgm:spPr/>
    </dgm:pt>
    <dgm:pt modelId="{7347E5A7-5F77-4674-BEA8-C8EE17A15206}" type="pres">
      <dgm:prSet presAssocID="{24A39248-DA79-4DC4-9B5C-32F1CEBA5F56}" presName="vert1" presStyleCnt="0"/>
      <dgm:spPr/>
    </dgm:pt>
    <dgm:pt modelId="{827426A5-72B6-437B-91E8-E8883A87DA53}" type="pres">
      <dgm:prSet presAssocID="{4CC4D696-CB89-4685-A062-5723AFA235F5}" presName="thickLine" presStyleLbl="alignNode1" presStyleIdx="3" presStyleCnt="6"/>
      <dgm:spPr/>
    </dgm:pt>
    <dgm:pt modelId="{0C12628B-FC9B-431F-B8B4-30996FB6B0C1}" type="pres">
      <dgm:prSet presAssocID="{4CC4D696-CB89-4685-A062-5723AFA235F5}" presName="horz1" presStyleCnt="0"/>
      <dgm:spPr/>
    </dgm:pt>
    <dgm:pt modelId="{94352451-8B99-470F-9DEE-390D82774D18}" type="pres">
      <dgm:prSet presAssocID="{4CC4D696-CB89-4685-A062-5723AFA235F5}" presName="tx1" presStyleLbl="revTx" presStyleIdx="3" presStyleCnt="6"/>
      <dgm:spPr/>
    </dgm:pt>
    <dgm:pt modelId="{DA4ECC34-0CE1-49B7-80B0-2FFCDBC78A5E}" type="pres">
      <dgm:prSet presAssocID="{4CC4D696-CB89-4685-A062-5723AFA235F5}" presName="vert1" presStyleCnt="0"/>
      <dgm:spPr/>
    </dgm:pt>
    <dgm:pt modelId="{F35AE6CD-DA3D-4CE6-9AAF-C7069562A007}" type="pres">
      <dgm:prSet presAssocID="{FAEA3129-E4FF-48AE-B8DC-629789F5EE63}" presName="thickLine" presStyleLbl="alignNode1" presStyleIdx="4" presStyleCnt="6"/>
      <dgm:spPr/>
    </dgm:pt>
    <dgm:pt modelId="{C7B7E7E0-91DA-4FA6-9A44-8E88DB2D9C10}" type="pres">
      <dgm:prSet presAssocID="{FAEA3129-E4FF-48AE-B8DC-629789F5EE63}" presName="horz1" presStyleCnt="0"/>
      <dgm:spPr/>
    </dgm:pt>
    <dgm:pt modelId="{8616649A-E8E1-4689-BFF4-5ACBCA0B0642}" type="pres">
      <dgm:prSet presAssocID="{FAEA3129-E4FF-48AE-B8DC-629789F5EE63}" presName="tx1" presStyleLbl="revTx" presStyleIdx="4" presStyleCnt="6"/>
      <dgm:spPr/>
    </dgm:pt>
    <dgm:pt modelId="{4EDF1C92-5A3B-488F-872D-A57E65472888}" type="pres">
      <dgm:prSet presAssocID="{FAEA3129-E4FF-48AE-B8DC-629789F5EE63}" presName="vert1" presStyleCnt="0"/>
      <dgm:spPr/>
    </dgm:pt>
    <dgm:pt modelId="{E927C50E-9C9B-49BB-9DF6-58DBA376CDE9}" type="pres">
      <dgm:prSet presAssocID="{AEBBB6FC-1106-44D2-8BFC-ABF4B9B4E407}" presName="thickLine" presStyleLbl="alignNode1" presStyleIdx="5" presStyleCnt="6"/>
      <dgm:spPr/>
    </dgm:pt>
    <dgm:pt modelId="{EB4EB8DD-A49D-453E-82A3-A11E64D301D1}" type="pres">
      <dgm:prSet presAssocID="{AEBBB6FC-1106-44D2-8BFC-ABF4B9B4E407}" presName="horz1" presStyleCnt="0"/>
      <dgm:spPr/>
    </dgm:pt>
    <dgm:pt modelId="{A5CBD77C-3299-4843-A6BE-56A4DA1DEC39}" type="pres">
      <dgm:prSet presAssocID="{AEBBB6FC-1106-44D2-8BFC-ABF4B9B4E407}" presName="tx1" presStyleLbl="revTx" presStyleIdx="5" presStyleCnt="6"/>
      <dgm:spPr/>
    </dgm:pt>
    <dgm:pt modelId="{735E8C34-4050-4BBE-9C1E-DD4899BFDF1B}" type="pres">
      <dgm:prSet presAssocID="{AEBBB6FC-1106-44D2-8BFC-ABF4B9B4E407}" presName="vert1" presStyleCnt="0"/>
      <dgm:spPr/>
    </dgm:pt>
  </dgm:ptLst>
  <dgm:cxnLst>
    <dgm:cxn modelId="{61651100-CC67-42D6-AE30-C63DBDE52AB3}" type="presOf" srcId="{4CC4D696-CB89-4685-A062-5723AFA235F5}" destId="{94352451-8B99-470F-9DEE-390D82774D18}" srcOrd="0" destOrd="0" presId="urn:microsoft.com/office/officeart/2008/layout/LinedList"/>
    <dgm:cxn modelId="{BF7B6A01-8799-4E93-B709-48FD82653FE3}" srcId="{54A73D01-5D96-41F9-8735-24CC218B128B}" destId="{24A39248-DA79-4DC4-9B5C-32F1CEBA5F56}" srcOrd="2" destOrd="0" parTransId="{7E94AA10-CD6C-4677-9652-2A2C219AEF7D}" sibTransId="{46C6C0A0-6F7F-47C3-B1E4-684DB6560DC1}"/>
    <dgm:cxn modelId="{96A41D28-DE75-40C5-8F9A-42AB7D397CA6}" srcId="{54A73D01-5D96-41F9-8735-24CC218B128B}" destId="{CE4A7C22-561D-478A-9077-82939AAF3FED}" srcOrd="0" destOrd="0" parTransId="{29733781-7B8D-48C6-93FF-ABCA9FFC6A00}" sibTransId="{479B4E84-58B5-4A9E-8702-3EB16A239F3C}"/>
    <dgm:cxn modelId="{A73A5428-ABAA-4DFE-9117-72FA420C5B46}" srcId="{54A73D01-5D96-41F9-8735-24CC218B128B}" destId="{4CC4D696-CB89-4685-A062-5723AFA235F5}" srcOrd="3" destOrd="0" parTransId="{1BD3AD85-2EE2-4753-8DC1-84D8F53F7476}" sibTransId="{85D43EEB-D26E-4D93-B80F-AC8CF931148F}"/>
    <dgm:cxn modelId="{882B3D6C-AFCF-4740-9A1B-518C5AC3C7E7}" type="presOf" srcId="{54A73D01-5D96-41F9-8735-24CC218B128B}" destId="{491C3F8B-A5A1-44B9-816A-B96DE8F8320C}" srcOrd="0" destOrd="0" presId="urn:microsoft.com/office/officeart/2008/layout/LinedList"/>
    <dgm:cxn modelId="{34AC3B77-B355-418A-B847-D4EB9A72D260}" srcId="{54A73D01-5D96-41F9-8735-24CC218B128B}" destId="{FAEA3129-E4FF-48AE-B8DC-629789F5EE63}" srcOrd="4" destOrd="0" parTransId="{74E1AFB7-56D7-434A-A5FC-FC68AF721ACF}" sibTransId="{4486C5CC-A3D7-4613-9186-8C7703286AEB}"/>
    <dgm:cxn modelId="{E512387E-F00A-4B83-8C1B-2CB97151A7BC}" type="presOf" srcId="{24A39248-DA79-4DC4-9B5C-32F1CEBA5F56}" destId="{208337A2-0F45-40E6-A529-5BD104131531}" srcOrd="0" destOrd="0" presId="urn:microsoft.com/office/officeart/2008/layout/LinedList"/>
    <dgm:cxn modelId="{E4D5CBA0-8DDB-440E-B776-DF6B12521768}" type="presOf" srcId="{AEBBB6FC-1106-44D2-8BFC-ABF4B9B4E407}" destId="{A5CBD77C-3299-4843-A6BE-56A4DA1DEC39}" srcOrd="0" destOrd="0" presId="urn:microsoft.com/office/officeart/2008/layout/LinedList"/>
    <dgm:cxn modelId="{28B963AF-4C50-409C-82AD-66F35936B71F}" type="presOf" srcId="{FAEA3129-E4FF-48AE-B8DC-629789F5EE63}" destId="{8616649A-E8E1-4689-BFF4-5ACBCA0B0642}" srcOrd="0" destOrd="0" presId="urn:microsoft.com/office/officeart/2008/layout/LinedList"/>
    <dgm:cxn modelId="{1FA8F5BD-17F8-422F-9AB1-371DB1B37E1A}" type="presOf" srcId="{CE4A7C22-561D-478A-9077-82939AAF3FED}" destId="{5A71A8D0-FD43-4DCF-B102-0BAACC4A757D}" srcOrd="0" destOrd="0" presId="urn:microsoft.com/office/officeart/2008/layout/LinedList"/>
    <dgm:cxn modelId="{4481EAD2-9A99-4178-B828-97A693995E80}" type="presOf" srcId="{DA66A180-877E-4012-941E-3F6454294CF7}" destId="{F9572837-B89D-4FC6-BF58-A8176D3DC017}" srcOrd="0" destOrd="0" presId="urn:microsoft.com/office/officeart/2008/layout/LinedList"/>
    <dgm:cxn modelId="{952217E8-3C93-4F30-AB67-47D7A10C0310}" srcId="{54A73D01-5D96-41F9-8735-24CC218B128B}" destId="{AEBBB6FC-1106-44D2-8BFC-ABF4B9B4E407}" srcOrd="5" destOrd="0" parTransId="{D5C1EDA8-0683-4F8E-8571-46D829755732}" sibTransId="{E60196CB-A18A-431B-B292-4BD8EFC4F0E9}"/>
    <dgm:cxn modelId="{2D8F8DFC-DEA1-4C31-8442-E2DB3053105E}" srcId="{54A73D01-5D96-41F9-8735-24CC218B128B}" destId="{DA66A180-877E-4012-941E-3F6454294CF7}" srcOrd="1" destOrd="0" parTransId="{BD38E429-A6FC-49D0-B7E0-44E841E790DF}" sibTransId="{BACD29B7-D1EB-417F-B801-7E007E3441D4}"/>
    <dgm:cxn modelId="{1E67D854-1397-4B07-B1D0-1DFC804B9B3A}" type="presParOf" srcId="{491C3F8B-A5A1-44B9-816A-B96DE8F8320C}" destId="{00A289C7-0805-4DD3-9D40-87BA7AD41468}" srcOrd="0" destOrd="0" presId="urn:microsoft.com/office/officeart/2008/layout/LinedList"/>
    <dgm:cxn modelId="{AD1AAD67-F2D7-4F0F-9A9A-9B6D3A0084E9}" type="presParOf" srcId="{491C3F8B-A5A1-44B9-816A-B96DE8F8320C}" destId="{3132F110-2FD3-4564-BE89-E0439D123E40}" srcOrd="1" destOrd="0" presId="urn:microsoft.com/office/officeart/2008/layout/LinedList"/>
    <dgm:cxn modelId="{0AAD38AE-208B-4B3F-9D5F-34E800621587}" type="presParOf" srcId="{3132F110-2FD3-4564-BE89-E0439D123E40}" destId="{5A71A8D0-FD43-4DCF-B102-0BAACC4A757D}" srcOrd="0" destOrd="0" presId="urn:microsoft.com/office/officeart/2008/layout/LinedList"/>
    <dgm:cxn modelId="{1DC5CB50-8577-434D-9C84-A27E7ABF0478}" type="presParOf" srcId="{3132F110-2FD3-4564-BE89-E0439D123E40}" destId="{ECBEF331-72F6-40A0-8C4C-BB863C3924F1}" srcOrd="1" destOrd="0" presId="urn:microsoft.com/office/officeart/2008/layout/LinedList"/>
    <dgm:cxn modelId="{A9EAB57A-01A8-48E2-8A95-4EB17940C79A}" type="presParOf" srcId="{491C3F8B-A5A1-44B9-816A-B96DE8F8320C}" destId="{5459F630-55F6-4882-AF5D-A5B9DEC0C55B}" srcOrd="2" destOrd="0" presId="urn:microsoft.com/office/officeart/2008/layout/LinedList"/>
    <dgm:cxn modelId="{3E890006-DD1A-4503-B865-DEE63F019C23}" type="presParOf" srcId="{491C3F8B-A5A1-44B9-816A-B96DE8F8320C}" destId="{C6F5D174-375A-40CA-AECA-903A6DACBF6C}" srcOrd="3" destOrd="0" presId="urn:microsoft.com/office/officeart/2008/layout/LinedList"/>
    <dgm:cxn modelId="{117569AB-E9A2-4AAB-B366-98D90C402463}" type="presParOf" srcId="{C6F5D174-375A-40CA-AECA-903A6DACBF6C}" destId="{F9572837-B89D-4FC6-BF58-A8176D3DC017}" srcOrd="0" destOrd="0" presId="urn:microsoft.com/office/officeart/2008/layout/LinedList"/>
    <dgm:cxn modelId="{D3AC6193-9560-40C0-AD0D-FC8CC85ABC90}" type="presParOf" srcId="{C6F5D174-375A-40CA-AECA-903A6DACBF6C}" destId="{448C83EE-57B6-43C8-9729-9377791F28BD}" srcOrd="1" destOrd="0" presId="urn:microsoft.com/office/officeart/2008/layout/LinedList"/>
    <dgm:cxn modelId="{FE3BD6E3-37F4-4110-BD0B-17221321E3B0}" type="presParOf" srcId="{491C3F8B-A5A1-44B9-816A-B96DE8F8320C}" destId="{AB46A28A-6F66-493F-81CA-904ADEFAE6DA}" srcOrd="4" destOrd="0" presId="urn:microsoft.com/office/officeart/2008/layout/LinedList"/>
    <dgm:cxn modelId="{B6755E61-3254-47C7-B425-24DD62C35043}" type="presParOf" srcId="{491C3F8B-A5A1-44B9-816A-B96DE8F8320C}" destId="{CD782FCF-9948-4E5F-A95F-967925CA38F5}" srcOrd="5" destOrd="0" presId="urn:microsoft.com/office/officeart/2008/layout/LinedList"/>
    <dgm:cxn modelId="{7B95FFC3-4384-42D2-957C-705CBD760850}" type="presParOf" srcId="{CD782FCF-9948-4E5F-A95F-967925CA38F5}" destId="{208337A2-0F45-40E6-A529-5BD104131531}" srcOrd="0" destOrd="0" presId="urn:microsoft.com/office/officeart/2008/layout/LinedList"/>
    <dgm:cxn modelId="{1D31D023-F334-4E9D-A842-C8817B13E98E}" type="presParOf" srcId="{CD782FCF-9948-4E5F-A95F-967925CA38F5}" destId="{7347E5A7-5F77-4674-BEA8-C8EE17A15206}" srcOrd="1" destOrd="0" presId="urn:microsoft.com/office/officeart/2008/layout/LinedList"/>
    <dgm:cxn modelId="{57BC373F-29F4-4CF9-8498-540C209FD2E8}" type="presParOf" srcId="{491C3F8B-A5A1-44B9-816A-B96DE8F8320C}" destId="{827426A5-72B6-437B-91E8-E8883A87DA53}" srcOrd="6" destOrd="0" presId="urn:microsoft.com/office/officeart/2008/layout/LinedList"/>
    <dgm:cxn modelId="{A692E6AC-00B9-4D92-A6D5-0AA4138B204F}" type="presParOf" srcId="{491C3F8B-A5A1-44B9-816A-B96DE8F8320C}" destId="{0C12628B-FC9B-431F-B8B4-30996FB6B0C1}" srcOrd="7" destOrd="0" presId="urn:microsoft.com/office/officeart/2008/layout/LinedList"/>
    <dgm:cxn modelId="{BC76F913-991D-4025-BB31-B348FA475091}" type="presParOf" srcId="{0C12628B-FC9B-431F-B8B4-30996FB6B0C1}" destId="{94352451-8B99-470F-9DEE-390D82774D18}" srcOrd="0" destOrd="0" presId="urn:microsoft.com/office/officeart/2008/layout/LinedList"/>
    <dgm:cxn modelId="{F9D50615-CF24-4EA0-8D53-E43FA8553A33}" type="presParOf" srcId="{0C12628B-FC9B-431F-B8B4-30996FB6B0C1}" destId="{DA4ECC34-0CE1-49B7-80B0-2FFCDBC78A5E}" srcOrd="1" destOrd="0" presId="urn:microsoft.com/office/officeart/2008/layout/LinedList"/>
    <dgm:cxn modelId="{641643B1-1341-47AA-9BB3-DDBD2FFAE80A}" type="presParOf" srcId="{491C3F8B-A5A1-44B9-816A-B96DE8F8320C}" destId="{F35AE6CD-DA3D-4CE6-9AAF-C7069562A007}" srcOrd="8" destOrd="0" presId="urn:microsoft.com/office/officeart/2008/layout/LinedList"/>
    <dgm:cxn modelId="{6F4F24E9-DB5D-4AE9-B3BB-47281F40BE47}" type="presParOf" srcId="{491C3F8B-A5A1-44B9-816A-B96DE8F8320C}" destId="{C7B7E7E0-91DA-4FA6-9A44-8E88DB2D9C10}" srcOrd="9" destOrd="0" presId="urn:microsoft.com/office/officeart/2008/layout/LinedList"/>
    <dgm:cxn modelId="{F94C8D3E-BB1A-48BC-A102-6C7F33CF880D}" type="presParOf" srcId="{C7B7E7E0-91DA-4FA6-9A44-8E88DB2D9C10}" destId="{8616649A-E8E1-4689-BFF4-5ACBCA0B0642}" srcOrd="0" destOrd="0" presId="urn:microsoft.com/office/officeart/2008/layout/LinedList"/>
    <dgm:cxn modelId="{3FDCBA06-946C-43C6-8764-50B2571E6EFF}" type="presParOf" srcId="{C7B7E7E0-91DA-4FA6-9A44-8E88DB2D9C10}" destId="{4EDF1C92-5A3B-488F-872D-A57E65472888}" srcOrd="1" destOrd="0" presId="urn:microsoft.com/office/officeart/2008/layout/LinedList"/>
    <dgm:cxn modelId="{A5F5000F-0535-4479-9551-DBD816009F1C}" type="presParOf" srcId="{491C3F8B-A5A1-44B9-816A-B96DE8F8320C}" destId="{E927C50E-9C9B-49BB-9DF6-58DBA376CDE9}" srcOrd="10" destOrd="0" presId="urn:microsoft.com/office/officeart/2008/layout/LinedList"/>
    <dgm:cxn modelId="{08F67FE8-D6A5-4302-9FD2-B36F60097881}" type="presParOf" srcId="{491C3F8B-A5A1-44B9-816A-B96DE8F8320C}" destId="{EB4EB8DD-A49D-453E-82A3-A11E64D301D1}" srcOrd="11" destOrd="0" presId="urn:microsoft.com/office/officeart/2008/layout/LinedList"/>
    <dgm:cxn modelId="{03F5CE07-BF54-4DD8-B9D8-26C1D515909C}" type="presParOf" srcId="{EB4EB8DD-A49D-453E-82A3-A11E64D301D1}" destId="{A5CBD77C-3299-4843-A6BE-56A4DA1DEC39}" srcOrd="0" destOrd="0" presId="urn:microsoft.com/office/officeart/2008/layout/LinedList"/>
    <dgm:cxn modelId="{260607C3-DBA0-4524-AEF2-525E0FB9926D}" type="presParOf" srcId="{EB4EB8DD-A49D-453E-82A3-A11E64D301D1}" destId="{735E8C34-4050-4BBE-9C1E-DD4899BFDF1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DF10AC64-E4AB-455D-AD8D-1467ED133399}"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13A20217-0DB7-4356-8514-E82349B7C6AC}">
      <dgm:prSet/>
      <dgm:spPr/>
      <dgm:t>
        <a:bodyPr/>
        <a:lstStyle/>
        <a:p>
          <a:r>
            <a:rPr lang="en-NL"/>
            <a:t>The investigation identified several contributing factors:</a:t>
          </a:r>
          <a:endParaRPr lang="en-US"/>
        </a:p>
      </dgm:t>
    </dgm:pt>
    <dgm:pt modelId="{E6BAA939-20AA-449D-AECC-07CEFC42E7C1}" type="parTrans" cxnId="{F478750C-2214-4CE4-98FE-3227C536D751}">
      <dgm:prSet/>
      <dgm:spPr/>
      <dgm:t>
        <a:bodyPr/>
        <a:lstStyle/>
        <a:p>
          <a:endParaRPr lang="en-US"/>
        </a:p>
      </dgm:t>
    </dgm:pt>
    <dgm:pt modelId="{D2010C2F-57E3-4913-AF0C-AE3F5E143517}" type="sibTrans" cxnId="{F478750C-2214-4CE4-98FE-3227C536D751}">
      <dgm:prSet/>
      <dgm:spPr/>
      <dgm:t>
        <a:bodyPr/>
        <a:lstStyle/>
        <a:p>
          <a:endParaRPr lang="en-US"/>
        </a:p>
      </dgm:t>
    </dgm:pt>
    <dgm:pt modelId="{63E79202-DEEA-4279-BBEF-249AB572E398}">
      <dgm:prSet/>
      <dgm:spPr/>
      <dgm:t>
        <a:bodyPr/>
        <a:lstStyle/>
        <a:p>
          <a:r>
            <a:rPr lang="en-NL"/>
            <a:t>Insufficient preparation for manual flying at high altitude.</a:t>
          </a:r>
          <a:endParaRPr lang="en-US"/>
        </a:p>
      </dgm:t>
    </dgm:pt>
    <dgm:pt modelId="{E3F408D5-9DA7-4392-ACD7-3A417465F72F}" type="parTrans" cxnId="{545F9D2D-E28E-45CA-A1C1-5019AD5984ED}">
      <dgm:prSet/>
      <dgm:spPr/>
      <dgm:t>
        <a:bodyPr/>
        <a:lstStyle/>
        <a:p>
          <a:endParaRPr lang="en-US"/>
        </a:p>
      </dgm:t>
    </dgm:pt>
    <dgm:pt modelId="{9F6E690E-4EE5-4B3A-A213-7A9F27BF41B2}" type="sibTrans" cxnId="{545F9D2D-E28E-45CA-A1C1-5019AD5984ED}">
      <dgm:prSet/>
      <dgm:spPr/>
      <dgm:t>
        <a:bodyPr/>
        <a:lstStyle/>
        <a:p>
          <a:endParaRPr lang="en-US"/>
        </a:p>
      </dgm:t>
    </dgm:pt>
    <dgm:pt modelId="{C49730C3-105D-4473-9EFF-701C3D890B5B}">
      <dgm:prSet/>
      <dgm:spPr/>
      <dgm:t>
        <a:bodyPr/>
        <a:lstStyle/>
        <a:p>
          <a:r>
            <a:rPr lang="en-NL"/>
            <a:t>Difficulty interpreting cockpit information and recognizing the stall.</a:t>
          </a:r>
          <a:endParaRPr lang="en-US"/>
        </a:p>
      </dgm:t>
    </dgm:pt>
    <dgm:pt modelId="{17A9C69B-B47E-45F4-BCB2-0D40B6C53D6A}" type="parTrans" cxnId="{A2F20783-C403-46AE-B5C0-CE214CC2A1F3}">
      <dgm:prSet/>
      <dgm:spPr/>
      <dgm:t>
        <a:bodyPr/>
        <a:lstStyle/>
        <a:p>
          <a:endParaRPr lang="en-US"/>
        </a:p>
      </dgm:t>
    </dgm:pt>
    <dgm:pt modelId="{529AB9B8-BB2A-4DA9-9AF3-2BBDB711C466}" type="sibTrans" cxnId="{A2F20783-C403-46AE-B5C0-CE214CC2A1F3}">
      <dgm:prSet/>
      <dgm:spPr/>
      <dgm:t>
        <a:bodyPr/>
        <a:lstStyle/>
        <a:p>
          <a:endParaRPr lang="en-US"/>
        </a:p>
      </dgm:t>
    </dgm:pt>
    <dgm:pt modelId="{795F2987-9AD1-4EB0-BC19-01988888C3D9}">
      <dgm:prSet/>
      <dgm:spPr/>
      <dgm:t>
        <a:bodyPr/>
        <a:lstStyle/>
        <a:p>
          <a:r>
            <a:rPr lang="en-NL"/>
            <a:t>Surprise, workload, and breakdowns in crew coordination.</a:t>
          </a:r>
          <a:endParaRPr lang="en-US"/>
        </a:p>
      </dgm:t>
    </dgm:pt>
    <dgm:pt modelId="{C944669B-E700-472C-8EA5-AF62A16F6C92}" type="parTrans" cxnId="{0089C33E-2E1A-4A75-BCD5-8735B206A677}">
      <dgm:prSet/>
      <dgm:spPr/>
      <dgm:t>
        <a:bodyPr/>
        <a:lstStyle/>
        <a:p>
          <a:endParaRPr lang="en-US"/>
        </a:p>
      </dgm:t>
    </dgm:pt>
    <dgm:pt modelId="{33ED66B4-4FF7-4B70-8023-4EC5488911C5}" type="sibTrans" cxnId="{0089C33E-2E1A-4A75-BCD5-8735B206A677}">
      <dgm:prSet/>
      <dgm:spPr/>
      <dgm:t>
        <a:bodyPr/>
        <a:lstStyle/>
        <a:p>
          <a:endParaRPr lang="en-US"/>
        </a:p>
      </dgm:t>
    </dgm:pt>
    <dgm:pt modelId="{76A2812B-A8E2-4F5C-9AC6-888D6B94741C}">
      <dgm:prSet/>
      <dgm:spPr/>
      <dgm:t>
        <a:bodyPr/>
        <a:lstStyle/>
        <a:p>
          <a:r>
            <a:rPr lang="en-NL" b="1"/>
            <a:t>Being responsible for a system is not enough.</a:t>
          </a:r>
          <a:br>
            <a:rPr lang="en-NL" b="1"/>
          </a:br>
          <a:r>
            <a:rPr lang="en-NL" b="1"/>
            <a:t>You must be prepared to understand and intervene.</a:t>
          </a:r>
          <a:endParaRPr lang="en-US"/>
        </a:p>
      </dgm:t>
    </dgm:pt>
    <dgm:pt modelId="{157856F2-3CB8-4E6A-8421-CE056171FD1D}" type="parTrans" cxnId="{0D464026-22E4-47D1-96F2-D3178F8B4625}">
      <dgm:prSet/>
      <dgm:spPr/>
      <dgm:t>
        <a:bodyPr/>
        <a:lstStyle/>
        <a:p>
          <a:endParaRPr lang="en-US"/>
        </a:p>
      </dgm:t>
    </dgm:pt>
    <dgm:pt modelId="{F51679FA-D563-417F-90ED-E2FF7F9B20F7}" type="sibTrans" cxnId="{0D464026-22E4-47D1-96F2-D3178F8B4625}">
      <dgm:prSet/>
      <dgm:spPr/>
      <dgm:t>
        <a:bodyPr/>
        <a:lstStyle/>
        <a:p>
          <a:endParaRPr lang="en-US"/>
        </a:p>
      </dgm:t>
    </dgm:pt>
    <dgm:pt modelId="{5FDD178C-7F7E-44E1-A6BF-25FE0D40367D}" type="pres">
      <dgm:prSet presAssocID="{DF10AC64-E4AB-455D-AD8D-1467ED133399}" presName="vert0" presStyleCnt="0">
        <dgm:presLayoutVars>
          <dgm:dir/>
          <dgm:animOne val="branch"/>
          <dgm:animLvl val="lvl"/>
        </dgm:presLayoutVars>
      </dgm:prSet>
      <dgm:spPr/>
    </dgm:pt>
    <dgm:pt modelId="{4B8BDFEB-8D61-4B23-844B-FC5114D8026D}" type="pres">
      <dgm:prSet presAssocID="{13A20217-0DB7-4356-8514-E82349B7C6AC}" presName="thickLine" presStyleLbl="alignNode1" presStyleIdx="0" presStyleCnt="5"/>
      <dgm:spPr/>
    </dgm:pt>
    <dgm:pt modelId="{10FB8303-19F8-4BE7-8C16-16EADF1D1D48}" type="pres">
      <dgm:prSet presAssocID="{13A20217-0DB7-4356-8514-E82349B7C6AC}" presName="horz1" presStyleCnt="0"/>
      <dgm:spPr/>
    </dgm:pt>
    <dgm:pt modelId="{A233F083-A6DF-43A0-A0DC-F9C3CA166317}" type="pres">
      <dgm:prSet presAssocID="{13A20217-0DB7-4356-8514-E82349B7C6AC}" presName="tx1" presStyleLbl="revTx" presStyleIdx="0" presStyleCnt="5"/>
      <dgm:spPr/>
    </dgm:pt>
    <dgm:pt modelId="{DC3262EA-8197-46C5-A92B-EF2A98C066CF}" type="pres">
      <dgm:prSet presAssocID="{13A20217-0DB7-4356-8514-E82349B7C6AC}" presName="vert1" presStyleCnt="0"/>
      <dgm:spPr/>
    </dgm:pt>
    <dgm:pt modelId="{6D869A69-3386-477F-8A0B-E686D6CC9653}" type="pres">
      <dgm:prSet presAssocID="{63E79202-DEEA-4279-BBEF-249AB572E398}" presName="thickLine" presStyleLbl="alignNode1" presStyleIdx="1" presStyleCnt="5"/>
      <dgm:spPr/>
    </dgm:pt>
    <dgm:pt modelId="{A982519C-6354-4F77-B158-72E2A2AE1C82}" type="pres">
      <dgm:prSet presAssocID="{63E79202-DEEA-4279-BBEF-249AB572E398}" presName="horz1" presStyleCnt="0"/>
      <dgm:spPr/>
    </dgm:pt>
    <dgm:pt modelId="{33840E01-98F6-475B-AB6B-7A413769B0E1}" type="pres">
      <dgm:prSet presAssocID="{63E79202-DEEA-4279-BBEF-249AB572E398}" presName="tx1" presStyleLbl="revTx" presStyleIdx="1" presStyleCnt="5"/>
      <dgm:spPr/>
    </dgm:pt>
    <dgm:pt modelId="{31B731F0-376B-4CB2-9CA0-B7C1B5F519EA}" type="pres">
      <dgm:prSet presAssocID="{63E79202-DEEA-4279-BBEF-249AB572E398}" presName="vert1" presStyleCnt="0"/>
      <dgm:spPr/>
    </dgm:pt>
    <dgm:pt modelId="{27664020-13F1-4739-BE0C-5B529912328E}" type="pres">
      <dgm:prSet presAssocID="{C49730C3-105D-4473-9EFF-701C3D890B5B}" presName="thickLine" presStyleLbl="alignNode1" presStyleIdx="2" presStyleCnt="5"/>
      <dgm:spPr/>
    </dgm:pt>
    <dgm:pt modelId="{D2750A1E-A1C0-48E2-B661-C00790594413}" type="pres">
      <dgm:prSet presAssocID="{C49730C3-105D-4473-9EFF-701C3D890B5B}" presName="horz1" presStyleCnt="0"/>
      <dgm:spPr/>
    </dgm:pt>
    <dgm:pt modelId="{B53C49DF-E1E7-4ABA-9132-02629CBAB97E}" type="pres">
      <dgm:prSet presAssocID="{C49730C3-105D-4473-9EFF-701C3D890B5B}" presName="tx1" presStyleLbl="revTx" presStyleIdx="2" presStyleCnt="5"/>
      <dgm:spPr/>
    </dgm:pt>
    <dgm:pt modelId="{C237E2C2-55E2-464B-A503-AA10046F6253}" type="pres">
      <dgm:prSet presAssocID="{C49730C3-105D-4473-9EFF-701C3D890B5B}" presName="vert1" presStyleCnt="0"/>
      <dgm:spPr/>
    </dgm:pt>
    <dgm:pt modelId="{592BBE76-D7E8-4048-BA11-88708A3A1D35}" type="pres">
      <dgm:prSet presAssocID="{795F2987-9AD1-4EB0-BC19-01988888C3D9}" presName="thickLine" presStyleLbl="alignNode1" presStyleIdx="3" presStyleCnt="5"/>
      <dgm:spPr/>
    </dgm:pt>
    <dgm:pt modelId="{FB71914C-4692-4F0A-B38D-332ADA090E5D}" type="pres">
      <dgm:prSet presAssocID="{795F2987-9AD1-4EB0-BC19-01988888C3D9}" presName="horz1" presStyleCnt="0"/>
      <dgm:spPr/>
    </dgm:pt>
    <dgm:pt modelId="{F4901606-CA8E-474B-9893-629639F790B4}" type="pres">
      <dgm:prSet presAssocID="{795F2987-9AD1-4EB0-BC19-01988888C3D9}" presName="tx1" presStyleLbl="revTx" presStyleIdx="3" presStyleCnt="5"/>
      <dgm:spPr/>
    </dgm:pt>
    <dgm:pt modelId="{D901A477-0FE2-42FC-B9CC-CD0B232FD79D}" type="pres">
      <dgm:prSet presAssocID="{795F2987-9AD1-4EB0-BC19-01988888C3D9}" presName="vert1" presStyleCnt="0"/>
      <dgm:spPr/>
    </dgm:pt>
    <dgm:pt modelId="{79680BDD-91BF-4151-8BCA-CC7E47B244A4}" type="pres">
      <dgm:prSet presAssocID="{76A2812B-A8E2-4F5C-9AC6-888D6B94741C}" presName="thickLine" presStyleLbl="alignNode1" presStyleIdx="4" presStyleCnt="5"/>
      <dgm:spPr/>
    </dgm:pt>
    <dgm:pt modelId="{DA3C6741-316D-4E09-9821-14CB9CDB6407}" type="pres">
      <dgm:prSet presAssocID="{76A2812B-A8E2-4F5C-9AC6-888D6B94741C}" presName="horz1" presStyleCnt="0"/>
      <dgm:spPr/>
    </dgm:pt>
    <dgm:pt modelId="{A58F74D2-489E-41BC-A6D4-CD7178FED15D}" type="pres">
      <dgm:prSet presAssocID="{76A2812B-A8E2-4F5C-9AC6-888D6B94741C}" presName="tx1" presStyleLbl="revTx" presStyleIdx="4" presStyleCnt="5"/>
      <dgm:spPr/>
    </dgm:pt>
    <dgm:pt modelId="{10EC6BB3-3E13-4F08-BC29-36FF5A7BAA03}" type="pres">
      <dgm:prSet presAssocID="{76A2812B-A8E2-4F5C-9AC6-888D6B94741C}" presName="vert1" presStyleCnt="0"/>
      <dgm:spPr/>
    </dgm:pt>
  </dgm:ptLst>
  <dgm:cxnLst>
    <dgm:cxn modelId="{6D41B107-FFD4-4205-9687-1B93792331C2}" type="presOf" srcId="{63E79202-DEEA-4279-BBEF-249AB572E398}" destId="{33840E01-98F6-475B-AB6B-7A413769B0E1}" srcOrd="0" destOrd="0" presId="urn:microsoft.com/office/officeart/2008/layout/LinedList"/>
    <dgm:cxn modelId="{F478750C-2214-4CE4-98FE-3227C536D751}" srcId="{DF10AC64-E4AB-455D-AD8D-1467ED133399}" destId="{13A20217-0DB7-4356-8514-E82349B7C6AC}" srcOrd="0" destOrd="0" parTransId="{E6BAA939-20AA-449D-AECC-07CEFC42E7C1}" sibTransId="{D2010C2F-57E3-4913-AF0C-AE3F5E143517}"/>
    <dgm:cxn modelId="{0D464026-22E4-47D1-96F2-D3178F8B4625}" srcId="{DF10AC64-E4AB-455D-AD8D-1467ED133399}" destId="{76A2812B-A8E2-4F5C-9AC6-888D6B94741C}" srcOrd="4" destOrd="0" parTransId="{157856F2-3CB8-4E6A-8421-CE056171FD1D}" sibTransId="{F51679FA-D563-417F-90ED-E2FF7F9B20F7}"/>
    <dgm:cxn modelId="{545F9D2D-E28E-45CA-A1C1-5019AD5984ED}" srcId="{DF10AC64-E4AB-455D-AD8D-1467ED133399}" destId="{63E79202-DEEA-4279-BBEF-249AB572E398}" srcOrd="1" destOrd="0" parTransId="{E3F408D5-9DA7-4392-ACD7-3A417465F72F}" sibTransId="{9F6E690E-4EE5-4B3A-A213-7A9F27BF41B2}"/>
    <dgm:cxn modelId="{36614C3A-6425-473E-8456-04B12D9AFEC1}" type="presOf" srcId="{795F2987-9AD1-4EB0-BC19-01988888C3D9}" destId="{F4901606-CA8E-474B-9893-629639F790B4}" srcOrd="0" destOrd="0" presId="urn:microsoft.com/office/officeart/2008/layout/LinedList"/>
    <dgm:cxn modelId="{0089C33E-2E1A-4A75-BCD5-8735B206A677}" srcId="{DF10AC64-E4AB-455D-AD8D-1467ED133399}" destId="{795F2987-9AD1-4EB0-BC19-01988888C3D9}" srcOrd="3" destOrd="0" parTransId="{C944669B-E700-472C-8EA5-AF62A16F6C92}" sibTransId="{33ED66B4-4FF7-4B70-8023-4EC5488911C5}"/>
    <dgm:cxn modelId="{A2F20783-C403-46AE-B5C0-CE214CC2A1F3}" srcId="{DF10AC64-E4AB-455D-AD8D-1467ED133399}" destId="{C49730C3-105D-4473-9EFF-701C3D890B5B}" srcOrd="2" destOrd="0" parTransId="{17A9C69B-B47E-45F4-BCB2-0D40B6C53D6A}" sibTransId="{529AB9B8-BB2A-4DA9-9AF3-2BBDB711C466}"/>
    <dgm:cxn modelId="{DB26878B-5E96-4E5C-96C1-44F133730354}" type="presOf" srcId="{76A2812B-A8E2-4F5C-9AC6-888D6B94741C}" destId="{A58F74D2-489E-41BC-A6D4-CD7178FED15D}" srcOrd="0" destOrd="0" presId="urn:microsoft.com/office/officeart/2008/layout/LinedList"/>
    <dgm:cxn modelId="{9497A9E1-1F0F-418F-9526-BCF83A15B857}" type="presOf" srcId="{C49730C3-105D-4473-9EFF-701C3D890B5B}" destId="{B53C49DF-E1E7-4ABA-9132-02629CBAB97E}" srcOrd="0" destOrd="0" presId="urn:microsoft.com/office/officeart/2008/layout/LinedList"/>
    <dgm:cxn modelId="{ECE876ED-572D-4BBF-9C03-4F7443389E70}" type="presOf" srcId="{13A20217-0DB7-4356-8514-E82349B7C6AC}" destId="{A233F083-A6DF-43A0-A0DC-F9C3CA166317}" srcOrd="0" destOrd="0" presId="urn:microsoft.com/office/officeart/2008/layout/LinedList"/>
    <dgm:cxn modelId="{3B4676F7-6B8A-40B8-AE16-4B6BA07D0B0D}" type="presOf" srcId="{DF10AC64-E4AB-455D-AD8D-1467ED133399}" destId="{5FDD178C-7F7E-44E1-A6BF-25FE0D40367D}" srcOrd="0" destOrd="0" presId="urn:microsoft.com/office/officeart/2008/layout/LinedList"/>
    <dgm:cxn modelId="{5AF36795-7994-416F-9D06-25FE7E2E6671}" type="presParOf" srcId="{5FDD178C-7F7E-44E1-A6BF-25FE0D40367D}" destId="{4B8BDFEB-8D61-4B23-844B-FC5114D8026D}" srcOrd="0" destOrd="0" presId="urn:microsoft.com/office/officeart/2008/layout/LinedList"/>
    <dgm:cxn modelId="{132F4B0A-8277-4F20-86FD-05FEA0719F6A}" type="presParOf" srcId="{5FDD178C-7F7E-44E1-A6BF-25FE0D40367D}" destId="{10FB8303-19F8-4BE7-8C16-16EADF1D1D48}" srcOrd="1" destOrd="0" presId="urn:microsoft.com/office/officeart/2008/layout/LinedList"/>
    <dgm:cxn modelId="{B93438F6-586A-423E-B4C9-02FB85FABAB8}" type="presParOf" srcId="{10FB8303-19F8-4BE7-8C16-16EADF1D1D48}" destId="{A233F083-A6DF-43A0-A0DC-F9C3CA166317}" srcOrd="0" destOrd="0" presId="urn:microsoft.com/office/officeart/2008/layout/LinedList"/>
    <dgm:cxn modelId="{E5192EF5-6602-4EA0-B171-E2C94DF86DAF}" type="presParOf" srcId="{10FB8303-19F8-4BE7-8C16-16EADF1D1D48}" destId="{DC3262EA-8197-46C5-A92B-EF2A98C066CF}" srcOrd="1" destOrd="0" presId="urn:microsoft.com/office/officeart/2008/layout/LinedList"/>
    <dgm:cxn modelId="{4BA107B2-2779-4554-B953-3576563E1768}" type="presParOf" srcId="{5FDD178C-7F7E-44E1-A6BF-25FE0D40367D}" destId="{6D869A69-3386-477F-8A0B-E686D6CC9653}" srcOrd="2" destOrd="0" presId="urn:microsoft.com/office/officeart/2008/layout/LinedList"/>
    <dgm:cxn modelId="{301623B0-3A13-45A5-8DB6-E7BAE4D838AC}" type="presParOf" srcId="{5FDD178C-7F7E-44E1-A6BF-25FE0D40367D}" destId="{A982519C-6354-4F77-B158-72E2A2AE1C82}" srcOrd="3" destOrd="0" presId="urn:microsoft.com/office/officeart/2008/layout/LinedList"/>
    <dgm:cxn modelId="{3C28FBEE-E013-4862-9D83-0C071C47A2E5}" type="presParOf" srcId="{A982519C-6354-4F77-B158-72E2A2AE1C82}" destId="{33840E01-98F6-475B-AB6B-7A413769B0E1}" srcOrd="0" destOrd="0" presId="urn:microsoft.com/office/officeart/2008/layout/LinedList"/>
    <dgm:cxn modelId="{ED82D505-E5AE-4D1B-868C-FD2207771E58}" type="presParOf" srcId="{A982519C-6354-4F77-B158-72E2A2AE1C82}" destId="{31B731F0-376B-4CB2-9CA0-B7C1B5F519EA}" srcOrd="1" destOrd="0" presId="urn:microsoft.com/office/officeart/2008/layout/LinedList"/>
    <dgm:cxn modelId="{2ACB5D68-5A6F-4734-B02B-163EBBB8E4A7}" type="presParOf" srcId="{5FDD178C-7F7E-44E1-A6BF-25FE0D40367D}" destId="{27664020-13F1-4739-BE0C-5B529912328E}" srcOrd="4" destOrd="0" presId="urn:microsoft.com/office/officeart/2008/layout/LinedList"/>
    <dgm:cxn modelId="{41BD009C-C88C-473E-9995-8BA6F42400F0}" type="presParOf" srcId="{5FDD178C-7F7E-44E1-A6BF-25FE0D40367D}" destId="{D2750A1E-A1C0-48E2-B661-C00790594413}" srcOrd="5" destOrd="0" presId="urn:microsoft.com/office/officeart/2008/layout/LinedList"/>
    <dgm:cxn modelId="{20ED3D34-6643-4AF3-8394-1E8313ED786E}" type="presParOf" srcId="{D2750A1E-A1C0-48E2-B661-C00790594413}" destId="{B53C49DF-E1E7-4ABA-9132-02629CBAB97E}" srcOrd="0" destOrd="0" presId="urn:microsoft.com/office/officeart/2008/layout/LinedList"/>
    <dgm:cxn modelId="{4FCEC22A-2109-4655-B04F-A540F3A4DB27}" type="presParOf" srcId="{D2750A1E-A1C0-48E2-B661-C00790594413}" destId="{C237E2C2-55E2-464B-A503-AA10046F6253}" srcOrd="1" destOrd="0" presId="urn:microsoft.com/office/officeart/2008/layout/LinedList"/>
    <dgm:cxn modelId="{3EBACDE5-3097-4358-9C1D-9DDC486899CF}" type="presParOf" srcId="{5FDD178C-7F7E-44E1-A6BF-25FE0D40367D}" destId="{592BBE76-D7E8-4048-BA11-88708A3A1D35}" srcOrd="6" destOrd="0" presId="urn:microsoft.com/office/officeart/2008/layout/LinedList"/>
    <dgm:cxn modelId="{5F411545-C768-42E6-837A-59E8DC1B8D8C}" type="presParOf" srcId="{5FDD178C-7F7E-44E1-A6BF-25FE0D40367D}" destId="{FB71914C-4692-4F0A-B38D-332ADA090E5D}" srcOrd="7" destOrd="0" presId="urn:microsoft.com/office/officeart/2008/layout/LinedList"/>
    <dgm:cxn modelId="{C13E76A5-CB37-477B-AF5D-436D04565F46}" type="presParOf" srcId="{FB71914C-4692-4F0A-B38D-332ADA090E5D}" destId="{F4901606-CA8E-474B-9893-629639F790B4}" srcOrd="0" destOrd="0" presId="urn:microsoft.com/office/officeart/2008/layout/LinedList"/>
    <dgm:cxn modelId="{09EA453C-A8AA-4D51-A5D7-CDEE54D9FE30}" type="presParOf" srcId="{FB71914C-4692-4F0A-B38D-332ADA090E5D}" destId="{D901A477-0FE2-42FC-B9CC-CD0B232FD79D}" srcOrd="1" destOrd="0" presId="urn:microsoft.com/office/officeart/2008/layout/LinedList"/>
    <dgm:cxn modelId="{1DADDBF5-A9A5-46E8-A338-91BEB6FE0613}" type="presParOf" srcId="{5FDD178C-7F7E-44E1-A6BF-25FE0D40367D}" destId="{79680BDD-91BF-4151-8BCA-CC7E47B244A4}" srcOrd="8" destOrd="0" presId="urn:microsoft.com/office/officeart/2008/layout/LinedList"/>
    <dgm:cxn modelId="{459ED5CD-36C9-481F-82D5-1B260E1447E5}" type="presParOf" srcId="{5FDD178C-7F7E-44E1-A6BF-25FE0D40367D}" destId="{DA3C6741-316D-4E09-9821-14CB9CDB6407}" srcOrd="9" destOrd="0" presId="urn:microsoft.com/office/officeart/2008/layout/LinedList"/>
    <dgm:cxn modelId="{DA9CD54E-3A96-44D3-96AC-F63661D5F0EA}" type="presParOf" srcId="{DA3C6741-316D-4E09-9821-14CB9CDB6407}" destId="{A58F74D2-489E-41BC-A6D4-CD7178FED15D}" srcOrd="0" destOrd="0" presId="urn:microsoft.com/office/officeart/2008/layout/LinedList"/>
    <dgm:cxn modelId="{2D75F579-045A-42FF-A80A-A4D3D35C1A49}" type="presParOf" srcId="{DA3C6741-316D-4E09-9821-14CB9CDB6407}" destId="{10EC6BB3-3E13-4F08-BC29-36FF5A7BAA0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D84E5D9C-8DC9-494E-8666-B7B17E108C34}"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BC0B32A0-AC03-4B72-9E06-C556B1A61ADB}">
      <dgm:prSet/>
      <dgm:spPr/>
      <dgm:t>
        <a:bodyPr/>
        <a:lstStyle/>
        <a:p>
          <a:r>
            <a:rPr lang="en-NL" b="1"/>
            <a:t>2012 — Recommendations</a:t>
          </a:r>
          <a:br>
            <a:rPr lang="en-NL"/>
          </a:br>
          <a:r>
            <a:rPr lang="en-NL"/>
            <a:t>More realistic simulator exercises, better preparation for surprise, and stronger practical training. </a:t>
          </a:r>
          <a:r>
            <a:rPr lang="en-NL">
              <a:hlinkClick xmlns:r="http://schemas.openxmlformats.org/officeDocument/2006/relationships" r:id="rId1"/>
            </a:rPr>
            <a:t>BEA recommendations, pages 2–4</a:t>
          </a:r>
          <a:endParaRPr lang="en-US"/>
        </a:p>
      </dgm:t>
    </dgm:pt>
    <dgm:pt modelId="{C5C1589F-6AA5-4CE7-A1C3-6065316D5538}" type="parTrans" cxnId="{22429135-3865-4B81-A73D-308EC24319C6}">
      <dgm:prSet/>
      <dgm:spPr/>
      <dgm:t>
        <a:bodyPr/>
        <a:lstStyle/>
        <a:p>
          <a:endParaRPr lang="en-US"/>
        </a:p>
      </dgm:t>
    </dgm:pt>
    <dgm:pt modelId="{2A7A3C92-64BC-4CC3-9A54-7B85F29BC917}" type="sibTrans" cxnId="{22429135-3865-4B81-A73D-308EC24319C6}">
      <dgm:prSet/>
      <dgm:spPr/>
      <dgm:t>
        <a:bodyPr/>
        <a:lstStyle/>
        <a:p>
          <a:endParaRPr lang="en-US"/>
        </a:p>
      </dgm:t>
    </dgm:pt>
    <dgm:pt modelId="{10954805-3B15-4735-9397-5BFAD8086A76}">
      <dgm:prSet/>
      <dgm:spPr/>
      <dgm:t>
        <a:bodyPr/>
        <a:lstStyle/>
        <a:p>
          <a:r>
            <a:rPr lang="en-NL" b="1"/>
            <a:t>2018 — Simulator standards</a:t>
          </a:r>
          <a:br>
            <a:rPr lang="en-NL"/>
          </a:br>
          <a:r>
            <a:rPr lang="en-NL"/>
            <a:t>EASA strengthened simulator specifications to support more realistic stall and upset training. </a:t>
          </a:r>
          <a:r>
            <a:rPr lang="en-NL">
              <a:hlinkClick xmlns:r="http://schemas.openxmlformats.org/officeDocument/2006/relationships" r:id="rId2"/>
            </a:rPr>
            <a:t>EASA follow-up, pages 38–39</a:t>
          </a:r>
          <a:endParaRPr lang="en-US"/>
        </a:p>
      </dgm:t>
    </dgm:pt>
    <dgm:pt modelId="{99995762-1289-4A85-97BA-F8ABF2D4F22D}" type="parTrans" cxnId="{B47A03F4-F40A-49BD-8B8B-1D9AA58A5339}">
      <dgm:prSet/>
      <dgm:spPr/>
      <dgm:t>
        <a:bodyPr/>
        <a:lstStyle/>
        <a:p>
          <a:endParaRPr lang="en-US"/>
        </a:p>
      </dgm:t>
    </dgm:pt>
    <dgm:pt modelId="{69B1D374-6D32-42C9-B538-400F5D9E7072}" type="sibTrans" cxnId="{B47A03F4-F40A-49BD-8B8B-1D9AA58A5339}">
      <dgm:prSet/>
      <dgm:spPr/>
      <dgm:t>
        <a:bodyPr/>
        <a:lstStyle/>
        <a:p>
          <a:endParaRPr lang="en-US"/>
        </a:p>
      </dgm:t>
    </dgm:pt>
    <dgm:pt modelId="{B9EEE98E-D592-4A33-B2DB-218EE1BA62E3}">
      <dgm:prSet/>
      <dgm:spPr/>
      <dgm:t>
        <a:bodyPr/>
        <a:lstStyle/>
        <a:p>
          <a:r>
            <a:rPr lang="en-NL" b="1"/>
            <a:t>2019 — Mandatory training expanded</a:t>
          </a:r>
          <a:br>
            <a:rPr lang="en-NL"/>
          </a:br>
          <a:r>
            <a:rPr lang="en-NL"/>
            <a:t>Upset prevention and recovery training became mandatory in specified professional pilot and aircraft-rating courses. </a:t>
          </a:r>
          <a:r>
            <a:rPr lang="en-NL">
              <a:hlinkClick xmlns:r="http://schemas.openxmlformats.org/officeDocument/2006/relationships" r:id="rId3"/>
            </a:rPr>
            <a:t>EU Regulation 2018/1974</a:t>
          </a:r>
          <a:endParaRPr lang="en-US"/>
        </a:p>
      </dgm:t>
    </dgm:pt>
    <dgm:pt modelId="{E82449E0-E120-44FC-9F0F-3E33D324E69F}" type="parTrans" cxnId="{456B9DEF-9590-4DFC-9950-2752B1FEF3A2}">
      <dgm:prSet/>
      <dgm:spPr/>
      <dgm:t>
        <a:bodyPr/>
        <a:lstStyle/>
        <a:p>
          <a:endParaRPr lang="en-US"/>
        </a:p>
      </dgm:t>
    </dgm:pt>
    <dgm:pt modelId="{753EF088-FE47-4CA9-B29A-8F2C4D57F72C}" type="sibTrans" cxnId="{456B9DEF-9590-4DFC-9950-2752B1FEF3A2}">
      <dgm:prSet/>
      <dgm:spPr/>
      <dgm:t>
        <a:bodyPr/>
        <a:lstStyle/>
        <a:p>
          <a:endParaRPr lang="en-US"/>
        </a:p>
      </dgm:t>
    </dgm:pt>
    <dgm:pt modelId="{F31D1427-DC76-42F5-ACB7-C6B848756932}">
      <dgm:prSet/>
      <dgm:spPr/>
      <dgm:t>
        <a:bodyPr/>
        <a:lstStyle/>
        <a:p>
          <a:r>
            <a:rPr lang="en-NL" b="1"/>
            <a:t>Competence must be maintained through practice.</a:t>
          </a:r>
          <a:endParaRPr lang="en-US"/>
        </a:p>
      </dgm:t>
    </dgm:pt>
    <dgm:pt modelId="{C0E07442-FE72-4129-8E3D-60CADB12DFA8}" type="parTrans" cxnId="{60829E8C-E14A-442E-B19D-F2F1A600330B}">
      <dgm:prSet/>
      <dgm:spPr/>
      <dgm:t>
        <a:bodyPr/>
        <a:lstStyle/>
        <a:p>
          <a:endParaRPr lang="en-US"/>
        </a:p>
      </dgm:t>
    </dgm:pt>
    <dgm:pt modelId="{90B5A211-CB33-498F-A900-07F8D09A6C9B}" type="sibTrans" cxnId="{60829E8C-E14A-442E-B19D-F2F1A600330B}">
      <dgm:prSet/>
      <dgm:spPr/>
      <dgm:t>
        <a:bodyPr/>
        <a:lstStyle/>
        <a:p>
          <a:endParaRPr lang="en-US"/>
        </a:p>
      </dgm:t>
    </dgm:pt>
    <dgm:pt modelId="{FDE102B8-4C41-40CE-B7FD-4F4E0ADC6A1B}" type="pres">
      <dgm:prSet presAssocID="{D84E5D9C-8DC9-494E-8666-B7B17E108C34}" presName="vert0" presStyleCnt="0">
        <dgm:presLayoutVars>
          <dgm:dir/>
          <dgm:animOne val="branch"/>
          <dgm:animLvl val="lvl"/>
        </dgm:presLayoutVars>
      </dgm:prSet>
      <dgm:spPr/>
    </dgm:pt>
    <dgm:pt modelId="{DDF7110B-ED97-463D-BD56-C7C4A16BD2B1}" type="pres">
      <dgm:prSet presAssocID="{BC0B32A0-AC03-4B72-9E06-C556B1A61ADB}" presName="thickLine" presStyleLbl="alignNode1" presStyleIdx="0" presStyleCnt="4"/>
      <dgm:spPr/>
    </dgm:pt>
    <dgm:pt modelId="{755F6F8E-F54C-4EE3-B8D7-75CE433BC4D9}" type="pres">
      <dgm:prSet presAssocID="{BC0B32A0-AC03-4B72-9E06-C556B1A61ADB}" presName="horz1" presStyleCnt="0"/>
      <dgm:spPr/>
    </dgm:pt>
    <dgm:pt modelId="{780EF416-0EDA-4DBE-95DE-B422B69A6443}" type="pres">
      <dgm:prSet presAssocID="{BC0B32A0-AC03-4B72-9E06-C556B1A61ADB}" presName="tx1" presStyleLbl="revTx" presStyleIdx="0" presStyleCnt="4"/>
      <dgm:spPr/>
    </dgm:pt>
    <dgm:pt modelId="{9161F1B0-315E-4896-B02C-366ABFD11614}" type="pres">
      <dgm:prSet presAssocID="{BC0B32A0-AC03-4B72-9E06-C556B1A61ADB}" presName="vert1" presStyleCnt="0"/>
      <dgm:spPr/>
    </dgm:pt>
    <dgm:pt modelId="{4B5FBA70-B69B-4515-ACB1-7DC056E261DF}" type="pres">
      <dgm:prSet presAssocID="{10954805-3B15-4735-9397-5BFAD8086A76}" presName="thickLine" presStyleLbl="alignNode1" presStyleIdx="1" presStyleCnt="4"/>
      <dgm:spPr/>
    </dgm:pt>
    <dgm:pt modelId="{25A3C4AA-600E-420B-BD81-EF75FA453A12}" type="pres">
      <dgm:prSet presAssocID="{10954805-3B15-4735-9397-5BFAD8086A76}" presName="horz1" presStyleCnt="0"/>
      <dgm:spPr/>
    </dgm:pt>
    <dgm:pt modelId="{B03AD1AE-2253-4DDF-9BC8-8F2231805A17}" type="pres">
      <dgm:prSet presAssocID="{10954805-3B15-4735-9397-5BFAD8086A76}" presName="tx1" presStyleLbl="revTx" presStyleIdx="1" presStyleCnt="4"/>
      <dgm:spPr/>
    </dgm:pt>
    <dgm:pt modelId="{7104C1B0-D388-4009-9E56-620A61854B15}" type="pres">
      <dgm:prSet presAssocID="{10954805-3B15-4735-9397-5BFAD8086A76}" presName="vert1" presStyleCnt="0"/>
      <dgm:spPr/>
    </dgm:pt>
    <dgm:pt modelId="{C0D6A767-10E5-482B-8533-56F79D876C44}" type="pres">
      <dgm:prSet presAssocID="{B9EEE98E-D592-4A33-B2DB-218EE1BA62E3}" presName="thickLine" presStyleLbl="alignNode1" presStyleIdx="2" presStyleCnt="4"/>
      <dgm:spPr/>
    </dgm:pt>
    <dgm:pt modelId="{A4B4A5C6-CD4E-4949-A4E4-97A4890D5EF0}" type="pres">
      <dgm:prSet presAssocID="{B9EEE98E-D592-4A33-B2DB-218EE1BA62E3}" presName="horz1" presStyleCnt="0"/>
      <dgm:spPr/>
    </dgm:pt>
    <dgm:pt modelId="{4C7E7705-3FDA-4224-A8A4-84737E5D65C6}" type="pres">
      <dgm:prSet presAssocID="{B9EEE98E-D592-4A33-B2DB-218EE1BA62E3}" presName="tx1" presStyleLbl="revTx" presStyleIdx="2" presStyleCnt="4"/>
      <dgm:spPr/>
    </dgm:pt>
    <dgm:pt modelId="{445E8EB8-65EC-49A1-9508-C726DAB386BE}" type="pres">
      <dgm:prSet presAssocID="{B9EEE98E-D592-4A33-B2DB-218EE1BA62E3}" presName="vert1" presStyleCnt="0"/>
      <dgm:spPr/>
    </dgm:pt>
    <dgm:pt modelId="{D07653E6-B64E-44CE-8C92-EAC3B7E1D5C5}" type="pres">
      <dgm:prSet presAssocID="{F31D1427-DC76-42F5-ACB7-C6B848756932}" presName="thickLine" presStyleLbl="alignNode1" presStyleIdx="3" presStyleCnt="4"/>
      <dgm:spPr/>
    </dgm:pt>
    <dgm:pt modelId="{753A174A-55D0-4178-823D-67029AA5AF7C}" type="pres">
      <dgm:prSet presAssocID="{F31D1427-DC76-42F5-ACB7-C6B848756932}" presName="horz1" presStyleCnt="0"/>
      <dgm:spPr/>
    </dgm:pt>
    <dgm:pt modelId="{FEDC1141-59EE-492D-AA56-2FD60DD93121}" type="pres">
      <dgm:prSet presAssocID="{F31D1427-DC76-42F5-ACB7-C6B848756932}" presName="tx1" presStyleLbl="revTx" presStyleIdx="3" presStyleCnt="4"/>
      <dgm:spPr/>
    </dgm:pt>
    <dgm:pt modelId="{CD94B62C-B80A-4600-9487-11C2043A69D1}" type="pres">
      <dgm:prSet presAssocID="{F31D1427-DC76-42F5-ACB7-C6B848756932}" presName="vert1" presStyleCnt="0"/>
      <dgm:spPr/>
    </dgm:pt>
  </dgm:ptLst>
  <dgm:cxnLst>
    <dgm:cxn modelId="{D3C6EE01-C1A2-43B7-9C6C-B32F59E12BBD}" type="presOf" srcId="{B9EEE98E-D592-4A33-B2DB-218EE1BA62E3}" destId="{4C7E7705-3FDA-4224-A8A4-84737E5D65C6}" srcOrd="0" destOrd="0" presId="urn:microsoft.com/office/officeart/2008/layout/LinedList"/>
    <dgm:cxn modelId="{CF4A620E-EB9F-463F-B371-D1D9DEE6C9F0}" type="presOf" srcId="{D84E5D9C-8DC9-494E-8666-B7B17E108C34}" destId="{FDE102B8-4C41-40CE-B7FD-4F4E0ADC6A1B}" srcOrd="0" destOrd="0" presId="urn:microsoft.com/office/officeart/2008/layout/LinedList"/>
    <dgm:cxn modelId="{58D0CB32-5A5F-4D3E-B806-55B3D7D0C9FE}" type="presOf" srcId="{F31D1427-DC76-42F5-ACB7-C6B848756932}" destId="{FEDC1141-59EE-492D-AA56-2FD60DD93121}" srcOrd="0" destOrd="0" presId="urn:microsoft.com/office/officeart/2008/layout/LinedList"/>
    <dgm:cxn modelId="{22429135-3865-4B81-A73D-308EC24319C6}" srcId="{D84E5D9C-8DC9-494E-8666-B7B17E108C34}" destId="{BC0B32A0-AC03-4B72-9E06-C556B1A61ADB}" srcOrd="0" destOrd="0" parTransId="{C5C1589F-6AA5-4CE7-A1C3-6065316D5538}" sibTransId="{2A7A3C92-64BC-4CC3-9A54-7B85F29BC917}"/>
    <dgm:cxn modelId="{60829E8C-E14A-442E-B19D-F2F1A600330B}" srcId="{D84E5D9C-8DC9-494E-8666-B7B17E108C34}" destId="{F31D1427-DC76-42F5-ACB7-C6B848756932}" srcOrd="3" destOrd="0" parTransId="{C0E07442-FE72-4129-8E3D-60CADB12DFA8}" sibTransId="{90B5A211-CB33-498F-A900-07F8D09A6C9B}"/>
    <dgm:cxn modelId="{AB1E1DA8-A2F4-4D7F-8453-C760740DD5B0}" type="presOf" srcId="{10954805-3B15-4735-9397-5BFAD8086A76}" destId="{B03AD1AE-2253-4DDF-9BC8-8F2231805A17}" srcOrd="0" destOrd="0" presId="urn:microsoft.com/office/officeart/2008/layout/LinedList"/>
    <dgm:cxn modelId="{26BB7DEE-DBA7-48CD-BC84-33CED4F249F5}" type="presOf" srcId="{BC0B32A0-AC03-4B72-9E06-C556B1A61ADB}" destId="{780EF416-0EDA-4DBE-95DE-B422B69A6443}" srcOrd="0" destOrd="0" presId="urn:microsoft.com/office/officeart/2008/layout/LinedList"/>
    <dgm:cxn modelId="{456B9DEF-9590-4DFC-9950-2752B1FEF3A2}" srcId="{D84E5D9C-8DC9-494E-8666-B7B17E108C34}" destId="{B9EEE98E-D592-4A33-B2DB-218EE1BA62E3}" srcOrd="2" destOrd="0" parTransId="{E82449E0-E120-44FC-9F0F-3E33D324E69F}" sibTransId="{753EF088-FE47-4CA9-B29A-8F2C4D57F72C}"/>
    <dgm:cxn modelId="{B47A03F4-F40A-49BD-8B8B-1D9AA58A5339}" srcId="{D84E5D9C-8DC9-494E-8666-B7B17E108C34}" destId="{10954805-3B15-4735-9397-5BFAD8086A76}" srcOrd="1" destOrd="0" parTransId="{99995762-1289-4A85-97BA-F8ABF2D4F22D}" sibTransId="{69B1D374-6D32-42C9-B538-400F5D9E7072}"/>
    <dgm:cxn modelId="{4063A2CE-9259-4D64-B193-102EBB5D2027}" type="presParOf" srcId="{FDE102B8-4C41-40CE-B7FD-4F4E0ADC6A1B}" destId="{DDF7110B-ED97-463D-BD56-C7C4A16BD2B1}" srcOrd="0" destOrd="0" presId="urn:microsoft.com/office/officeart/2008/layout/LinedList"/>
    <dgm:cxn modelId="{55DBF38A-02B0-41A7-82A1-6A4745577854}" type="presParOf" srcId="{FDE102B8-4C41-40CE-B7FD-4F4E0ADC6A1B}" destId="{755F6F8E-F54C-4EE3-B8D7-75CE433BC4D9}" srcOrd="1" destOrd="0" presId="urn:microsoft.com/office/officeart/2008/layout/LinedList"/>
    <dgm:cxn modelId="{216EE579-8D49-449E-B40A-1A8BA00DD189}" type="presParOf" srcId="{755F6F8E-F54C-4EE3-B8D7-75CE433BC4D9}" destId="{780EF416-0EDA-4DBE-95DE-B422B69A6443}" srcOrd="0" destOrd="0" presId="urn:microsoft.com/office/officeart/2008/layout/LinedList"/>
    <dgm:cxn modelId="{A30645AB-55A0-4637-B7DD-6A5F04CAADD6}" type="presParOf" srcId="{755F6F8E-F54C-4EE3-B8D7-75CE433BC4D9}" destId="{9161F1B0-315E-4896-B02C-366ABFD11614}" srcOrd="1" destOrd="0" presId="urn:microsoft.com/office/officeart/2008/layout/LinedList"/>
    <dgm:cxn modelId="{5CAC75A8-4E94-41BD-A699-527FBA810AF0}" type="presParOf" srcId="{FDE102B8-4C41-40CE-B7FD-4F4E0ADC6A1B}" destId="{4B5FBA70-B69B-4515-ACB1-7DC056E261DF}" srcOrd="2" destOrd="0" presId="urn:microsoft.com/office/officeart/2008/layout/LinedList"/>
    <dgm:cxn modelId="{3F64EE2B-048B-4888-8A10-E199CB9D70CB}" type="presParOf" srcId="{FDE102B8-4C41-40CE-B7FD-4F4E0ADC6A1B}" destId="{25A3C4AA-600E-420B-BD81-EF75FA453A12}" srcOrd="3" destOrd="0" presId="urn:microsoft.com/office/officeart/2008/layout/LinedList"/>
    <dgm:cxn modelId="{179CDDF7-2B2B-4738-86B0-A5D446F05E5A}" type="presParOf" srcId="{25A3C4AA-600E-420B-BD81-EF75FA453A12}" destId="{B03AD1AE-2253-4DDF-9BC8-8F2231805A17}" srcOrd="0" destOrd="0" presId="urn:microsoft.com/office/officeart/2008/layout/LinedList"/>
    <dgm:cxn modelId="{FC1D9431-DEBE-4A45-B8D7-E9F89AD45363}" type="presParOf" srcId="{25A3C4AA-600E-420B-BD81-EF75FA453A12}" destId="{7104C1B0-D388-4009-9E56-620A61854B15}" srcOrd="1" destOrd="0" presId="urn:microsoft.com/office/officeart/2008/layout/LinedList"/>
    <dgm:cxn modelId="{FAE86109-D1A6-4FE3-B8D6-37D878B980EB}" type="presParOf" srcId="{FDE102B8-4C41-40CE-B7FD-4F4E0ADC6A1B}" destId="{C0D6A767-10E5-482B-8533-56F79D876C44}" srcOrd="4" destOrd="0" presId="urn:microsoft.com/office/officeart/2008/layout/LinedList"/>
    <dgm:cxn modelId="{7CEF5DC1-B474-4921-8142-7BA2C20EFF35}" type="presParOf" srcId="{FDE102B8-4C41-40CE-B7FD-4F4E0ADC6A1B}" destId="{A4B4A5C6-CD4E-4949-A4E4-97A4890D5EF0}" srcOrd="5" destOrd="0" presId="urn:microsoft.com/office/officeart/2008/layout/LinedList"/>
    <dgm:cxn modelId="{2C4DE4CE-8146-491F-A104-6AA55A588660}" type="presParOf" srcId="{A4B4A5C6-CD4E-4949-A4E4-97A4890D5EF0}" destId="{4C7E7705-3FDA-4224-A8A4-84737E5D65C6}" srcOrd="0" destOrd="0" presId="urn:microsoft.com/office/officeart/2008/layout/LinedList"/>
    <dgm:cxn modelId="{32B9ED28-EC1E-408D-B83F-C4812B14B87A}" type="presParOf" srcId="{A4B4A5C6-CD4E-4949-A4E4-97A4890D5EF0}" destId="{445E8EB8-65EC-49A1-9508-C726DAB386BE}" srcOrd="1" destOrd="0" presId="urn:microsoft.com/office/officeart/2008/layout/LinedList"/>
    <dgm:cxn modelId="{1B2B44E1-C81B-4F6F-8F3B-8DA10CA419B1}" type="presParOf" srcId="{FDE102B8-4C41-40CE-B7FD-4F4E0ADC6A1B}" destId="{D07653E6-B64E-44CE-8C92-EAC3B7E1D5C5}" srcOrd="6" destOrd="0" presId="urn:microsoft.com/office/officeart/2008/layout/LinedList"/>
    <dgm:cxn modelId="{8702AFED-2C5A-4F4D-BE9B-F149C9C74502}" type="presParOf" srcId="{FDE102B8-4C41-40CE-B7FD-4F4E0ADC6A1B}" destId="{753A174A-55D0-4178-823D-67029AA5AF7C}" srcOrd="7" destOrd="0" presId="urn:microsoft.com/office/officeart/2008/layout/LinedList"/>
    <dgm:cxn modelId="{293ECC87-C300-4D66-8A89-D19685D90827}" type="presParOf" srcId="{753A174A-55D0-4178-823D-67029AA5AF7C}" destId="{FEDC1141-59EE-492D-AA56-2FD60DD93121}" srcOrd="0" destOrd="0" presId="urn:microsoft.com/office/officeart/2008/layout/LinedList"/>
    <dgm:cxn modelId="{0736F6A6-C444-4340-9BD0-439715E2659C}" type="presParOf" srcId="{753A174A-55D0-4178-823D-67029AA5AF7C}" destId="{CD94B62C-B80A-4600-9487-11C2043A69D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95DDC7CF-D401-49CF-A5AC-0C19A40CE589}"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92215238-4D86-4B51-8BD5-D4D0E12625AD}">
      <dgm:prSet/>
      <dgm:spPr/>
      <dgm:t>
        <a:bodyPr/>
        <a:lstStyle/>
        <a:p>
          <a:r>
            <a:rPr lang="en-NL"/>
            <a:t>AI can write code. You still need to:</a:t>
          </a:r>
          <a:endParaRPr lang="en-US"/>
        </a:p>
      </dgm:t>
    </dgm:pt>
    <dgm:pt modelId="{00C696D9-8415-4E12-9299-925306D7113C}" type="parTrans" cxnId="{A97A4C09-343D-4717-9E29-652CF66D881C}">
      <dgm:prSet/>
      <dgm:spPr/>
      <dgm:t>
        <a:bodyPr/>
        <a:lstStyle/>
        <a:p>
          <a:endParaRPr lang="en-US"/>
        </a:p>
      </dgm:t>
    </dgm:pt>
    <dgm:pt modelId="{7E1FDC83-04CE-4ECB-B0DA-0DE2AC729939}" type="sibTrans" cxnId="{A97A4C09-343D-4717-9E29-652CF66D881C}">
      <dgm:prSet/>
      <dgm:spPr/>
      <dgm:t>
        <a:bodyPr/>
        <a:lstStyle/>
        <a:p>
          <a:endParaRPr lang="en-US"/>
        </a:p>
      </dgm:t>
    </dgm:pt>
    <dgm:pt modelId="{0432BEE8-CB48-4845-9D0F-52B603879E91}">
      <dgm:prSet/>
      <dgm:spPr/>
      <dgm:t>
        <a:bodyPr/>
        <a:lstStyle/>
        <a:p>
          <a:r>
            <a:rPr lang="en-NL"/>
            <a:t>Understand what the code should do.</a:t>
          </a:r>
          <a:endParaRPr lang="en-US"/>
        </a:p>
      </dgm:t>
    </dgm:pt>
    <dgm:pt modelId="{A69A9740-AC25-40AC-B7B5-6BB04D982139}" type="parTrans" cxnId="{95EEF83A-21C7-4E60-8436-3A17FC1582D4}">
      <dgm:prSet/>
      <dgm:spPr/>
      <dgm:t>
        <a:bodyPr/>
        <a:lstStyle/>
        <a:p>
          <a:endParaRPr lang="en-US"/>
        </a:p>
      </dgm:t>
    </dgm:pt>
    <dgm:pt modelId="{D203B5FC-FA3C-4F23-A8DC-3E4BF4170B11}" type="sibTrans" cxnId="{95EEF83A-21C7-4E60-8436-3A17FC1582D4}">
      <dgm:prSet/>
      <dgm:spPr/>
      <dgm:t>
        <a:bodyPr/>
        <a:lstStyle/>
        <a:p>
          <a:endParaRPr lang="en-US"/>
        </a:p>
      </dgm:t>
    </dgm:pt>
    <dgm:pt modelId="{7C9971FF-82EB-4E3D-91C1-5C70E97A96A6}">
      <dgm:prSet/>
      <dgm:spPr/>
      <dgm:t>
        <a:bodyPr/>
        <a:lstStyle/>
        <a:p>
          <a:r>
            <a:rPr lang="en-NL"/>
            <a:t>Test whether the result makes sense.</a:t>
          </a:r>
          <a:endParaRPr lang="en-US"/>
        </a:p>
      </dgm:t>
    </dgm:pt>
    <dgm:pt modelId="{794FA48F-C0DF-4651-BEEC-E6683298E78D}" type="parTrans" cxnId="{7C85D1E7-842C-4EC6-B5C8-5DF77B98B6B2}">
      <dgm:prSet/>
      <dgm:spPr/>
      <dgm:t>
        <a:bodyPr/>
        <a:lstStyle/>
        <a:p>
          <a:endParaRPr lang="en-US"/>
        </a:p>
      </dgm:t>
    </dgm:pt>
    <dgm:pt modelId="{09AAE355-123C-495D-8C84-FC2BDB7428A8}" type="sibTrans" cxnId="{7C85D1E7-842C-4EC6-B5C8-5DF77B98B6B2}">
      <dgm:prSet/>
      <dgm:spPr/>
      <dgm:t>
        <a:bodyPr/>
        <a:lstStyle/>
        <a:p>
          <a:endParaRPr lang="en-US"/>
        </a:p>
      </dgm:t>
    </dgm:pt>
    <dgm:pt modelId="{523519A9-B0DB-4702-9B96-5EA4B2C883F7}">
      <dgm:prSet/>
      <dgm:spPr/>
      <dgm:t>
        <a:bodyPr/>
        <a:lstStyle/>
        <a:p>
          <a:r>
            <a:rPr lang="en-NL"/>
            <a:t>Investigate and correct mistakes.</a:t>
          </a:r>
          <a:endParaRPr lang="en-US"/>
        </a:p>
      </dgm:t>
    </dgm:pt>
    <dgm:pt modelId="{209ADAA1-B5D7-4B0D-80CC-9A0EA71E1D58}" type="parTrans" cxnId="{098EBEA1-90CB-48C1-A57A-5FEA763300C8}">
      <dgm:prSet/>
      <dgm:spPr/>
      <dgm:t>
        <a:bodyPr/>
        <a:lstStyle/>
        <a:p>
          <a:endParaRPr lang="en-US"/>
        </a:p>
      </dgm:t>
    </dgm:pt>
    <dgm:pt modelId="{5CC874FF-DAE9-48C2-8206-ECAC7670F8F5}" type="sibTrans" cxnId="{098EBEA1-90CB-48C1-A57A-5FEA763300C8}">
      <dgm:prSet/>
      <dgm:spPr/>
      <dgm:t>
        <a:bodyPr/>
        <a:lstStyle/>
        <a:p>
          <a:endParaRPr lang="en-US"/>
        </a:p>
      </dgm:t>
    </dgm:pt>
    <dgm:pt modelId="{59A59B5B-1AE9-4D35-9FDB-284B2411FDEC}">
      <dgm:prSet/>
      <dgm:spPr/>
      <dgm:t>
        <a:bodyPr/>
        <a:lstStyle/>
        <a:p>
          <a:r>
            <a:rPr lang="en-NL" b="1"/>
            <a:t>To remain in control, you need the competence to take control.</a:t>
          </a:r>
          <a:endParaRPr lang="en-US"/>
        </a:p>
      </dgm:t>
    </dgm:pt>
    <dgm:pt modelId="{87B22976-8C66-47B1-8FD3-5604509AF54B}" type="parTrans" cxnId="{3F627D3F-E949-4918-8C8F-C37BE93EF4DE}">
      <dgm:prSet/>
      <dgm:spPr/>
      <dgm:t>
        <a:bodyPr/>
        <a:lstStyle/>
        <a:p>
          <a:endParaRPr lang="en-US"/>
        </a:p>
      </dgm:t>
    </dgm:pt>
    <dgm:pt modelId="{A0C95672-BBC6-40D6-B672-7E036C6B9AB4}" type="sibTrans" cxnId="{3F627D3F-E949-4918-8C8F-C37BE93EF4DE}">
      <dgm:prSet/>
      <dgm:spPr/>
      <dgm:t>
        <a:bodyPr/>
        <a:lstStyle/>
        <a:p>
          <a:endParaRPr lang="en-US"/>
        </a:p>
      </dgm:t>
    </dgm:pt>
    <dgm:pt modelId="{5FBED116-DDEF-4070-8238-61D115A37CEA}" type="pres">
      <dgm:prSet presAssocID="{95DDC7CF-D401-49CF-A5AC-0C19A40CE589}" presName="root" presStyleCnt="0">
        <dgm:presLayoutVars>
          <dgm:dir/>
          <dgm:resizeHandles val="exact"/>
        </dgm:presLayoutVars>
      </dgm:prSet>
      <dgm:spPr/>
    </dgm:pt>
    <dgm:pt modelId="{B07D5EFE-5B3F-47CE-9D7F-C681DB4FAA8A}" type="pres">
      <dgm:prSet presAssocID="{92215238-4D86-4B51-8BD5-D4D0E12625AD}" presName="compNode" presStyleCnt="0"/>
      <dgm:spPr/>
    </dgm:pt>
    <dgm:pt modelId="{20BBAF6D-5497-4FEF-A98D-048637FC729A}" type="pres">
      <dgm:prSet presAssocID="{92215238-4D86-4B51-8BD5-D4D0E12625AD}"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grammer"/>
        </a:ext>
      </dgm:extLst>
    </dgm:pt>
    <dgm:pt modelId="{85B19152-98B8-431F-A5A8-D47F3FE5013A}" type="pres">
      <dgm:prSet presAssocID="{92215238-4D86-4B51-8BD5-D4D0E12625AD}" presName="spaceRect" presStyleCnt="0"/>
      <dgm:spPr/>
    </dgm:pt>
    <dgm:pt modelId="{B84ED74F-40D1-4288-B091-D3DE6EE855A4}" type="pres">
      <dgm:prSet presAssocID="{92215238-4D86-4B51-8BD5-D4D0E12625AD}" presName="textRect" presStyleLbl="revTx" presStyleIdx="0" presStyleCnt="5">
        <dgm:presLayoutVars>
          <dgm:chMax val="1"/>
          <dgm:chPref val="1"/>
        </dgm:presLayoutVars>
      </dgm:prSet>
      <dgm:spPr/>
    </dgm:pt>
    <dgm:pt modelId="{9AB831AC-2D70-4522-8F5E-F38F6F26A795}" type="pres">
      <dgm:prSet presAssocID="{7E1FDC83-04CE-4ECB-B0DA-0DE2AC729939}" presName="sibTrans" presStyleCnt="0"/>
      <dgm:spPr/>
    </dgm:pt>
    <dgm:pt modelId="{8C623A6F-CF7A-4E34-B44B-7D4BE20601DA}" type="pres">
      <dgm:prSet presAssocID="{0432BEE8-CB48-4845-9D0F-52B603879E91}" presName="compNode" presStyleCnt="0"/>
      <dgm:spPr/>
    </dgm:pt>
    <dgm:pt modelId="{392D8237-B6F0-486E-BE0B-9A69DF6CBDD8}" type="pres">
      <dgm:prSet presAssocID="{0432BEE8-CB48-4845-9D0F-52B603879E91}"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obot"/>
        </a:ext>
      </dgm:extLst>
    </dgm:pt>
    <dgm:pt modelId="{6797D2B1-9B9B-4498-8E78-CAC50FC854E5}" type="pres">
      <dgm:prSet presAssocID="{0432BEE8-CB48-4845-9D0F-52B603879E91}" presName="spaceRect" presStyleCnt="0"/>
      <dgm:spPr/>
    </dgm:pt>
    <dgm:pt modelId="{DCDE1697-59B0-45D2-9319-9331632114E9}" type="pres">
      <dgm:prSet presAssocID="{0432BEE8-CB48-4845-9D0F-52B603879E91}" presName="textRect" presStyleLbl="revTx" presStyleIdx="1" presStyleCnt="5">
        <dgm:presLayoutVars>
          <dgm:chMax val="1"/>
          <dgm:chPref val="1"/>
        </dgm:presLayoutVars>
      </dgm:prSet>
      <dgm:spPr/>
    </dgm:pt>
    <dgm:pt modelId="{189115E6-47B6-4D80-86D8-4A42567F95C7}" type="pres">
      <dgm:prSet presAssocID="{D203B5FC-FA3C-4F23-A8DC-3E4BF4170B11}" presName="sibTrans" presStyleCnt="0"/>
      <dgm:spPr/>
    </dgm:pt>
    <dgm:pt modelId="{742025EF-ECCF-4C5A-AA7D-66CB2EC60656}" type="pres">
      <dgm:prSet presAssocID="{7C9971FF-82EB-4E3D-91C1-5C70E97A96A6}" presName="compNode" presStyleCnt="0"/>
      <dgm:spPr/>
    </dgm:pt>
    <dgm:pt modelId="{09E41188-21E8-41EB-83D5-448FF0BEA909}" type="pres">
      <dgm:prSet presAssocID="{7C9971FF-82EB-4E3D-91C1-5C70E97A96A6}"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est tubes"/>
        </a:ext>
      </dgm:extLst>
    </dgm:pt>
    <dgm:pt modelId="{2CB96C5D-37DC-4C6A-B0BD-8A1B3A54FD75}" type="pres">
      <dgm:prSet presAssocID="{7C9971FF-82EB-4E3D-91C1-5C70E97A96A6}" presName="spaceRect" presStyleCnt="0"/>
      <dgm:spPr/>
    </dgm:pt>
    <dgm:pt modelId="{E1E64440-BAAE-471E-8ED9-35772BF1E7BC}" type="pres">
      <dgm:prSet presAssocID="{7C9971FF-82EB-4E3D-91C1-5C70E97A96A6}" presName="textRect" presStyleLbl="revTx" presStyleIdx="2" presStyleCnt="5">
        <dgm:presLayoutVars>
          <dgm:chMax val="1"/>
          <dgm:chPref val="1"/>
        </dgm:presLayoutVars>
      </dgm:prSet>
      <dgm:spPr/>
    </dgm:pt>
    <dgm:pt modelId="{19C63CA7-C798-4832-9872-BA8B9B296AFC}" type="pres">
      <dgm:prSet presAssocID="{09AAE355-123C-495D-8C84-FC2BDB7428A8}" presName="sibTrans" presStyleCnt="0"/>
      <dgm:spPr/>
    </dgm:pt>
    <dgm:pt modelId="{7EC11432-9AAB-47E2-A74C-DFF03A7CEA77}" type="pres">
      <dgm:prSet presAssocID="{523519A9-B0DB-4702-9B96-5EA4B2C883F7}" presName="compNode" presStyleCnt="0"/>
      <dgm:spPr/>
    </dgm:pt>
    <dgm:pt modelId="{2A54D057-8679-42EF-A80E-B49DDD9C21A1}" type="pres">
      <dgm:prSet presAssocID="{523519A9-B0DB-4702-9B96-5EA4B2C883F7}"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F18C2589-14FA-4A65-B0CB-99CE6ABBC5D7}" type="pres">
      <dgm:prSet presAssocID="{523519A9-B0DB-4702-9B96-5EA4B2C883F7}" presName="spaceRect" presStyleCnt="0"/>
      <dgm:spPr/>
    </dgm:pt>
    <dgm:pt modelId="{64269512-F3B8-4BCB-8898-356ECFCDBFA2}" type="pres">
      <dgm:prSet presAssocID="{523519A9-B0DB-4702-9B96-5EA4B2C883F7}" presName="textRect" presStyleLbl="revTx" presStyleIdx="3" presStyleCnt="5">
        <dgm:presLayoutVars>
          <dgm:chMax val="1"/>
          <dgm:chPref val="1"/>
        </dgm:presLayoutVars>
      </dgm:prSet>
      <dgm:spPr/>
    </dgm:pt>
    <dgm:pt modelId="{0DE61014-3E2F-4B98-BDD3-A20D65B88ECA}" type="pres">
      <dgm:prSet presAssocID="{5CC874FF-DAE9-48C2-8206-ECAC7670F8F5}" presName="sibTrans" presStyleCnt="0"/>
      <dgm:spPr/>
    </dgm:pt>
    <dgm:pt modelId="{AD18C23D-32B1-47ED-A85D-44F33EE88351}" type="pres">
      <dgm:prSet presAssocID="{59A59B5B-1AE9-4D35-9FDB-284B2411FDEC}" presName="compNode" presStyleCnt="0"/>
      <dgm:spPr/>
    </dgm:pt>
    <dgm:pt modelId="{4FCF3485-165D-402D-923B-2AEC73700402}" type="pres">
      <dgm:prSet presAssocID="{59A59B5B-1AE9-4D35-9FDB-284B2411FDEC}"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ycle with People"/>
        </a:ext>
      </dgm:extLst>
    </dgm:pt>
    <dgm:pt modelId="{98626C9E-6ABC-487D-8D31-859A089EF372}" type="pres">
      <dgm:prSet presAssocID="{59A59B5B-1AE9-4D35-9FDB-284B2411FDEC}" presName="spaceRect" presStyleCnt="0"/>
      <dgm:spPr/>
    </dgm:pt>
    <dgm:pt modelId="{C9E8474D-545E-428C-A770-02DC9D9DA237}" type="pres">
      <dgm:prSet presAssocID="{59A59B5B-1AE9-4D35-9FDB-284B2411FDEC}" presName="textRect" presStyleLbl="revTx" presStyleIdx="4" presStyleCnt="5">
        <dgm:presLayoutVars>
          <dgm:chMax val="1"/>
          <dgm:chPref val="1"/>
        </dgm:presLayoutVars>
      </dgm:prSet>
      <dgm:spPr/>
    </dgm:pt>
  </dgm:ptLst>
  <dgm:cxnLst>
    <dgm:cxn modelId="{A97A4C09-343D-4717-9E29-652CF66D881C}" srcId="{95DDC7CF-D401-49CF-A5AC-0C19A40CE589}" destId="{92215238-4D86-4B51-8BD5-D4D0E12625AD}" srcOrd="0" destOrd="0" parTransId="{00C696D9-8415-4E12-9299-925306D7113C}" sibTransId="{7E1FDC83-04CE-4ECB-B0DA-0DE2AC729939}"/>
    <dgm:cxn modelId="{FE579027-B400-4753-AF29-98DCD88DA10F}" type="presOf" srcId="{523519A9-B0DB-4702-9B96-5EA4B2C883F7}" destId="{64269512-F3B8-4BCB-8898-356ECFCDBFA2}" srcOrd="0" destOrd="0" presId="urn:microsoft.com/office/officeart/2018/2/layout/IconLabelList"/>
    <dgm:cxn modelId="{95EEF83A-21C7-4E60-8436-3A17FC1582D4}" srcId="{95DDC7CF-D401-49CF-A5AC-0C19A40CE589}" destId="{0432BEE8-CB48-4845-9D0F-52B603879E91}" srcOrd="1" destOrd="0" parTransId="{A69A9740-AC25-40AC-B7B5-6BB04D982139}" sibTransId="{D203B5FC-FA3C-4F23-A8DC-3E4BF4170B11}"/>
    <dgm:cxn modelId="{3F627D3F-E949-4918-8C8F-C37BE93EF4DE}" srcId="{95DDC7CF-D401-49CF-A5AC-0C19A40CE589}" destId="{59A59B5B-1AE9-4D35-9FDB-284B2411FDEC}" srcOrd="4" destOrd="0" parTransId="{87B22976-8C66-47B1-8FD3-5604509AF54B}" sibTransId="{A0C95672-BBC6-40D6-B672-7E036C6B9AB4}"/>
    <dgm:cxn modelId="{BC7FAF43-434B-4594-9826-00619DE7C30B}" type="presOf" srcId="{92215238-4D86-4B51-8BD5-D4D0E12625AD}" destId="{B84ED74F-40D1-4288-B091-D3DE6EE855A4}" srcOrd="0" destOrd="0" presId="urn:microsoft.com/office/officeart/2018/2/layout/IconLabelList"/>
    <dgm:cxn modelId="{F1B4FF66-0FFB-415B-AAA8-8C8603B0DB00}" type="presOf" srcId="{59A59B5B-1AE9-4D35-9FDB-284B2411FDEC}" destId="{C9E8474D-545E-428C-A770-02DC9D9DA237}" srcOrd="0" destOrd="0" presId="urn:microsoft.com/office/officeart/2018/2/layout/IconLabelList"/>
    <dgm:cxn modelId="{D2B7F868-465E-4948-B805-2A64DD566FFB}" type="presOf" srcId="{0432BEE8-CB48-4845-9D0F-52B603879E91}" destId="{DCDE1697-59B0-45D2-9319-9331632114E9}" srcOrd="0" destOrd="0" presId="urn:microsoft.com/office/officeart/2018/2/layout/IconLabelList"/>
    <dgm:cxn modelId="{098EBEA1-90CB-48C1-A57A-5FEA763300C8}" srcId="{95DDC7CF-D401-49CF-A5AC-0C19A40CE589}" destId="{523519A9-B0DB-4702-9B96-5EA4B2C883F7}" srcOrd="3" destOrd="0" parTransId="{209ADAA1-B5D7-4B0D-80CC-9A0EA71E1D58}" sibTransId="{5CC874FF-DAE9-48C2-8206-ECAC7670F8F5}"/>
    <dgm:cxn modelId="{2FE75AE2-8234-45A3-8102-241332AD71FF}" type="presOf" srcId="{95DDC7CF-D401-49CF-A5AC-0C19A40CE589}" destId="{5FBED116-DDEF-4070-8238-61D115A37CEA}" srcOrd="0" destOrd="0" presId="urn:microsoft.com/office/officeart/2018/2/layout/IconLabelList"/>
    <dgm:cxn modelId="{7C85D1E7-842C-4EC6-B5C8-5DF77B98B6B2}" srcId="{95DDC7CF-D401-49CF-A5AC-0C19A40CE589}" destId="{7C9971FF-82EB-4E3D-91C1-5C70E97A96A6}" srcOrd="2" destOrd="0" parTransId="{794FA48F-C0DF-4651-BEEC-E6683298E78D}" sibTransId="{09AAE355-123C-495D-8C84-FC2BDB7428A8}"/>
    <dgm:cxn modelId="{099FBCE9-3ADF-4E09-B9AE-75C60C2FB48A}" type="presOf" srcId="{7C9971FF-82EB-4E3D-91C1-5C70E97A96A6}" destId="{E1E64440-BAAE-471E-8ED9-35772BF1E7BC}" srcOrd="0" destOrd="0" presId="urn:microsoft.com/office/officeart/2018/2/layout/IconLabelList"/>
    <dgm:cxn modelId="{275B125F-056C-4B2F-B3E6-B7563929DED2}" type="presParOf" srcId="{5FBED116-DDEF-4070-8238-61D115A37CEA}" destId="{B07D5EFE-5B3F-47CE-9D7F-C681DB4FAA8A}" srcOrd="0" destOrd="0" presId="urn:microsoft.com/office/officeart/2018/2/layout/IconLabelList"/>
    <dgm:cxn modelId="{852E24DE-8989-4C30-BF53-33009B06ADB3}" type="presParOf" srcId="{B07D5EFE-5B3F-47CE-9D7F-C681DB4FAA8A}" destId="{20BBAF6D-5497-4FEF-A98D-048637FC729A}" srcOrd="0" destOrd="0" presId="urn:microsoft.com/office/officeart/2018/2/layout/IconLabelList"/>
    <dgm:cxn modelId="{2DD51FD6-784A-4403-9D0B-C2CA4CC46980}" type="presParOf" srcId="{B07D5EFE-5B3F-47CE-9D7F-C681DB4FAA8A}" destId="{85B19152-98B8-431F-A5A8-D47F3FE5013A}" srcOrd="1" destOrd="0" presId="urn:microsoft.com/office/officeart/2018/2/layout/IconLabelList"/>
    <dgm:cxn modelId="{A998CB8F-58A7-497D-AE6B-689D02A94A85}" type="presParOf" srcId="{B07D5EFE-5B3F-47CE-9D7F-C681DB4FAA8A}" destId="{B84ED74F-40D1-4288-B091-D3DE6EE855A4}" srcOrd="2" destOrd="0" presId="urn:microsoft.com/office/officeart/2018/2/layout/IconLabelList"/>
    <dgm:cxn modelId="{7004075C-E31E-42F8-B4FC-8F010BDC435A}" type="presParOf" srcId="{5FBED116-DDEF-4070-8238-61D115A37CEA}" destId="{9AB831AC-2D70-4522-8F5E-F38F6F26A795}" srcOrd="1" destOrd="0" presId="urn:microsoft.com/office/officeart/2018/2/layout/IconLabelList"/>
    <dgm:cxn modelId="{74D3D570-2D1F-4361-BF54-82569EBFC261}" type="presParOf" srcId="{5FBED116-DDEF-4070-8238-61D115A37CEA}" destId="{8C623A6F-CF7A-4E34-B44B-7D4BE20601DA}" srcOrd="2" destOrd="0" presId="urn:microsoft.com/office/officeart/2018/2/layout/IconLabelList"/>
    <dgm:cxn modelId="{4C96C4AF-DF51-49D9-8353-2A1BAED2DC6C}" type="presParOf" srcId="{8C623A6F-CF7A-4E34-B44B-7D4BE20601DA}" destId="{392D8237-B6F0-486E-BE0B-9A69DF6CBDD8}" srcOrd="0" destOrd="0" presId="urn:microsoft.com/office/officeart/2018/2/layout/IconLabelList"/>
    <dgm:cxn modelId="{21BE41A4-C487-46AA-8668-F164B0FF1E07}" type="presParOf" srcId="{8C623A6F-CF7A-4E34-B44B-7D4BE20601DA}" destId="{6797D2B1-9B9B-4498-8E78-CAC50FC854E5}" srcOrd="1" destOrd="0" presId="urn:microsoft.com/office/officeart/2018/2/layout/IconLabelList"/>
    <dgm:cxn modelId="{D0ED0EB6-7C1F-4A70-85F4-7730BB542F02}" type="presParOf" srcId="{8C623A6F-CF7A-4E34-B44B-7D4BE20601DA}" destId="{DCDE1697-59B0-45D2-9319-9331632114E9}" srcOrd="2" destOrd="0" presId="urn:microsoft.com/office/officeart/2018/2/layout/IconLabelList"/>
    <dgm:cxn modelId="{862F6DE3-D444-4E3D-BC76-CEA91173F0DD}" type="presParOf" srcId="{5FBED116-DDEF-4070-8238-61D115A37CEA}" destId="{189115E6-47B6-4D80-86D8-4A42567F95C7}" srcOrd="3" destOrd="0" presId="urn:microsoft.com/office/officeart/2018/2/layout/IconLabelList"/>
    <dgm:cxn modelId="{6F9ABB34-54BC-4869-9657-47C79DD7FBC1}" type="presParOf" srcId="{5FBED116-DDEF-4070-8238-61D115A37CEA}" destId="{742025EF-ECCF-4C5A-AA7D-66CB2EC60656}" srcOrd="4" destOrd="0" presId="urn:microsoft.com/office/officeart/2018/2/layout/IconLabelList"/>
    <dgm:cxn modelId="{A72456C4-C6F3-41ED-9527-8B1950B16406}" type="presParOf" srcId="{742025EF-ECCF-4C5A-AA7D-66CB2EC60656}" destId="{09E41188-21E8-41EB-83D5-448FF0BEA909}" srcOrd="0" destOrd="0" presId="urn:microsoft.com/office/officeart/2018/2/layout/IconLabelList"/>
    <dgm:cxn modelId="{4CDEED77-BE23-48C5-8976-5D1CDE4F3013}" type="presParOf" srcId="{742025EF-ECCF-4C5A-AA7D-66CB2EC60656}" destId="{2CB96C5D-37DC-4C6A-B0BD-8A1B3A54FD75}" srcOrd="1" destOrd="0" presId="urn:microsoft.com/office/officeart/2018/2/layout/IconLabelList"/>
    <dgm:cxn modelId="{DD4783EA-F510-45DE-BF86-57D94BD8807E}" type="presParOf" srcId="{742025EF-ECCF-4C5A-AA7D-66CB2EC60656}" destId="{E1E64440-BAAE-471E-8ED9-35772BF1E7BC}" srcOrd="2" destOrd="0" presId="urn:microsoft.com/office/officeart/2018/2/layout/IconLabelList"/>
    <dgm:cxn modelId="{E0A93219-A096-41C9-AE67-A0D3DD0AD978}" type="presParOf" srcId="{5FBED116-DDEF-4070-8238-61D115A37CEA}" destId="{19C63CA7-C798-4832-9872-BA8B9B296AFC}" srcOrd="5" destOrd="0" presId="urn:microsoft.com/office/officeart/2018/2/layout/IconLabelList"/>
    <dgm:cxn modelId="{C9965664-932D-4240-9D3F-46A6CE9E83AB}" type="presParOf" srcId="{5FBED116-DDEF-4070-8238-61D115A37CEA}" destId="{7EC11432-9AAB-47E2-A74C-DFF03A7CEA77}" srcOrd="6" destOrd="0" presId="urn:microsoft.com/office/officeart/2018/2/layout/IconLabelList"/>
    <dgm:cxn modelId="{52F60CBF-CEB3-4516-8CE0-BF8936625733}" type="presParOf" srcId="{7EC11432-9AAB-47E2-A74C-DFF03A7CEA77}" destId="{2A54D057-8679-42EF-A80E-B49DDD9C21A1}" srcOrd="0" destOrd="0" presId="urn:microsoft.com/office/officeart/2018/2/layout/IconLabelList"/>
    <dgm:cxn modelId="{BFFE8B78-7332-4C3A-97D8-5EE18F1B779B}" type="presParOf" srcId="{7EC11432-9AAB-47E2-A74C-DFF03A7CEA77}" destId="{F18C2589-14FA-4A65-B0CB-99CE6ABBC5D7}" srcOrd="1" destOrd="0" presId="urn:microsoft.com/office/officeart/2018/2/layout/IconLabelList"/>
    <dgm:cxn modelId="{98403627-C473-4EF6-BCEF-C7C5891127B3}" type="presParOf" srcId="{7EC11432-9AAB-47E2-A74C-DFF03A7CEA77}" destId="{64269512-F3B8-4BCB-8898-356ECFCDBFA2}" srcOrd="2" destOrd="0" presId="urn:microsoft.com/office/officeart/2018/2/layout/IconLabelList"/>
    <dgm:cxn modelId="{5F22A0A1-12D4-4389-9597-AE8DA0DBD3E4}" type="presParOf" srcId="{5FBED116-DDEF-4070-8238-61D115A37CEA}" destId="{0DE61014-3E2F-4B98-BDD3-A20D65B88ECA}" srcOrd="7" destOrd="0" presId="urn:microsoft.com/office/officeart/2018/2/layout/IconLabelList"/>
    <dgm:cxn modelId="{A84C397F-BF48-4AC3-96EE-2FC9C6250F64}" type="presParOf" srcId="{5FBED116-DDEF-4070-8238-61D115A37CEA}" destId="{AD18C23D-32B1-47ED-A85D-44F33EE88351}" srcOrd="8" destOrd="0" presId="urn:microsoft.com/office/officeart/2018/2/layout/IconLabelList"/>
    <dgm:cxn modelId="{FEA20AF5-C1DC-4D3D-9795-4276D2B75B4F}" type="presParOf" srcId="{AD18C23D-32B1-47ED-A85D-44F33EE88351}" destId="{4FCF3485-165D-402D-923B-2AEC73700402}" srcOrd="0" destOrd="0" presId="urn:microsoft.com/office/officeart/2018/2/layout/IconLabelList"/>
    <dgm:cxn modelId="{13E81064-67CE-49A3-BD2D-AB41303CFFD9}" type="presParOf" srcId="{AD18C23D-32B1-47ED-A85D-44F33EE88351}" destId="{98626C9E-6ABC-487D-8D31-859A089EF372}" srcOrd="1" destOrd="0" presId="urn:microsoft.com/office/officeart/2018/2/layout/IconLabelList"/>
    <dgm:cxn modelId="{823550F7-0114-4881-AE64-3EC452BC8C29}" type="presParOf" srcId="{AD18C23D-32B1-47ED-A85D-44F33EE88351}" destId="{C9E8474D-545E-428C-A770-02DC9D9DA23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650C443-198C-4E3D-B89A-9384EC3DC8F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BF4EEBB-5DFC-4850-8C11-6F44E8A76E5F}">
      <dgm:prSet/>
      <dgm:spPr/>
      <dgm:t>
        <a:bodyPr/>
        <a:lstStyle/>
        <a:p>
          <a:r>
            <a:rPr lang="en-US"/>
            <a:t>Why we use Python</a:t>
          </a:r>
        </a:p>
      </dgm:t>
    </dgm:pt>
    <dgm:pt modelId="{0E0D2A38-1E0E-433B-8309-612F58E31817}" type="parTrans" cxnId="{B521F6FC-426B-4C26-885F-DC1CA2056442}">
      <dgm:prSet/>
      <dgm:spPr/>
      <dgm:t>
        <a:bodyPr/>
        <a:lstStyle/>
        <a:p>
          <a:endParaRPr lang="en-US"/>
        </a:p>
      </dgm:t>
    </dgm:pt>
    <dgm:pt modelId="{BFF64F46-FA71-4D0D-9C90-D85AC87E33BC}" type="sibTrans" cxnId="{B521F6FC-426B-4C26-885F-DC1CA2056442}">
      <dgm:prSet/>
      <dgm:spPr/>
      <dgm:t>
        <a:bodyPr/>
        <a:lstStyle/>
        <a:p>
          <a:endParaRPr lang="en-US"/>
        </a:p>
      </dgm:t>
    </dgm:pt>
    <dgm:pt modelId="{D40CF3EF-5E80-4D7D-9C66-0EFE958FB98A}">
      <dgm:prSet/>
      <dgm:spPr/>
      <dgm:t>
        <a:bodyPr/>
        <a:lstStyle/>
        <a:p>
          <a:r>
            <a:rPr lang="en-US"/>
            <a:t>The concept of a Jupyter notebook</a:t>
          </a:r>
        </a:p>
      </dgm:t>
    </dgm:pt>
    <dgm:pt modelId="{593BE0C6-1B84-4BD7-BEEB-FB61874F0E0F}" type="sibTrans" cxnId="{C81F2CFC-F805-4C10-8630-B1BCC370A173}">
      <dgm:prSet/>
      <dgm:spPr/>
      <dgm:t>
        <a:bodyPr/>
        <a:lstStyle/>
        <a:p>
          <a:endParaRPr lang="en-US"/>
        </a:p>
      </dgm:t>
    </dgm:pt>
    <dgm:pt modelId="{CABA3354-1AF6-47E7-92EF-D95232514477}" type="parTrans" cxnId="{C81F2CFC-F805-4C10-8630-B1BCC370A173}">
      <dgm:prSet/>
      <dgm:spPr/>
      <dgm:t>
        <a:bodyPr/>
        <a:lstStyle/>
        <a:p>
          <a:endParaRPr lang="en-US"/>
        </a:p>
      </dgm:t>
    </dgm:pt>
    <dgm:pt modelId="{D49BFFC3-8A52-45CF-AA6F-0120110549A7}">
      <dgm:prSet/>
      <dgm:spPr/>
      <dgm:t>
        <a:bodyPr/>
        <a:lstStyle/>
        <a:p>
          <a:r>
            <a:rPr lang="en-US"/>
            <a:t>How to use Colab (cloud) and Jupyter locally</a:t>
          </a:r>
        </a:p>
      </dgm:t>
    </dgm:pt>
    <dgm:pt modelId="{50056D0B-5C66-408C-B868-F62441C5A10A}" type="sibTrans" cxnId="{F5D72850-3E58-4FA5-B674-51BED3C5ADC9}">
      <dgm:prSet/>
      <dgm:spPr/>
      <dgm:t>
        <a:bodyPr/>
        <a:lstStyle/>
        <a:p>
          <a:endParaRPr lang="en-US"/>
        </a:p>
      </dgm:t>
    </dgm:pt>
    <dgm:pt modelId="{AF347023-B0F4-4D31-B2F8-88B63C7ECDCC}" type="parTrans" cxnId="{F5D72850-3E58-4FA5-B674-51BED3C5ADC9}">
      <dgm:prSet/>
      <dgm:spPr/>
      <dgm:t>
        <a:bodyPr/>
        <a:lstStyle/>
        <a:p>
          <a:endParaRPr lang="en-US"/>
        </a:p>
      </dgm:t>
    </dgm:pt>
    <dgm:pt modelId="{90F2169B-7673-4D59-91B2-C1A550DDD347}">
      <dgm:prSet/>
      <dgm:spPr/>
      <dgm:t>
        <a:bodyPr/>
        <a:lstStyle/>
        <a:p>
          <a:r>
            <a:rPr lang="en-US"/>
            <a:t>How CodeGrade works</a:t>
          </a:r>
        </a:p>
      </dgm:t>
    </dgm:pt>
    <dgm:pt modelId="{93D12B30-58C3-48F2-AA1A-8277B1E48F4F}" type="sibTrans" cxnId="{14790251-0DF8-487B-ADF9-44E33F0B5E3D}">
      <dgm:prSet/>
      <dgm:spPr/>
      <dgm:t>
        <a:bodyPr/>
        <a:lstStyle/>
        <a:p>
          <a:endParaRPr lang="en-US"/>
        </a:p>
      </dgm:t>
    </dgm:pt>
    <dgm:pt modelId="{08F1BC46-3E55-4BAD-B272-EAB0AB2AC689}" type="parTrans" cxnId="{14790251-0DF8-487B-ADF9-44E33F0B5E3D}">
      <dgm:prSet/>
      <dgm:spPr/>
      <dgm:t>
        <a:bodyPr/>
        <a:lstStyle/>
        <a:p>
          <a:endParaRPr lang="en-US"/>
        </a:p>
      </dgm:t>
    </dgm:pt>
    <dgm:pt modelId="{23C3F332-47CD-4800-A414-E74EE22C9515}">
      <dgm:prSet/>
      <dgm:spPr/>
      <dgm:t>
        <a:bodyPr/>
        <a:lstStyle/>
        <a:p>
          <a:r>
            <a:rPr lang="en-US" dirty="0"/>
            <a:t>Why attending tutorials is important! We expect you attend all tutorials. </a:t>
          </a:r>
        </a:p>
      </dgm:t>
    </dgm:pt>
    <dgm:pt modelId="{8E0D7E3C-3279-40CB-8499-EEF90F9F26EB}" type="sibTrans" cxnId="{4BF7CDB7-5734-4FE8-9BD7-D1F0F4F9B9FD}">
      <dgm:prSet/>
      <dgm:spPr/>
    </dgm:pt>
    <dgm:pt modelId="{5999E2A7-1B80-4A6E-B91C-33AD87E45DF8}" type="parTrans" cxnId="{4BF7CDB7-5734-4FE8-9BD7-D1F0F4F9B9FD}">
      <dgm:prSet/>
      <dgm:spPr/>
      <dgm:t>
        <a:bodyPr/>
        <a:lstStyle/>
        <a:p>
          <a:endParaRPr lang="en-GB"/>
        </a:p>
      </dgm:t>
    </dgm:pt>
    <dgm:pt modelId="{CEF184DE-AAF3-448D-973B-3285F0A0CC2A}" type="pres">
      <dgm:prSet presAssocID="{3650C443-198C-4E3D-B89A-9384EC3DC8F0}" presName="root" presStyleCnt="0">
        <dgm:presLayoutVars>
          <dgm:dir/>
          <dgm:resizeHandles val="exact"/>
        </dgm:presLayoutVars>
      </dgm:prSet>
      <dgm:spPr/>
    </dgm:pt>
    <dgm:pt modelId="{A85A2DBB-7391-44A6-B6F0-33B4A0ECB388}" type="pres">
      <dgm:prSet presAssocID="{DBF4EEBB-5DFC-4850-8C11-6F44E8A76E5F}" presName="compNode" presStyleCnt="0"/>
      <dgm:spPr/>
    </dgm:pt>
    <dgm:pt modelId="{EA6BC118-995A-48F2-83F1-FEC60D24D52B}" type="pres">
      <dgm:prSet presAssocID="{DBF4EEBB-5DFC-4850-8C11-6F44E8A76E5F}" presName="bgRect" presStyleLbl="bgShp" presStyleIdx="0" presStyleCnt="5"/>
      <dgm:spPr/>
    </dgm:pt>
    <dgm:pt modelId="{B83CE0A4-4390-480C-AAE2-EDB15E3B93A6}" type="pres">
      <dgm:prSet presAssocID="{DBF4EEBB-5DFC-4850-8C11-6F44E8A76E5F}"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ead with Gears"/>
        </a:ext>
      </dgm:extLst>
    </dgm:pt>
    <dgm:pt modelId="{07B268DB-EA6B-4BA9-97CE-9019ED660535}" type="pres">
      <dgm:prSet presAssocID="{DBF4EEBB-5DFC-4850-8C11-6F44E8A76E5F}" presName="spaceRect" presStyleCnt="0"/>
      <dgm:spPr/>
    </dgm:pt>
    <dgm:pt modelId="{71D83B34-2E5F-47BC-B0AD-CB89184E3C9B}" type="pres">
      <dgm:prSet presAssocID="{DBF4EEBB-5DFC-4850-8C11-6F44E8A76E5F}" presName="parTx" presStyleLbl="revTx" presStyleIdx="0" presStyleCnt="5">
        <dgm:presLayoutVars>
          <dgm:chMax val="0"/>
          <dgm:chPref val="0"/>
        </dgm:presLayoutVars>
      </dgm:prSet>
      <dgm:spPr/>
    </dgm:pt>
    <dgm:pt modelId="{04513A3F-C362-4FF8-93D5-043035059AE9}" type="pres">
      <dgm:prSet presAssocID="{BFF64F46-FA71-4D0D-9C90-D85AC87E33BC}" presName="sibTrans" presStyleCnt="0"/>
      <dgm:spPr/>
    </dgm:pt>
    <dgm:pt modelId="{C068B274-D093-4594-B369-C04D45070B1C}" type="pres">
      <dgm:prSet presAssocID="{D40CF3EF-5E80-4D7D-9C66-0EFE958FB98A}" presName="compNode" presStyleCnt="0"/>
      <dgm:spPr/>
    </dgm:pt>
    <dgm:pt modelId="{AA4AEA29-CF91-4350-92B7-7AFCF794D8EF}" type="pres">
      <dgm:prSet presAssocID="{D40CF3EF-5E80-4D7D-9C66-0EFE958FB98A}" presName="bgRect" presStyleLbl="bgShp" presStyleIdx="1" presStyleCnt="5"/>
      <dgm:spPr/>
    </dgm:pt>
    <dgm:pt modelId="{0BEDA897-2D0A-472F-945C-84458FC5117D}" type="pres">
      <dgm:prSet presAssocID="{D40CF3EF-5E80-4D7D-9C66-0EFE958FB98A}"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ncil"/>
        </a:ext>
      </dgm:extLst>
    </dgm:pt>
    <dgm:pt modelId="{353B8EAA-6783-4B3B-B22A-6A622C05BFC7}" type="pres">
      <dgm:prSet presAssocID="{D40CF3EF-5E80-4D7D-9C66-0EFE958FB98A}" presName="spaceRect" presStyleCnt="0"/>
      <dgm:spPr/>
    </dgm:pt>
    <dgm:pt modelId="{344AFAA4-FA67-4E0A-82B1-A6CD94600C69}" type="pres">
      <dgm:prSet presAssocID="{D40CF3EF-5E80-4D7D-9C66-0EFE958FB98A}" presName="parTx" presStyleLbl="revTx" presStyleIdx="1" presStyleCnt="5">
        <dgm:presLayoutVars>
          <dgm:chMax val="0"/>
          <dgm:chPref val="0"/>
        </dgm:presLayoutVars>
      </dgm:prSet>
      <dgm:spPr/>
    </dgm:pt>
    <dgm:pt modelId="{654BBE77-9F1A-4A03-8F33-A9265F5F2947}" type="pres">
      <dgm:prSet presAssocID="{593BE0C6-1B84-4BD7-BEEB-FB61874F0E0F}" presName="sibTrans" presStyleCnt="0"/>
      <dgm:spPr/>
    </dgm:pt>
    <dgm:pt modelId="{09485B78-2D76-4F8B-BD7B-3522D26F5E6D}" type="pres">
      <dgm:prSet presAssocID="{D49BFFC3-8A52-45CF-AA6F-0120110549A7}" presName="compNode" presStyleCnt="0"/>
      <dgm:spPr/>
    </dgm:pt>
    <dgm:pt modelId="{DABEDEE5-F556-401C-B6FD-3D2EBF615F1F}" type="pres">
      <dgm:prSet presAssocID="{D49BFFC3-8A52-45CF-AA6F-0120110549A7}" presName="bgRect" presStyleLbl="bgShp" presStyleIdx="2" presStyleCnt="5"/>
      <dgm:spPr/>
    </dgm:pt>
    <dgm:pt modelId="{B1C17F40-8880-4AAE-B058-ADC7B9E1F4AC}" type="pres">
      <dgm:prSet presAssocID="{D49BFFC3-8A52-45CF-AA6F-0120110549A7}"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loud"/>
        </a:ext>
      </dgm:extLst>
    </dgm:pt>
    <dgm:pt modelId="{397646C8-1812-4E90-92BB-564437CE21ED}" type="pres">
      <dgm:prSet presAssocID="{D49BFFC3-8A52-45CF-AA6F-0120110549A7}" presName="spaceRect" presStyleCnt="0"/>
      <dgm:spPr/>
    </dgm:pt>
    <dgm:pt modelId="{E7700F4F-2A7C-45BA-B0F6-04675B1E710C}" type="pres">
      <dgm:prSet presAssocID="{D49BFFC3-8A52-45CF-AA6F-0120110549A7}" presName="parTx" presStyleLbl="revTx" presStyleIdx="2" presStyleCnt="5">
        <dgm:presLayoutVars>
          <dgm:chMax val="0"/>
          <dgm:chPref val="0"/>
        </dgm:presLayoutVars>
      </dgm:prSet>
      <dgm:spPr/>
    </dgm:pt>
    <dgm:pt modelId="{0EE448B0-BA9E-40DE-8AEA-C72EB7DE6334}" type="pres">
      <dgm:prSet presAssocID="{50056D0B-5C66-408C-B868-F62441C5A10A}" presName="sibTrans" presStyleCnt="0"/>
      <dgm:spPr/>
    </dgm:pt>
    <dgm:pt modelId="{2FDCE8A4-B4DD-486E-8E24-7CC534BD507D}" type="pres">
      <dgm:prSet presAssocID="{90F2169B-7673-4D59-91B2-C1A550DDD347}" presName="compNode" presStyleCnt="0"/>
      <dgm:spPr/>
    </dgm:pt>
    <dgm:pt modelId="{A89C0302-E3A3-49FD-904A-F5BE4B639B40}" type="pres">
      <dgm:prSet presAssocID="{90F2169B-7673-4D59-91B2-C1A550DDD347}" presName="bgRect" presStyleLbl="bgShp" presStyleIdx="3" presStyleCnt="5"/>
      <dgm:spPr/>
    </dgm:pt>
    <dgm:pt modelId="{953247C5-4E90-4371-A519-50CC3776EF6C}" type="pres">
      <dgm:prSet presAssocID="{90F2169B-7673-4D59-91B2-C1A550DDD347}"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sed Book"/>
        </a:ext>
      </dgm:extLst>
    </dgm:pt>
    <dgm:pt modelId="{2AB91945-616F-4B74-8F8E-23A653BAD6EF}" type="pres">
      <dgm:prSet presAssocID="{90F2169B-7673-4D59-91B2-C1A550DDD347}" presName="spaceRect" presStyleCnt="0"/>
      <dgm:spPr/>
    </dgm:pt>
    <dgm:pt modelId="{6E86A33D-8039-46B5-8079-37E0405D6A1D}" type="pres">
      <dgm:prSet presAssocID="{90F2169B-7673-4D59-91B2-C1A550DDD347}" presName="parTx" presStyleLbl="revTx" presStyleIdx="3" presStyleCnt="5">
        <dgm:presLayoutVars>
          <dgm:chMax val="0"/>
          <dgm:chPref val="0"/>
        </dgm:presLayoutVars>
      </dgm:prSet>
      <dgm:spPr/>
    </dgm:pt>
    <dgm:pt modelId="{69B4C960-EAF7-46C3-9F5B-93101BB4CC9A}" type="pres">
      <dgm:prSet presAssocID="{93D12B30-58C3-48F2-AA1A-8277B1E48F4F}" presName="sibTrans" presStyleCnt="0"/>
      <dgm:spPr/>
    </dgm:pt>
    <dgm:pt modelId="{C229A168-A990-4740-A81E-0C929AF6A958}" type="pres">
      <dgm:prSet presAssocID="{23C3F332-47CD-4800-A414-E74EE22C9515}" presName="compNode" presStyleCnt="0"/>
      <dgm:spPr/>
    </dgm:pt>
    <dgm:pt modelId="{AF86AB51-C720-48E3-BB9A-A12C1FFA0D98}" type="pres">
      <dgm:prSet presAssocID="{23C3F332-47CD-4800-A414-E74EE22C9515}" presName="bgRect" presStyleLbl="bgShp" presStyleIdx="4" presStyleCnt="5"/>
      <dgm:spPr/>
    </dgm:pt>
    <dgm:pt modelId="{A471CF77-3FAE-4033-8B48-41CA5024F850}" type="pres">
      <dgm:prSet presAssocID="{23C3F332-47CD-4800-A414-E74EE22C9515}"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Teacher"/>
        </a:ext>
      </dgm:extLst>
    </dgm:pt>
    <dgm:pt modelId="{ED740C27-2D1F-4634-AA79-3091021D3054}" type="pres">
      <dgm:prSet presAssocID="{23C3F332-47CD-4800-A414-E74EE22C9515}" presName="spaceRect" presStyleCnt="0"/>
      <dgm:spPr/>
    </dgm:pt>
    <dgm:pt modelId="{B5C86E62-2C69-4F71-8ACC-713B95EB48D3}" type="pres">
      <dgm:prSet presAssocID="{23C3F332-47CD-4800-A414-E74EE22C9515}" presName="parTx" presStyleLbl="revTx" presStyleIdx="4" presStyleCnt="5">
        <dgm:presLayoutVars>
          <dgm:chMax val="0"/>
          <dgm:chPref val="0"/>
        </dgm:presLayoutVars>
      </dgm:prSet>
      <dgm:spPr/>
    </dgm:pt>
  </dgm:ptLst>
  <dgm:cxnLst>
    <dgm:cxn modelId="{2782EB0A-6284-4B47-BEB4-1C0CC0136CF9}" type="presOf" srcId="{D49BFFC3-8A52-45CF-AA6F-0120110549A7}" destId="{E7700F4F-2A7C-45BA-B0F6-04675B1E710C}" srcOrd="0" destOrd="0" presId="urn:microsoft.com/office/officeart/2018/2/layout/IconVerticalSolidList"/>
    <dgm:cxn modelId="{E716BD25-C1CD-4798-BAD4-57F6B9BEF539}" type="presOf" srcId="{DBF4EEBB-5DFC-4850-8C11-6F44E8A76E5F}" destId="{71D83B34-2E5F-47BC-B0AD-CB89184E3C9B}" srcOrd="0" destOrd="0" presId="urn:microsoft.com/office/officeart/2018/2/layout/IconVerticalSolidList"/>
    <dgm:cxn modelId="{08B98A2D-2DE4-44A2-A96A-1DB1513BDE09}" type="presOf" srcId="{D40CF3EF-5E80-4D7D-9C66-0EFE958FB98A}" destId="{344AFAA4-FA67-4E0A-82B1-A6CD94600C69}" srcOrd="0" destOrd="0" presId="urn:microsoft.com/office/officeart/2018/2/layout/IconVerticalSolidList"/>
    <dgm:cxn modelId="{61AEA342-BFB3-4D75-A635-39C9293E01A3}" type="presOf" srcId="{90F2169B-7673-4D59-91B2-C1A550DDD347}" destId="{6E86A33D-8039-46B5-8079-37E0405D6A1D}" srcOrd="0" destOrd="0" presId="urn:microsoft.com/office/officeart/2018/2/layout/IconVerticalSolidList"/>
    <dgm:cxn modelId="{F5D72850-3E58-4FA5-B674-51BED3C5ADC9}" srcId="{3650C443-198C-4E3D-B89A-9384EC3DC8F0}" destId="{D49BFFC3-8A52-45CF-AA6F-0120110549A7}" srcOrd="2" destOrd="0" parTransId="{AF347023-B0F4-4D31-B2F8-88B63C7ECDCC}" sibTransId="{50056D0B-5C66-408C-B868-F62441C5A10A}"/>
    <dgm:cxn modelId="{14790251-0DF8-487B-ADF9-44E33F0B5E3D}" srcId="{3650C443-198C-4E3D-B89A-9384EC3DC8F0}" destId="{90F2169B-7673-4D59-91B2-C1A550DDD347}" srcOrd="3" destOrd="0" parTransId="{08F1BC46-3E55-4BAD-B272-EAB0AB2AC689}" sibTransId="{93D12B30-58C3-48F2-AA1A-8277B1E48F4F}"/>
    <dgm:cxn modelId="{4090FE88-59D1-4B7D-BE14-9B2E44B2F78D}" type="presOf" srcId="{3650C443-198C-4E3D-B89A-9384EC3DC8F0}" destId="{CEF184DE-AAF3-448D-973B-3285F0A0CC2A}" srcOrd="0" destOrd="0" presId="urn:microsoft.com/office/officeart/2018/2/layout/IconVerticalSolidList"/>
    <dgm:cxn modelId="{C91DB6A1-3E8A-4786-91DA-ED23E2BEF1A5}" type="presOf" srcId="{23C3F332-47CD-4800-A414-E74EE22C9515}" destId="{B5C86E62-2C69-4F71-8ACC-713B95EB48D3}" srcOrd="0" destOrd="0" presId="urn:microsoft.com/office/officeart/2018/2/layout/IconVerticalSolidList"/>
    <dgm:cxn modelId="{4BF7CDB7-5734-4FE8-9BD7-D1F0F4F9B9FD}" srcId="{3650C443-198C-4E3D-B89A-9384EC3DC8F0}" destId="{23C3F332-47CD-4800-A414-E74EE22C9515}" srcOrd="4" destOrd="0" parTransId="{5999E2A7-1B80-4A6E-B91C-33AD87E45DF8}" sibTransId="{8E0D7E3C-3279-40CB-8499-EEF90F9F26EB}"/>
    <dgm:cxn modelId="{C81F2CFC-F805-4C10-8630-B1BCC370A173}" srcId="{3650C443-198C-4E3D-B89A-9384EC3DC8F0}" destId="{D40CF3EF-5E80-4D7D-9C66-0EFE958FB98A}" srcOrd="1" destOrd="0" parTransId="{CABA3354-1AF6-47E7-92EF-D95232514477}" sibTransId="{593BE0C6-1B84-4BD7-BEEB-FB61874F0E0F}"/>
    <dgm:cxn modelId="{B521F6FC-426B-4C26-885F-DC1CA2056442}" srcId="{3650C443-198C-4E3D-B89A-9384EC3DC8F0}" destId="{DBF4EEBB-5DFC-4850-8C11-6F44E8A76E5F}" srcOrd="0" destOrd="0" parTransId="{0E0D2A38-1E0E-433B-8309-612F58E31817}" sibTransId="{BFF64F46-FA71-4D0D-9C90-D85AC87E33BC}"/>
    <dgm:cxn modelId="{97313D32-10C3-4D27-B844-2EC66930535D}" type="presParOf" srcId="{CEF184DE-AAF3-448D-973B-3285F0A0CC2A}" destId="{A85A2DBB-7391-44A6-B6F0-33B4A0ECB388}" srcOrd="0" destOrd="0" presId="urn:microsoft.com/office/officeart/2018/2/layout/IconVerticalSolidList"/>
    <dgm:cxn modelId="{BCAEC525-8CD6-49A3-B694-9718515D0D5B}" type="presParOf" srcId="{A85A2DBB-7391-44A6-B6F0-33B4A0ECB388}" destId="{EA6BC118-995A-48F2-83F1-FEC60D24D52B}" srcOrd="0" destOrd="0" presId="urn:microsoft.com/office/officeart/2018/2/layout/IconVerticalSolidList"/>
    <dgm:cxn modelId="{C841DC7F-EC26-4E4C-B340-A8E3C37A7574}" type="presParOf" srcId="{A85A2DBB-7391-44A6-B6F0-33B4A0ECB388}" destId="{B83CE0A4-4390-480C-AAE2-EDB15E3B93A6}" srcOrd="1" destOrd="0" presId="urn:microsoft.com/office/officeart/2018/2/layout/IconVerticalSolidList"/>
    <dgm:cxn modelId="{F231193E-ABE3-4754-A430-623A5091C61F}" type="presParOf" srcId="{A85A2DBB-7391-44A6-B6F0-33B4A0ECB388}" destId="{07B268DB-EA6B-4BA9-97CE-9019ED660535}" srcOrd="2" destOrd="0" presId="urn:microsoft.com/office/officeart/2018/2/layout/IconVerticalSolidList"/>
    <dgm:cxn modelId="{74DEF9A1-E7CB-44CF-823E-4C3FF71C5E01}" type="presParOf" srcId="{A85A2DBB-7391-44A6-B6F0-33B4A0ECB388}" destId="{71D83B34-2E5F-47BC-B0AD-CB89184E3C9B}" srcOrd="3" destOrd="0" presId="urn:microsoft.com/office/officeart/2018/2/layout/IconVerticalSolidList"/>
    <dgm:cxn modelId="{D033B003-8CB5-4352-85A8-467C592547AE}" type="presParOf" srcId="{CEF184DE-AAF3-448D-973B-3285F0A0CC2A}" destId="{04513A3F-C362-4FF8-93D5-043035059AE9}" srcOrd="1" destOrd="0" presId="urn:microsoft.com/office/officeart/2018/2/layout/IconVerticalSolidList"/>
    <dgm:cxn modelId="{B92A0E6B-F7FF-4CAD-968E-0F15D12B292A}" type="presParOf" srcId="{CEF184DE-AAF3-448D-973B-3285F0A0CC2A}" destId="{C068B274-D093-4594-B369-C04D45070B1C}" srcOrd="2" destOrd="0" presId="urn:microsoft.com/office/officeart/2018/2/layout/IconVerticalSolidList"/>
    <dgm:cxn modelId="{F89EF600-05D4-474D-8440-9058673F7DFE}" type="presParOf" srcId="{C068B274-D093-4594-B369-C04D45070B1C}" destId="{AA4AEA29-CF91-4350-92B7-7AFCF794D8EF}" srcOrd="0" destOrd="0" presId="urn:microsoft.com/office/officeart/2018/2/layout/IconVerticalSolidList"/>
    <dgm:cxn modelId="{B75D74E9-8425-404E-B0D6-1811DD878B5F}" type="presParOf" srcId="{C068B274-D093-4594-B369-C04D45070B1C}" destId="{0BEDA897-2D0A-472F-945C-84458FC5117D}" srcOrd="1" destOrd="0" presId="urn:microsoft.com/office/officeart/2018/2/layout/IconVerticalSolidList"/>
    <dgm:cxn modelId="{876430C7-EE84-4E0B-97CC-0600CC6FD452}" type="presParOf" srcId="{C068B274-D093-4594-B369-C04D45070B1C}" destId="{353B8EAA-6783-4B3B-B22A-6A622C05BFC7}" srcOrd="2" destOrd="0" presId="urn:microsoft.com/office/officeart/2018/2/layout/IconVerticalSolidList"/>
    <dgm:cxn modelId="{A6808947-2595-4623-B7C6-044D8B5DB6C8}" type="presParOf" srcId="{C068B274-D093-4594-B369-C04D45070B1C}" destId="{344AFAA4-FA67-4E0A-82B1-A6CD94600C69}" srcOrd="3" destOrd="0" presId="urn:microsoft.com/office/officeart/2018/2/layout/IconVerticalSolidList"/>
    <dgm:cxn modelId="{3529B4FD-63D2-4217-B9DE-D9BE80CE27A1}" type="presParOf" srcId="{CEF184DE-AAF3-448D-973B-3285F0A0CC2A}" destId="{654BBE77-9F1A-4A03-8F33-A9265F5F2947}" srcOrd="3" destOrd="0" presId="urn:microsoft.com/office/officeart/2018/2/layout/IconVerticalSolidList"/>
    <dgm:cxn modelId="{0A676F30-CBB7-4B25-BE27-22873AF079AC}" type="presParOf" srcId="{CEF184DE-AAF3-448D-973B-3285F0A0CC2A}" destId="{09485B78-2D76-4F8B-BD7B-3522D26F5E6D}" srcOrd="4" destOrd="0" presId="urn:microsoft.com/office/officeart/2018/2/layout/IconVerticalSolidList"/>
    <dgm:cxn modelId="{DFC20782-9AA1-4BC4-BF3F-072524CDBE48}" type="presParOf" srcId="{09485B78-2D76-4F8B-BD7B-3522D26F5E6D}" destId="{DABEDEE5-F556-401C-B6FD-3D2EBF615F1F}" srcOrd="0" destOrd="0" presId="urn:microsoft.com/office/officeart/2018/2/layout/IconVerticalSolidList"/>
    <dgm:cxn modelId="{AD7D650F-5626-49F8-B6D1-E905DA4DF52C}" type="presParOf" srcId="{09485B78-2D76-4F8B-BD7B-3522D26F5E6D}" destId="{B1C17F40-8880-4AAE-B058-ADC7B9E1F4AC}" srcOrd="1" destOrd="0" presId="urn:microsoft.com/office/officeart/2018/2/layout/IconVerticalSolidList"/>
    <dgm:cxn modelId="{9D08378D-CB2E-44F2-B48E-4A2113FE4046}" type="presParOf" srcId="{09485B78-2D76-4F8B-BD7B-3522D26F5E6D}" destId="{397646C8-1812-4E90-92BB-564437CE21ED}" srcOrd="2" destOrd="0" presId="urn:microsoft.com/office/officeart/2018/2/layout/IconVerticalSolidList"/>
    <dgm:cxn modelId="{DE1842BC-D0D4-4DA7-8AB9-ECC4B11E1E8F}" type="presParOf" srcId="{09485B78-2D76-4F8B-BD7B-3522D26F5E6D}" destId="{E7700F4F-2A7C-45BA-B0F6-04675B1E710C}" srcOrd="3" destOrd="0" presId="urn:microsoft.com/office/officeart/2018/2/layout/IconVerticalSolidList"/>
    <dgm:cxn modelId="{233D04AC-8F62-4DDD-8588-3745125A88C7}" type="presParOf" srcId="{CEF184DE-AAF3-448D-973B-3285F0A0CC2A}" destId="{0EE448B0-BA9E-40DE-8AEA-C72EB7DE6334}" srcOrd="5" destOrd="0" presId="urn:microsoft.com/office/officeart/2018/2/layout/IconVerticalSolidList"/>
    <dgm:cxn modelId="{48180CF9-85CD-4CA8-BC03-F4A6E6B23D86}" type="presParOf" srcId="{CEF184DE-AAF3-448D-973B-3285F0A0CC2A}" destId="{2FDCE8A4-B4DD-486E-8E24-7CC534BD507D}" srcOrd="6" destOrd="0" presId="urn:microsoft.com/office/officeart/2018/2/layout/IconVerticalSolidList"/>
    <dgm:cxn modelId="{AD43FF5F-939A-4B08-B27B-092428F0E702}" type="presParOf" srcId="{2FDCE8A4-B4DD-486E-8E24-7CC534BD507D}" destId="{A89C0302-E3A3-49FD-904A-F5BE4B639B40}" srcOrd="0" destOrd="0" presId="urn:microsoft.com/office/officeart/2018/2/layout/IconVerticalSolidList"/>
    <dgm:cxn modelId="{A854E725-B83F-4C51-9F15-5DECE869730B}" type="presParOf" srcId="{2FDCE8A4-B4DD-486E-8E24-7CC534BD507D}" destId="{953247C5-4E90-4371-A519-50CC3776EF6C}" srcOrd="1" destOrd="0" presId="urn:microsoft.com/office/officeart/2018/2/layout/IconVerticalSolidList"/>
    <dgm:cxn modelId="{0B54ED6E-7FA2-4312-BF97-60887723C0E2}" type="presParOf" srcId="{2FDCE8A4-B4DD-486E-8E24-7CC534BD507D}" destId="{2AB91945-616F-4B74-8F8E-23A653BAD6EF}" srcOrd="2" destOrd="0" presId="urn:microsoft.com/office/officeart/2018/2/layout/IconVerticalSolidList"/>
    <dgm:cxn modelId="{67809479-5E88-4B64-AAA1-28ACCE717225}" type="presParOf" srcId="{2FDCE8A4-B4DD-486E-8E24-7CC534BD507D}" destId="{6E86A33D-8039-46B5-8079-37E0405D6A1D}" srcOrd="3" destOrd="0" presId="urn:microsoft.com/office/officeart/2018/2/layout/IconVerticalSolidList"/>
    <dgm:cxn modelId="{04876113-A64A-4381-B3A3-6E96EDE01BCE}" type="presParOf" srcId="{CEF184DE-AAF3-448D-973B-3285F0A0CC2A}" destId="{69B4C960-EAF7-46C3-9F5B-93101BB4CC9A}" srcOrd="7" destOrd="0" presId="urn:microsoft.com/office/officeart/2018/2/layout/IconVerticalSolidList"/>
    <dgm:cxn modelId="{13EF2674-040A-4D7D-B5B6-73D9A7790291}" type="presParOf" srcId="{CEF184DE-AAF3-448D-973B-3285F0A0CC2A}" destId="{C229A168-A990-4740-A81E-0C929AF6A958}" srcOrd="8" destOrd="0" presId="urn:microsoft.com/office/officeart/2018/2/layout/IconVerticalSolidList"/>
    <dgm:cxn modelId="{68BC2742-9EFD-4684-A669-662FEF4376B5}" type="presParOf" srcId="{C229A168-A990-4740-A81E-0C929AF6A958}" destId="{AF86AB51-C720-48E3-BB9A-A12C1FFA0D98}" srcOrd="0" destOrd="0" presId="urn:microsoft.com/office/officeart/2018/2/layout/IconVerticalSolidList"/>
    <dgm:cxn modelId="{A57844C0-9DBB-4ED5-813C-C18FE6DD5B5B}" type="presParOf" srcId="{C229A168-A990-4740-A81E-0C929AF6A958}" destId="{A471CF77-3FAE-4033-8B48-41CA5024F850}" srcOrd="1" destOrd="0" presId="urn:microsoft.com/office/officeart/2018/2/layout/IconVerticalSolidList"/>
    <dgm:cxn modelId="{8FC517D6-99B7-465C-A52D-DBDD708351CB}" type="presParOf" srcId="{C229A168-A990-4740-A81E-0C929AF6A958}" destId="{ED740C27-2D1F-4634-AA79-3091021D3054}" srcOrd="2" destOrd="0" presId="urn:microsoft.com/office/officeart/2018/2/layout/IconVerticalSolidList"/>
    <dgm:cxn modelId="{F156EF80-FD00-4C89-8592-28AFE9ECCC23}" type="presParOf" srcId="{C229A168-A990-4740-A81E-0C929AF6A958}" destId="{B5C86E62-2C69-4F71-8ACC-713B95EB48D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96E640D-AE9C-4FE9-ADAB-FDBA1CF0BC4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0A2A357-F70F-4E99-9D75-56C998B438EF}">
      <dgm:prSet/>
      <dgm:spPr/>
      <dgm:t>
        <a:bodyPr/>
        <a:lstStyle/>
        <a:p>
          <a:r>
            <a:rPr lang="en-US"/>
            <a:t>What is Analytics</a:t>
          </a:r>
        </a:p>
      </dgm:t>
    </dgm:pt>
    <dgm:pt modelId="{782EACE8-3C58-4B4F-A35B-61D8B284417C}" type="parTrans" cxnId="{4C4938AE-5C39-45A2-AB40-D74B82E6A799}">
      <dgm:prSet/>
      <dgm:spPr/>
      <dgm:t>
        <a:bodyPr/>
        <a:lstStyle/>
        <a:p>
          <a:endParaRPr lang="en-US"/>
        </a:p>
      </dgm:t>
    </dgm:pt>
    <dgm:pt modelId="{D82627B4-15C2-42E3-8337-5488F380B543}" type="sibTrans" cxnId="{4C4938AE-5C39-45A2-AB40-D74B82E6A799}">
      <dgm:prSet/>
      <dgm:spPr/>
      <dgm:t>
        <a:bodyPr/>
        <a:lstStyle/>
        <a:p>
          <a:endParaRPr lang="en-US"/>
        </a:p>
      </dgm:t>
    </dgm:pt>
    <dgm:pt modelId="{1786F5E6-B07D-4C7F-AA26-7E7C3F0FB1B4}">
      <dgm:prSet/>
      <dgm:spPr/>
      <dgm:t>
        <a:bodyPr/>
        <a:lstStyle/>
        <a:p>
          <a:r>
            <a:rPr lang="en-US"/>
            <a:t>Important role of ‘data’</a:t>
          </a:r>
        </a:p>
      </dgm:t>
    </dgm:pt>
    <dgm:pt modelId="{CFAB73A5-125A-4BE3-B472-B6CA6A522A56}" type="parTrans" cxnId="{3D4C173A-3EB8-40D3-9050-D426EC4D6782}">
      <dgm:prSet/>
      <dgm:spPr/>
      <dgm:t>
        <a:bodyPr/>
        <a:lstStyle/>
        <a:p>
          <a:endParaRPr lang="en-US"/>
        </a:p>
      </dgm:t>
    </dgm:pt>
    <dgm:pt modelId="{341953AA-1894-48E4-A681-EB9425A7317B}" type="sibTrans" cxnId="{3D4C173A-3EB8-40D3-9050-D426EC4D6782}">
      <dgm:prSet/>
      <dgm:spPr/>
      <dgm:t>
        <a:bodyPr/>
        <a:lstStyle/>
        <a:p>
          <a:endParaRPr lang="en-US"/>
        </a:p>
      </dgm:t>
    </dgm:pt>
    <dgm:pt modelId="{418A8954-23FA-4FEC-AFCE-F1DC3F3A2807}">
      <dgm:prSet/>
      <dgm:spPr/>
      <dgm:t>
        <a:bodyPr/>
        <a:lstStyle/>
        <a:p>
          <a:r>
            <a:rPr lang="en-US"/>
            <a:t>The dark and bright side of Analytics</a:t>
          </a:r>
        </a:p>
      </dgm:t>
    </dgm:pt>
    <dgm:pt modelId="{947EB9DC-6841-4DB0-9E75-C36057E03164}" type="parTrans" cxnId="{B0E34289-10C1-4C59-8047-A9AE0998A1D6}">
      <dgm:prSet/>
      <dgm:spPr/>
      <dgm:t>
        <a:bodyPr/>
        <a:lstStyle/>
        <a:p>
          <a:endParaRPr lang="en-US"/>
        </a:p>
      </dgm:t>
    </dgm:pt>
    <dgm:pt modelId="{28A6986E-7D70-4656-A85D-1640DF1A3655}" type="sibTrans" cxnId="{B0E34289-10C1-4C59-8047-A9AE0998A1D6}">
      <dgm:prSet/>
      <dgm:spPr/>
      <dgm:t>
        <a:bodyPr/>
        <a:lstStyle/>
        <a:p>
          <a:endParaRPr lang="en-US"/>
        </a:p>
      </dgm:t>
    </dgm:pt>
    <dgm:pt modelId="{4B82808C-7202-4F13-99FB-5F0F170D7869}" type="pres">
      <dgm:prSet presAssocID="{396E640D-AE9C-4FE9-ADAB-FDBA1CF0BC40}" presName="root" presStyleCnt="0">
        <dgm:presLayoutVars>
          <dgm:dir/>
          <dgm:resizeHandles val="exact"/>
        </dgm:presLayoutVars>
      </dgm:prSet>
      <dgm:spPr/>
    </dgm:pt>
    <dgm:pt modelId="{1E93FEBB-100B-48B4-B4C6-BD07B4DC7C16}" type="pres">
      <dgm:prSet presAssocID="{B0A2A357-F70F-4E99-9D75-56C998B438EF}" presName="compNode" presStyleCnt="0"/>
      <dgm:spPr/>
    </dgm:pt>
    <dgm:pt modelId="{83ECE49B-3A03-41F1-B6F4-FEA85CAB6DF5}" type="pres">
      <dgm:prSet presAssocID="{B0A2A357-F70F-4E99-9D75-56C998B438EF}" presName="bgRect" presStyleLbl="bgShp" presStyleIdx="0" presStyleCnt="3"/>
      <dgm:spPr/>
    </dgm:pt>
    <dgm:pt modelId="{8EE85812-6C34-472B-8960-CB71C48A9E00}" type="pres">
      <dgm:prSet presAssocID="{B0A2A357-F70F-4E99-9D75-56C998B438EF}"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ar chart"/>
        </a:ext>
      </dgm:extLst>
    </dgm:pt>
    <dgm:pt modelId="{CEFBE4D5-DDCE-4C21-A44A-B12F15030360}" type="pres">
      <dgm:prSet presAssocID="{B0A2A357-F70F-4E99-9D75-56C998B438EF}" presName="spaceRect" presStyleCnt="0"/>
      <dgm:spPr/>
    </dgm:pt>
    <dgm:pt modelId="{D4769B16-A94F-4111-A416-BAF7C6A3D428}" type="pres">
      <dgm:prSet presAssocID="{B0A2A357-F70F-4E99-9D75-56C998B438EF}" presName="parTx" presStyleLbl="revTx" presStyleIdx="0" presStyleCnt="3">
        <dgm:presLayoutVars>
          <dgm:chMax val="0"/>
          <dgm:chPref val="0"/>
        </dgm:presLayoutVars>
      </dgm:prSet>
      <dgm:spPr/>
    </dgm:pt>
    <dgm:pt modelId="{B1A11059-A30B-4665-AA44-DB9F0B375D03}" type="pres">
      <dgm:prSet presAssocID="{D82627B4-15C2-42E3-8337-5488F380B543}" presName="sibTrans" presStyleCnt="0"/>
      <dgm:spPr/>
    </dgm:pt>
    <dgm:pt modelId="{1CB37CBB-A5EB-4940-8761-056A9E7554EB}" type="pres">
      <dgm:prSet presAssocID="{1786F5E6-B07D-4C7F-AA26-7E7C3F0FB1B4}" presName="compNode" presStyleCnt="0"/>
      <dgm:spPr/>
    </dgm:pt>
    <dgm:pt modelId="{AD7EFC13-A4EC-4884-85E8-0A8116EC9653}" type="pres">
      <dgm:prSet presAssocID="{1786F5E6-B07D-4C7F-AA26-7E7C3F0FB1B4}" presName="bgRect" presStyleLbl="bgShp" presStyleIdx="1" presStyleCnt="3"/>
      <dgm:spPr/>
    </dgm:pt>
    <dgm:pt modelId="{134DBA2D-21E9-4F22-A0F6-2FBC1AEDBE69}" type="pres">
      <dgm:prSet presAssocID="{1786F5E6-B07D-4C7F-AA26-7E7C3F0FB1B4}"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88FBCB31-EC0C-47F0-AC38-53D1D6278D74}" type="pres">
      <dgm:prSet presAssocID="{1786F5E6-B07D-4C7F-AA26-7E7C3F0FB1B4}" presName="spaceRect" presStyleCnt="0"/>
      <dgm:spPr/>
    </dgm:pt>
    <dgm:pt modelId="{6527DBE3-6A8D-44D3-9810-7DBA50EB27DC}" type="pres">
      <dgm:prSet presAssocID="{1786F5E6-B07D-4C7F-AA26-7E7C3F0FB1B4}" presName="parTx" presStyleLbl="revTx" presStyleIdx="1" presStyleCnt="3">
        <dgm:presLayoutVars>
          <dgm:chMax val="0"/>
          <dgm:chPref val="0"/>
        </dgm:presLayoutVars>
      </dgm:prSet>
      <dgm:spPr/>
    </dgm:pt>
    <dgm:pt modelId="{A744413B-411F-4EFE-82B4-37A36B01BF04}" type="pres">
      <dgm:prSet presAssocID="{341953AA-1894-48E4-A681-EB9425A7317B}" presName="sibTrans" presStyleCnt="0"/>
      <dgm:spPr/>
    </dgm:pt>
    <dgm:pt modelId="{290779BF-7602-4691-8853-5E4D382084D5}" type="pres">
      <dgm:prSet presAssocID="{418A8954-23FA-4FEC-AFCE-F1DC3F3A2807}" presName="compNode" presStyleCnt="0"/>
      <dgm:spPr/>
    </dgm:pt>
    <dgm:pt modelId="{0DF6964F-EB15-4510-8F5C-8C00B46337BD}" type="pres">
      <dgm:prSet presAssocID="{418A8954-23FA-4FEC-AFCE-F1DC3F3A2807}" presName="bgRect" presStyleLbl="bgShp" presStyleIdx="2" presStyleCnt="3"/>
      <dgm:spPr/>
    </dgm:pt>
    <dgm:pt modelId="{B6FFE93C-A5AA-4C23-AEAB-CA730408696B}" type="pres">
      <dgm:prSet presAssocID="{418A8954-23FA-4FEC-AFCE-F1DC3F3A2807}"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ightbulb"/>
        </a:ext>
      </dgm:extLst>
    </dgm:pt>
    <dgm:pt modelId="{3249FEE1-9B3B-43EC-989B-0AB0FC15938C}" type="pres">
      <dgm:prSet presAssocID="{418A8954-23FA-4FEC-AFCE-F1DC3F3A2807}" presName="spaceRect" presStyleCnt="0"/>
      <dgm:spPr/>
    </dgm:pt>
    <dgm:pt modelId="{A6447E2C-77CB-4002-A60D-5FBA61A7C219}" type="pres">
      <dgm:prSet presAssocID="{418A8954-23FA-4FEC-AFCE-F1DC3F3A2807}" presName="parTx" presStyleLbl="revTx" presStyleIdx="2" presStyleCnt="3">
        <dgm:presLayoutVars>
          <dgm:chMax val="0"/>
          <dgm:chPref val="0"/>
        </dgm:presLayoutVars>
      </dgm:prSet>
      <dgm:spPr/>
    </dgm:pt>
  </dgm:ptLst>
  <dgm:cxnLst>
    <dgm:cxn modelId="{767C4727-B104-4D91-80E9-D671C173AD7C}" type="presOf" srcId="{396E640D-AE9C-4FE9-ADAB-FDBA1CF0BC40}" destId="{4B82808C-7202-4F13-99FB-5F0F170D7869}" srcOrd="0" destOrd="0" presId="urn:microsoft.com/office/officeart/2018/2/layout/IconVerticalSolidList"/>
    <dgm:cxn modelId="{3D4C173A-3EB8-40D3-9050-D426EC4D6782}" srcId="{396E640D-AE9C-4FE9-ADAB-FDBA1CF0BC40}" destId="{1786F5E6-B07D-4C7F-AA26-7E7C3F0FB1B4}" srcOrd="1" destOrd="0" parTransId="{CFAB73A5-125A-4BE3-B472-B6CA6A522A56}" sibTransId="{341953AA-1894-48E4-A681-EB9425A7317B}"/>
    <dgm:cxn modelId="{B0E34289-10C1-4C59-8047-A9AE0998A1D6}" srcId="{396E640D-AE9C-4FE9-ADAB-FDBA1CF0BC40}" destId="{418A8954-23FA-4FEC-AFCE-F1DC3F3A2807}" srcOrd="2" destOrd="0" parTransId="{947EB9DC-6841-4DB0-9E75-C36057E03164}" sibTransId="{28A6986E-7D70-4656-A85D-1640DF1A3655}"/>
    <dgm:cxn modelId="{4C4938AE-5C39-45A2-AB40-D74B82E6A799}" srcId="{396E640D-AE9C-4FE9-ADAB-FDBA1CF0BC40}" destId="{B0A2A357-F70F-4E99-9D75-56C998B438EF}" srcOrd="0" destOrd="0" parTransId="{782EACE8-3C58-4B4F-A35B-61D8B284417C}" sibTransId="{D82627B4-15C2-42E3-8337-5488F380B543}"/>
    <dgm:cxn modelId="{20A709BD-94B0-4F62-BE37-856679E756D7}" type="presOf" srcId="{1786F5E6-B07D-4C7F-AA26-7E7C3F0FB1B4}" destId="{6527DBE3-6A8D-44D3-9810-7DBA50EB27DC}" srcOrd="0" destOrd="0" presId="urn:microsoft.com/office/officeart/2018/2/layout/IconVerticalSolidList"/>
    <dgm:cxn modelId="{3405B0DA-CE3F-48C8-9E0C-64FB66793EF8}" type="presOf" srcId="{418A8954-23FA-4FEC-AFCE-F1DC3F3A2807}" destId="{A6447E2C-77CB-4002-A60D-5FBA61A7C219}" srcOrd="0" destOrd="0" presId="urn:microsoft.com/office/officeart/2018/2/layout/IconVerticalSolidList"/>
    <dgm:cxn modelId="{8635E0DC-4B44-40AD-9DE4-68F5971268D2}" type="presOf" srcId="{B0A2A357-F70F-4E99-9D75-56C998B438EF}" destId="{D4769B16-A94F-4111-A416-BAF7C6A3D428}" srcOrd="0" destOrd="0" presId="urn:microsoft.com/office/officeart/2018/2/layout/IconVerticalSolidList"/>
    <dgm:cxn modelId="{0F42DDC5-D620-4B6C-A56E-21D23C724023}" type="presParOf" srcId="{4B82808C-7202-4F13-99FB-5F0F170D7869}" destId="{1E93FEBB-100B-48B4-B4C6-BD07B4DC7C16}" srcOrd="0" destOrd="0" presId="urn:microsoft.com/office/officeart/2018/2/layout/IconVerticalSolidList"/>
    <dgm:cxn modelId="{D477AC0C-6B21-4DD3-83E4-080A99094FE1}" type="presParOf" srcId="{1E93FEBB-100B-48B4-B4C6-BD07B4DC7C16}" destId="{83ECE49B-3A03-41F1-B6F4-FEA85CAB6DF5}" srcOrd="0" destOrd="0" presId="urn:microsoft.com/office/officeart/2018/2/layout/IconVerticalSolidList"/>
    <dgm:cxn modelId="{3F38DFAF-3A27-496E-B620-4E3F7273B00F}" type="presParOf" srcId="{1E93FEBB-100B-48B4-B4C6-BD07B4DC7C16}" destId="{8EE85812-6C34-472B-8960-CB71C48A9E00}" srcOrd="1" destOrd="0" presId="urn:microsoft.com/office/officeart/2018/2/layout/IconVerticalSolidList"/>
    <dgm:cxn modelId="{78E126D8-152E-4B77-B33B-8701ED4F8100}" type="presParOf" srcId="{1E93FEBB-100B-48B4-B4C6-BD07B4DC7C16}" destId="{CEFBE4D5-DDCE-4C21-A44A-B12F15030360}" srcOrd="2" destOrd="0" presId="urn:microsoft.com/office/officeart/2018/2/layout/IconVerticalSolidList"/>
    <dgm:cxn modelId="{3E2D4304-33BD-43F7-ADE9-E919DEFA5889}" type="presParOf" srcId="{1E93FEBB-100B-48B4-B4C6-BD07B4DC7C16}" destId="{D4769B16-A94F-4111-A416-BAF7C6A3D428}" srcOrd="3" destOrd="0" presId="urn:microsoft.com/office/officeart/2018/2/layout/IconVerticalSolidList"/>
    <dgm:cxn modelId="{4B640A87-758D-4A67-8BC0-A2FD50E3CC59}" type="presParOf" srcId="{4B82808C-7202-4F13-99FB-5F0F170D7869}" destId="{B1A11059-A30B-4665-AA44-DB9F0B375D03}" srcOrd="1" destOrd="0" presId="urn:microsoft.com/office/officeart/2018/2/layout/IconVerticalSolidList"/>
    <dgm:cxn modelId="{530C806E-5D13-450F-B0A8-8CB48C725592}" type="presParOf" srcId="{4B82808C-7202-4F13-99FB-5F0F170D7869}" destId="{1CB37CBB-A5EB-4940-8761-056A9E7554EB}" srcOrd="2" destOrd="0" presId="urn:microsoft.com/office/officeart/2018/2/layout/IconVerticalSolidList"/>
    <dgm:cxn modelId="{3514D9AF-8FF5-4256-B832-97D47191AD67}" type="presParOf" srcId="{1CB37CBB-A5EB-4940-8761-056A9E7554EB}" destId="{AD7EFC13-A4EC-4884-85E8-0A8116EC9653}" srcOrd="0" destOrd="0" presId="urn:microsoft.com/office/officeart/2018/2/layout/IconVerticalSolidList"/>
    <dgm:cxn modelId="{AB890F2E-433B-4F32-9305-79123A4F2645}" type="presParOf" srcId="{1CB37CBB-A5EB-4940-8761-056A9E7554EB}" destId="{134DBA2D-21E9-4F22-A0F6-2FBC1AEDBE69}" srcOrd="1" destOrd="0" presId="urn:microsoft.com/office/officeart/2018/2/layout/IconVerticalSolidList"/>
    <dgm:cxn modelId="{40056F4B-C15B-4593-B6F8-F7F123143623}" type="presParOf" srcId="{1CB37CBB-A5EB-4940-8761-056A9E7554EB}" destId="{88FBCB31-EC0C-47F0-AC38-53D1D6278D74}" srcOrd="2" destOrd="0" presId="urn:microsoft.com/office/officeart/2018/2/layout/IconVerticalSolidList"/>
    <dgm:cxn modelId="{4825A17C-ABBC-46CC-9D9C-568E6CB1EA3B}" type="presParOf" srcId="{1CB37CBB-A5EB-4940-8761-056A9E7554EB}" destId="{6527DBE3-6A8D-44D3-9810-7DBA50EB27DC}" srcOrd="3" destOrd="0" presId="urn:microsoft.com/office/officeart/2018/2/layout/IconVerticalSolidList"/>
    <dgm:cxn modelId="{DC538F87-D797-4023-8C1C-DB4159AFB81B}" type="presParOf" srcId="{4B82808C-7202-4F13-99FB-5F0F170D7869}" destId="{A744413B-411F-4EFE-82B4-37A36B01BF04}" srcOrd="3" destOrd="0" presId="urn:microsoft.com/office/officeart/2018/2/layout/IconVerticalSolidList"/>
    <dgm:cxn modelId="{24EBA87B-2C1E-4AC3-A3DD-CC3FBA26940E}" type="presParOf" srcId="{4B82808C-7202-4F13-99FB-5F0F170D7869}" destId="{290779BF-7602-4691-8853-5E4D382084D5}" srcOrd="4" destOrd="0" presId="urn:microsoft.com/office/officeart/2018/2/layout/IconVerticalSolidList"/>
    <dgm:cxn modelId="{AA7A262D-8656-4FEC-AEEE-C7511DBEF96E}" type="presParOf" srcId="{290779BF-7602-4691-8853-5E4D382084D5}" destId="{0DF6964F-EB15-4510-8F5C-8C00B46337BD}" srcOrd="0" destOrd="0" presId="urn:microsoft.com/office/officeart/2018/2/layout/IconVerticalSolidList"/>
    <dgm:cxn modelId="{C08E9ED5-65B0-418B-A228-54A9D650B8F7}" type="presParOf" srcId="{290779BF-7602-4691-8853-5E4D382084D5}" destId="{B6FFE93C-A5AA-4C23-AEAB-CA730408696B}" srcOrd="1" destOrd="0" presId="urn:microsoft.com/office/officeart/2018/2/layout/IconVerticalSolidList"/>
    <dgm:cxn modelId="{E8296128-C304-48EC-BD6D-0C90EA61AFAD}" type="presParOf" srcId="{290779BF-7602-4691-8853-5E4D382084D5}" destId="{3249FEE1-9B3B-43EC-989B-0AB0FC15938C}" srcOrd="2" destOrd="0" presId="urn:microsoft.com/office/officeart/2018/2/layout/IconVerticalSolidList"/>
    <dgm:cxn modelId="{95AA9E32-9D2C-4539-ACD7-2C9708BEC07D}" type="presParOf" srcId="{290779BF-7602-4691-8853-5E4D382084D5}" destId="{A6447E2C-77CB-4002-A60D-5FBA61A7C21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D37090-496D-4EAA-A585-6C23FBA283E3}">
      <dsp:nvSpPr>
        <dsp:cNvPr id="0" name=""/>
        <dsp:cNvSpPr/>
      </dsp:nvSpPr>
      <dsp:spPr>
        <a:xfrm>
          <a:off x="0" y="2119"/>
          <a:ext cx="1116012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257F23BD-B0F2-4DF2-919A-63B111A7509E}">
      <dsp:nvSpPr>
        <dsp:cNvPr id="0" name=""/>
        <dsp:cNvSpPr/>
      </dsp:nvSpPr>
      <dsp:spPr>
        <a:xfrm>
          <a:off x="0" y="2119"/>
          <a:ext cx="11160125" cy="722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NL" sz="2100" kern="1200" dirty="0"/>
            <a:t>Explain how analytics turns data into insights and better decisions.</a:t>
          </a:r>
          <a:endParaRPr lang="en-US" sz="2100" kern="1200" dirty="0"/>
        </a:p>
      </dsp:txBody>
      <dsp:txXfrm>
        <a:off x="0" y="2119"/>
        <a:ext cx="11160125" cy="722664"/>
      </dsp:txXfrm>
    </dsp:sp>
    <dsp:sp modelId="{006AD89F-97EE-4D0D-BA1B-62C06A4CB557}">
      <dsp:nvSpPr>
        <dsp:cNvPr id="0" name=""/>
        <dsp:cNvSpPr/>
      </dsp:nvSpPr>
      <dsp:spPr>
        <a:xfrm>
          <a:off x="0" y="724783"/>
          <a:ext cx="1116012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19019A22-C210-47CD-87DC-D8036457A12D}">
      <dsp:nvSpPr>
        <dsp:cNvPr id="0" name=""/>
        <dsp:cNvSpPr/>
      </dsp:nvSpPr>
      <dsp:spPr>
        <a:xfrm>
          <a:off x="0" y="724783"/>
          <a:ext cx="11160125" cy="722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Font typeface="Arial" panose="020B0604020202020204" pitchFamily="34" charset="0"/>
            <a:buNone/>
          </a:pPr>
          <a:r>
            <a:rPr lang="en-NL" sz="2100" kern="1200" dirty="0"/>
            <a:t>Explain how data, computing power and algorithms enable real-world impact.</a:t>
          </a:r>
        </a:p>
      </dsp:txBody>
      <dsp:txXfrm>
        <a:off x="0" y="724783"/>
        <a:ext cx="11160125" cy="722664"/>
      </dsp:txXfrm>
    </dsp:sp>
    <dsp:sp modelId="{41032B03-459F-4B29-8199-83C6F1F524A8}">
      <dsp:nvSpPr>
        <dsp:cNvPr id="0" name=""/>
        <dsp:cNvSpPr/>
      </dsp:nvSpPr>
      <dsp:spPr>
        <a:xfrm>
          <a:off x="0" y="1447448"/>
          <a:ext cx="1116012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123EC8C7-B729-4F80-8630-C992D2CA56C7}">
      <dsp:nvSpPr>
        <dsp:cNvPr id="0" name=""/>
        <dsp:cNvSpPr/>
      </dsp:nvSpPr>
      <dsp:spPr>
        <a:xfrm>
          <a:off x="0" y="1447448"/>
          <a:ext cx="11160125" cy="722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Font typeface="Arial" panose="020B0604020202020204" pitchFamily="34" charset="0"/>
            <a:buNone/>
          </a:pPr>
          <a:r>
            <a:rPr lang="en-NL" sz="2100" kern="1200"/>
            <a:t>Illustrate how analytics can contribute to the SDGs, while recognizing risks and unintended consequences.</a:t>
          </a:r>
        </a:p>
      </dsp:txBody>
      <dsp:txXfrm>
        <a:off x="0" y="1447448"/>
        <a:ext cx="11160125" cy="722664"/>
      </dsp:txXfrm>
    </dsp:sp>
    <dsp:sp modelId="{A3463402-188C-474D-9835-5B5D5DD91D98}">
      <dsp:nvSpPr>
        <dsp:cNvPr id="0" name=""/>
        <dsp:cNvSpPr/>
      </dsp:nvSpPr>
      <dsp:spPr>
        <a:xfrm>
          <a:off x="0" y="2170112"/>
          <a:ext cx="1116012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776206AF-F1E7-4067-82A6-E790BEE36E93}">
      <dsp:nvSpPr>
        <dsp:cNvPr id="0" name=""/>
        <dsp:cNvSpPr/>
      </dsp:nvSpPr>
      <dsp:spPr>
        <a:xfrm>
          <a:off x="0" y="2170112"/>
          <a:ext cx="11160125" cy="722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Font typeface="Arial" panose="020B0604020202020204" pitchFamily="34" charset="0"/>
            <a:buNone/>
          </a:pPr>
          <a:r>
            <a:rPr lang="en-NL" sz="2100" kern="1200"/>
            <a:t>Explain why Python and machine-learning foundations matter alongside GenAI.</a:t>
          </a:r>
        </a:p>
      </dsp:txBody>
      <dsp:txXfrm>
        <a:off x="0" y="2170112"/>
        <a:ext cx="11160125" cy="722664"/>
      </dsp:txXfrm>
    </dsp:sp>
    <dsp:sp modelId="{63581B58-EA0F-4CE6-BB46-DC68B67AFB71}">
      <dsp:nvSpPr>
        <dsp:cNvPr id="0" name=""/>
        <dsp:cNvSpPr/>
      </dsp:nvSpPr>
      <dsp:spPr>
        <a:xfrm>
          <a:off x="0" y="2892776"/>
          <a:ext cx="1116012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F3D4066F-A191-4CB2-BE7E-5D39116D0CDD}">
      <dsp:nvSpPr>
        <dsp:cNvPr id="0" name=""/>
        <dsp:cNvSpPr/>
      </dsp:nvSpPr>
      <dsp:spPr>
        <a:xfrm>
          <a:off x="0" y="2892776"/>
          <a:ext cx="11160125" cy="722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Font typeface="Arial" panose="020B0604020202020204" pitchFamily="34" charset="0"/>
            <a:buNone/>
          </a:pPr>
          <a:r>
            <a:rPr lang="en-NL" sz="2100" kern="1200"/>
            <a:t>Run, modify and check a simple Python notebook.</a:t>
          </a:r>
        </a:p>
      </dsp:txBody>
      <dsp:txXfrm>
        <a:off x="0" y="2892776"/>
        <a:ext cx="11160125" cy="722664"/>
      </dsp:txXfrm>
    </dsp:sp>
    <dsp:sp modelId="{A52CE638-4480-485B-8D72-0E1C87C0878E}">
      <dsp:nvSpPr>
        <dsp:cNvPr id="0" name=""/>
        <dsp:cNvSpPr/>
      </dsp:nvSpPr>
      <dsp:spPr>
        <a:xfrm>
          <a:off x="0" y="3615441"/>
          <a:ext cx="1116012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3A80DE20-F1F1-46F9-9013-2259FC68D9E2}">
      <dsp:nvSpPr>
        <dsp:cNvPr id="0" name=""/>
        <dsp:cNvSpPr/>
      </dsp:nvSpPr>
      <dsp:spPr>
        <a:xfrm>
          <a:off x="0" y="3615441"/>
          <a:ext cx="11160125" cy="722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Font typeface="Arial" panose="020B0604020202020204" pitchFamily="34" charset="0"/>
            <a:buNone/>
          </a:pPr>
          <a:r>
            <a:rPr lang="en-NL" sz="2100" kern="1200"/>
            <a:t>Describe how to use GenAI as a Socratic learning coach within the course rules.</a:t>
          </a:r>
        </a:p>
      </dsp:txBody>
      <dsp:txXfrm>
        <a:off x="0" y="3615441"/>
        <a:ext cx="11160125" cy="7226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E2DD58-47A9-4F3D-A771-BAB76146EDF9}">
      <dsp:nvSpPr>
        <dsp:cNvPr id="0" name=""/>
        <dsp:cNvSpPr/>
      </dsp:nvSpPr>
      <dsp:spPr>
        <a:xfrm>
          <a:off x="839859" y="794674"/>
          <a:ext cx="1073253" cy="107325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6C7CEF6-A542-4067-9EA7-4B81AA07B314}">
      <dsp:nvSpPr>
        <dsp:cNvPr id="0" name=""/>
        <dsp:cNvSpPr/>
      </dsp:nvSpPr>
      <dsp:spPr>
        <a:xfrm>
          <a:off x="183982" y="2200911"/>
          <a:ext cx="2385007" cy="8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NL" sz="1100" b="1" kern="1200" dirty="0"/>
            <a:t>1 · Decision intelligence</a:t>
          </a:r>
          <a:br>
            <a:rPr lang="en-NL" sz="1100" kern="1200" dirty="0"/>
          </a:br>
          <a:r>
            <a:rPr lang="en-NL" sz="1100" kern="1200" dirty="0"/>
            <a:t>How analytics turns data into better decisions and meaningful real-world impact.</a:t>
          </a:r>
          <a:endParaRPr lang="en-US" sz="1100" kern="1200" dirty="0"/>
        </a:p>
      </dsp:txBody>
      <dsp:txXfrm>
        <a:off x="183982" y="2200911"/>
        <a:ext cx="2385007" cy="810000"/>
      </dsp:txXfrm>
    </dsp:sp>
    <dsp:sp modelId="{E344D8C3-32EF-4EB0-972A-06AF57DE1409}">
      <dsp:nvSpPr>
        <dsp:cNvPr id="0" name=""/>
        <dsp:cNvSpPr/>
      </dsp:nvSpPr>
      <dsp:spPr>
        <a:xfrm>
          <a:off x="3642243" y="794674"/>
          <a:ext cx="1073253" cy="107325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1A6F10-2BA4-43BF-819E-A651DC396E84}">
      <dsp:nvSpPr>
        <dsp:cNvPr id="0" name=""/>
        <dsp:cNvSpPr/>
      </dsp:nvSpPr>
      <dsp:spPr>
        <a:xfrm>
          <a:off x="2986366" y="2200911"/>
          <a:ext cx="2385007" cy="8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NL" sz="1100" b="1" kern="1200" dirty="0"/>
            <a:t>2 · What makes it possible</a:t>
          </a:r>
          <a:br>
            <a:rPr lang="en-NL" sz="1100" kern="1200" dirty="0"/>
          </a:br>
          <a:r>
            <a:rPr lang="en-NL" sz="1100" kern="1200" dirty="0"/>
            <a:t>Data, computing power and algorithms.</a:t>
          </a:r>
          <a:endParaRPr lang="en-US" sz="1100" kern="1200" dirty="0"/>
        </a:p>
      </dsp:txBody>
      <dsp:txXfrm>
        <a:off x="2986366" y="2200911"/>
        <a:ext cx="2385007" cy="810000"/>
      </dsp:txXfrm>
    </dsp:sp>
    <dsp:sp modelId="{1D15FE93-833D-4E1D-88E8-5661B3018AE2}">
      <dsp:nvSpPr>
        <dsp:cNvPr id="0" name=""/>
        <dsp:cNvSpPr/>
      </dsp:nvSpPr>
      <dsp:spPr>
        <a:xfrm>
          <a:off x="6444627" y="794674"/>
          <a:ext cx="1073253" cy="107325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B62547-9626-4A39-985B-7CA2BB64E555}">
      <dsp:nvSpPr>
        <dsp:cNvPr id="0" name=""/>
        <dsp:cNvSpPr/>
      </dsp:nvSpPr>
      <dsp:spPr>
        <a:xfrm>
          <a:off x="5788750" y="2200911"/>
          <a:ext cx="2385007" cy="8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NL" sz="1100" b="1" kern="1200" dirty="0"/>
            <a:t>3 · Opportunities for good</a:t>
          </a:r>
          <a:br>
            <a:rPr lang="en-NL" sz="1100" kern="1200" dirty="0"/>
          </a:br>
          <a:r>
            <a:rPr lang="en-NL" sz="1100" kern="1200" dirty="0"/>
            <a:t>The analytics tools that help businesses improve performance can also help NGOs increase their impact and advance the Sustainable Development Goals.</a:t>
          </a:r>
          <a:endParaRPr lang="en-US" sz="1100" kern="1200" dirty="0"/>
        </a:p>
      </dsp:txBody>
      <dsp:txXfrm>
        <a:off x="5788750" y="2200911"/>
        <a:ext cx="2385007" cy="810000"/>
      </dsp:txXfrm>
    </dsp:sp>
    <dsp:sp modelId="{630E9296-C524-4713-AA07-F3FDE77AFE22}">
      <dsp:nvSpPr>
        <dsp:cNvPr id="0" name=""/>
        <dsp:cNvSpPr/>
      </dsp:nvSpPr>
      <dsp:spPr>
        <a:xfrm>
          <a:off x="9247012" y="794674"/>
          <a:ext cx="1073253" cy="107325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946F83-A68B-40BE-9DA2-F2AA348CE99E}">
      <dsp:nvSpPr>
        <dsp:cNvPr id="0" name=""/>
        <dsp:cNvSpPr/>
      </dsp:nvSpPr>
      <dsp:spPr>
        <a:xfrm>
          <a:off x="8591134" y="2200911"/>
          <a:ext cx="2385007" cy="8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NL" sz="1100" b="1" kern="1200" dirty="0"/>
            <a:t>4 · Your toolkit</a:t>
          </a:r>
          <a:br>
            <a:rPr lang="en-NL" sz="1100" kern="1200" dirty="0"/>
          </a:br>
          <a:r>
            <a:rPr lang="en-NL" sz="1100" kern="1200" dirty="0"/>
            <a:t>Analytics and its mathematical foundations, Python, mathematical modelling, optimization and responsible use of AI.</a:t>
          </a:r>
          <a:endParaRPr lang="en-US" sz="1100" kern="1200" dirty="0"/>
        </a:p>
      </dsp:txBody>
      <dsp:txXfrm>
        <a:off x="8591134" y="2200911"/>
        <a:ext cx="2385007" cy="81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EFC4F3-8981-4FF3-8FCA-417C7B1CDE40}">
      <dsp:nvSpPr>
        <dsp:cNvPr id="0" name=""/>
        <dsp:cNvSpPr/>
      </dsp:nvSpPr>
      <dsp:spPr>
        <a:xfrm>
          <a:off x="0" y="0"/>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D5C449-D65D-45BF-AB33-8B17AC40BC88}">
      <dsp:nvSpPr>
        <dsp:cNvPr id="0" name=""/>
        <dsp:cNvSpPr/>
      </dsp:nvSpPr>
      <dsp:spPr>
        <a:xfrm>
          <a:off x="0" y="0"/>
          <a:ext cx="11160125" cy="951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0" tIns="171450" rIns="171450" bIns="171450" numCol="1" spcCol="1270" anchor="t" anchorCtr="0">
          <a:noAutofit/>
        </a:bodyPr>
        <a:lstStyle/>
        <a:p>
          <a:pPr marL="0" lvl="0" indent="0" algn="l" defTabSz="2000250">
            <a:lnSpc>
              <a:spcPct val="90000"/>
            </a:lnSpc>
            <a:spcBef>
              <a:spcPct val="0"/>
            </a:spcBef>
            <a:spcAft>
              <a:spcPct val="35000"/>
            </a:spcAft>
            <a:buNone/>
          </a:pPr>
          <a:r>
            <a:rPr lang="en-US" sz="4500" kern="1200"/>
            <a:t>Datafication of the world</a:t>
          </a:r>
        </a:p>
      </dsp:txBody>
      <dsp:txXfrm>
        <a:off x="0" y="0"/>
        <a:ext cx="11160125" cy="951396"/>
      </dsp:txXfrm>
    </dsp:sp>
    <dsp:sp modelId="{B98A24F7-293D-4FF0-9272-93F2E9138A8C}">
      <dsp:nvSpPr>
        <dsp:cNvPr id="0" name=""/>
        <dsp:cNvSpPr/>
      </dsp:nvSpPr>
      <dsp:spPr>
        <a:xfrm>
          <a:off x="0" y="951396"/>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94DEE4-9745-4A5D-BA7A-165F40507E6E}">
      <dsp:nvSpPr>
        <dsp:cNvPr id="0" name=""/>
        <dsp:cNvSpPr/>
      </dsp:nvSpPr>
      <dsp:spPr>
        <a:xfrm>
          <a:off x="0" y="951396"/>
          <a:ext cx="11160125" cy="951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0" tIns="171450" rIns="171450" bIns="171450" numCol="1" spcCol="1270" anchor="t" anchorCtr="0">
          <a:noAutofit/>
        </a:bodyPr>
        <a:lstStyle/>
        <a:p>
          <a:pPr marL="0" lvl="0" indent="0" algn="l" defTabSz="2000250">
            <a:lnSpc>
              <a:spcPct val="90000"/>
            </a:lnSpc>
            <a:spcBef>
              <a:spcPct val="0"/>
            </a:spcBef>
            <a:spcAft>
              <a:spcPct val="35000"/>
            </a:spcAft>
            <a:buNone/>
          </a:pPr>
          <a:r>
            <a:rPr lang="en-US" sz="4500" kern="1200"/>
            <a:t>Data storage has become extremely cheap</a:t>
          </a:r>
        </a:p>
      </dsp:txBody>
      <dsp:txXfrm>
        <a:off x="0" y="951396"/>
        <a:ext cx="11160125" cy="951396"/>
      </dsp:txXfrm>
    </dsp:sp>
    <dsp:sp modelId="{7B7A5BB0-2AA5-479A-A520-4E43DBD347EF}">
      <dsp:nvSpPr>
        <dsp:cNvPr id="0" name=""/>
        <dsp:cNvSpPr/>
      </dsp:nvSpPr>
      <dsp:spPr>
        <a:xfrm>
          <a:off x="0" y="1902793"/>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51B206-5B94-4B6E-B841-95059D010BC6}">
      <dsp:nvSpPr>
        <dsp:cNvPr id="0" name=""/>
        <dsp:cNvSpPr/>
      </dsp:nvSpPr>
      <dsp:spPr>
        <a:xfrm>
          <a:off x="0" y="1902792"/>
          <a:ext cx="11160125" cy="951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0" tIns="171450" rIns="171450" bIns="171450" numCol="1" spcCol="1270" anchor="t" anchorCtr="0">
          <a:noAutofit/>
        </a:bodyPr>
        <a:lstStyle/>
        <a:p>
          <a:pPr marL="0" lvl="0" indent="0" algn="l" defTabSz="2000250">
            <a:lnSpc>
              <a:spcPct val="90000"/>
            </a:lnSpc>
            <a:spcBef>
              <a:spcPct val="0"/>
            </a:spcBef>
            <a:spcAft>
              <a:spcPct val="35000"/>
            </a:spcAft>
            <a:buNone/>
          </a:pPr>
          <a:r>
            <a:rPr lang="en-US" sz="4500" kern="1200"/>
            <a:t>Computer power has increased a lot</a:t>
          </a:r>
        </a:p>
      </dsp:txBody>
      <dsp:txXfrm>
        <a:off x="0" y="1902792"/>
        <a:ext cx="11160125" cy="951396"/>
      </dsp:txXfrm>
    </dsp:sp>
    <dsp:sp modelId="{17659747-E343-443E-9802-AA674E53ABA9}">
      <dsp:nvSpPr>
        <dsp:cNvPr id="0" name=""/>
        <dsp:cNvSpPr/>
      </dsp:nvSpPr>
      <dsp:spPr>
        <a:xfrm>
          <a:off x="0" y="2854189"/>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D6D00D-9861-4D32-8B01-7B71CD4191C1}">
      <dsp:nvSpPr>
        <dsp:cNvPr id="0" name=""/>
        <dsp:cNvSpPr/>
      </dsp:nvSpPr>
      <dsp:spPr>
        <a:xfrm>
          <a:off x="0" y="2854189"/>
          <a:ext cx="11160125" cy="951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0" tIns="171450" rIns="171450" bIns="171450" numCol="1" spcCol="1270" anchor="t" anchorCtr="0">
          <a:noAutofit/>
        </a:bodyPr>
        <a:lstStyle/>
        <a:p>
          <a:pPr marL="0" lvl="0" indent="0" algn="l" defTabSz="2000250">
            <a:lnSpc>
              <a:spcPct val="90000"/>
            </a:lnSpc>
            <a:spcBef>
              <a:spcPct val="0"/>
            </a:spcBef>
            <a:spcAft>
              <a:spcPct val="35000"/>
            </a:spcAft>
            <a:buNone/>
          </a:pPr>
          <a:r>
            <a:rPr lang="en-US" sz="4500" kern="1200"/>
            <a:t>Much better algorithms</a:t>
          </a:r>
        </a:p>
      </dsp:txBody>
      <dsp:txXfrm>
        <a:off x="0" y="2854189"/>
        <a:ext cx="11160125" cy="9513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5CBA36-2EE0-4C47-9CBE-53EF5E884826}">
      <dsp:nvSpPr>
        <dsp:cNvPr id="0" name=""/>
        <dsp:cNvSpPr/>
      </dsp:nvSpPr>
      <dsp:spPr>
        <a:xfrm>
          <a:off x="0" y="0"/>
          <a:ext cx="1116012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8B6ED9-F03F-4F17-AF31-61B004BA58F9}">
      <dsp:nvSpPr>
        <dsp:cNvPr id="0" name=""/>
        <dsp:cNvSpPr/>
      </dsp:nvSpPr>
      <dsp:spPr>
        <a:xfrm>
          <a:off x="0" y="0"/>
          <a:ext cx="11160125" cy="951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0" tIns="171450" rIns="171450" bIns="171450" numCol="1" spcCol="1270" anchor="t" anchorCtr="0">
          <a:noAutofit/>
        </a:bodyPr>
        <a:lstStyle/>
        <a:p>
          <a:pPr marL="0" lvl="0" indent="0" algn="l" defTabSz="2000250">
            <a:lnSpc>
              <a:spcPct val="90000"/>
            </a:lnSpc>
            <a:spcBef>
              <a:spcPct val="0"/>
            </a:spcBef>
            <a:spcAft>
              <a:spcPct val="35000"/>
            </a:spcAft>
            <a:buNone/>
          </a:pPr>
          <a:r>
            <a:rPr lang="en-US" sz="4500" kern="1200"/>
            <a:t>Understand why we use Python in this course</a:t>
          </a:r>
          <a:endParaRPr lang="en-NL" sz="4500" kern="1200"/>
        </a:p>
      </dsp:txBody>
      <dsp:txXfrm>
        <a:off x="0" y="0"/>
        <a:ext cx="11160125" cy="951396"/>
      </dsp:txXfrm>
    </dsp:sp>
    <dsp:sp modelId="{8BB3919D-3710-4B14-A1F6-08D146A4D9D8}">
      <dsp:nvSpPr>
        <dsp:cNvPr id="0" name=""/>
        <dsp:cNvSpPr/>
      </dsp:nvSpPr>
      <dsp:spPr>
        <a:xfrm>
          <a:off x="0" y="951396"/>
          <a:ext cx="1116012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4DB3A8-3933-4E16-966D-114E60F76A1D}">
      <dsp:nvSpPr>
        <dsp:cNvPr id="0" name=""/>
        <dsp:cNvSpPr/>
      </dsp:nvSpPr>
      <dsp:spPr>
        <a:xfrm>
          <a:off x="0" y="951396"/>
          <a:ext cx="11160125" cy="951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0" tIns="171450" rIns="171450" bIns="171450" numCol="1" spcCol="1270" anchor="t" anchorCtr="0">
          <a:noAutofit/>
        </a:bodyPr>
        <a:lstStyle/>
        <a:p>
          <a:pPr marL="0" lvl="0" indent="0" algn="l" defTabSz="2000250">
            <a:lnSpc>
              <a:spcPct val="90000"/>
            </a:lnSpc>
            <a:spcBef>
              <a:spcPct val="0"/>
            </a:spcBef>
            <a:spcAft>
              <a:spcPct val="35000"/>
            </a:spcAft>
            <a:buNone/>
          </a:pPr>
          <a:r>
            <a:rPr lang="en-US" sz="4500" kern="1200"/>
            <a:t>Learn to work with notebooks in the cloud</a:t>
          </a:r>
          <a:endParaRPr lang="en-NL" sz="4500" kern="1200"/>
        </a:p>
      </dsp:txBody>
      <dsp:txXfrm>
        <a:off x="0" y="951396"/>
        <a:ext cx="11160125" cy="951396"/>
      </dsp:txXfrm>
    </dsp:sp>
    <dsp:sp modelId="{1580A270-0EAF-4F17-8FE2-77CC2742073A}">
      <dsp:nvSpPr>
        <dsp:cNvPr id="0" name=""/>
        <dsp:cNvSpPr/>
      </dsp:nvSpPr>
      <dsp:spPr>
        <a:xfrm>
          <a:off x="0" y="1902793"/>
          <a:ext cx="1116012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3C324B-8A14-44A6-B679-7703B2779C47}">
      <dsp:nvSpPr>
        <dsp:cNvPr id="0" name=""/>
        <dsp:cNvSpPr/>
      </dsp:nvSpPr>
      <dsp:spPr>
        <a:xfrm>
          <a:off x="0" y="1902792"/>
          <a:ext cx="11160125" cy="951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0" tIns="171450" rIns="171450" bIns="171450" numCol="1" spcCol="1270" anchor="t" anchorCtr="0">
          <a:noAutofit/>
        </a:bodyPr>
        <a:lstStyle/>
        <a:p>
          <a:pPr marL="0" lvl="0" indent="0" algn="l" defTabSz="2000250">
            <a:lnSpc>
              <a:spcPct val="90000"/>
            </a:lnSpc>
            <a:spcBef>
              <a:spcPct val="0"/>
            </a:spcBef>
            <a:spcAft>
              <a:spcPct val="35000"/>
            </a:spcAft>
            <a:buNone/>
          </a:pPr>
          <a:r>
            <a:rPr lang="en-US" sz="4500" kern="1200"/>
            <a:t>Learn how to use notebooks locally</a:t>
          </a:r>
          <a:endParaRPr lang="en-NL" sz="4500" kern="1200"/>
        </a:p>
      </dsp:txBody>
      <dsp:txXfrm>
        <a:off x="0" y="1902792"/>
        <a:ext cx="11160125" cy="951396"/>
      </dsp:txXfrm>
    </dsp:sp>
    <dsp:sp modelId="{E896DC00-9992-4F4A-B408-2EE8037D6EAA}">
      <dsp:nvSpPr>
        <dsp:cNvPr id="0" name=""/>
        <dsp:cNvSpPr/>
      </dsp:nvSpPr>
      <dsp:spPr>
        <a:xfrm>
          <a:off x="0" y="2854189"/>
          <a:ext cx="1116012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365E03-11E5-437B-AF7D-232B013B26E1}">
      <dsp:nvSpPr>
        <dsp:cNvPr id="0" name=""/>
        <dsp:cNvSpPr/>
      </dsp:nvSpPr>
      <dsp:spPr>
        <a:xfrm>
          <a:off x="0" y="2854189"/>
          <a:ext cx="11160125" cy="951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0" tIns="171450" rIns="171450" bIns="171450" numCol="1" spcCol="1270" anchor="t" anchorCtr="0">
          <a:noAutofit/>
        </a:bodyPr>
        <a:lstStyle/>
        <a:p>
          <a:pPr marL="0" lvl="0" indent="0" algn="l" defTabSz="2000250">
            <a:lnSpc>
              <a:spcPct val="90000"/>
            </a:lnSpc>
            <a:spcBef>
              <a:spcPct val="0"/>
            </a:spcBef>
            <a:spcAft>
              <a:spcPct val="35000"/>
            </a:spcAft>
            <a:buNone/>
          </a:pPr>
          <a:r>
            <a:rPr lang="en-US" sz="4500" kern="1200"/>
            <a:t>Make the best use of the weekly tutorials</a:t>
          </a:r>
          <a:endParaRPr lang="en-NL" sz="4500" kern="1200"/>
        </a:p>
      </dsp:txBody>
      <dsp:txXfrm>
        <a:off x="0" y="2854189"/>
        <a:ext cx="11160125" cy="9513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9D2171-2786-4344-BBD5-F151DCFEFD43}">
      <dsp:nvSpPr>
        <dsp:cNvPr id="0" name=""/>
        <dsp:cNvSpPr/>
      </dsp:nvSpPr>
      <dsp:spPr>
        <a:xfrm>
          <a:off x="0" y="0"/>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0F1BD7-D8B9-44D4-A533-4BA1D6806FFE}">
      <dsp:nvSpPr>
        <dsp:cNvPr id="0" name=""/>
        <dsp:cNvSpPr/>
      </dsp:nvSpPr>
      <dsp:spPr>
        <a:xfrm>
          <a:off x="0" y="0"/>
          <a:ext cx="11160125" cy="951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NL" sz="2800" kern="1200"/>
            <a:t>AI assistants can write and execute Python to analyse data and create visualisations.</a:t>
          </a:r>
          <a:endParaRPr lang="en-US" sz="2800" kern="1200"/>
        </a:p>
      </dsp:txBody>
      <dsp:txXfrm>
        <a:off x="0" y="0"/>
        <a:ext cx="11160125" cy="951396"/>
      </dsp:txXfrm>
    </dsp:sp>
    <dsp:sp modelId="{407B06A9-AE12-4ECE-8BB1-F9A862424C02}">
      <dsp:nvSpPr>
        <dsp:cNvPr id="0" name=""/>
        <dsp:cNvSpPr/>
      </dsp:nvSpPr>
      <dsp:spPr>
        <a:xfrm>
          <a:off x="0" y="951396"/>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845D57-ACAD-484B-8FE2-66313A4C1C4B}">
      <dsp:nvSpPr>
        <dsp:cNvPr id="0" name=""/>
        <dsp:cNvSpPr/>
      </dsp:nvSpPr>
      <dsp:spPr>
        <a:xfrm>
          <a:off x="0" y="951396"/>
          <a:ext cx="11160125" cy="951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NL" sz="2800" kern="1200"/>
            <a:t>Knowing Python helps you </a:t>
          </a:r>
          <a:r>
            <a:rPr lang="en-NL" sz="2800" b="1" kern="1200"/>
            <a:t>inspect, test, adapt and reproduce</a:t>
          </a:r>
          <a:r>
            <a:rPr lang="en-NL" sz="2800" kern="1200"/>
            <a:t> their work.</a:t>
          </a:r>
          <a:endParaRPr lang="en-US" sz="2800" kern="1200"/>
        </a:p>
      </dsp:txBody>
      <dsp:txXfrm>
        <a:off x="0" y="951396"/>
        <a:ext cx="11160125" cy="951396"/>
      </dsp:txXfrm>
    </dsp:sp>
    <dsp:sp modelId="{BD71E097-32D3-43F1-87C7-C63F87706F5B}">
      <dsp:nvSpPr>
        <dsp:cNvPr id="0" name=""/>
        <dsp:cNvSpPr/>
      </dsp:nvSpPr>
      <dsp:spPr>
        <a:xfrm>
          <a:off x="0" y="1902793"/>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D381D0-39F6-4E78-9393-1B252B7DC6CB}">
      <dsp:nvSpPr>
        <dsp:cNvPr id="0" name=""/>
        <dsp:cNvSpPr/>
      </dsp:nvSpPr>
      <dsp:spPr>
        <a:xfrm>
          <a:off x="0" y="1902792"/>
          <a:ext cx="11160125" cy="951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NL" sz="2800" kern="1200"/>
            <a:t>Understanding analytics helps you judge whether the code uses the </a:t>
          </a:r>
          <a:r>
            <a:rPr lang="en-NL" sz="2800" b="1" kern="1200"/>
            <a:t>right data and methods</a:t>
          </a:r>
          <a:r>
            <a:rPr lang="en-NL" sz="2800" kern="1200"/>
            <a:t>.</a:t>
          </a:r>
          <a:endParaRPr lang="en-US" sz="2800" kern="1200"/>
        </a:p>
      </dsp:txBody>
      <dsp:txXfrm>
        <a:off x="0" y="1902792"/>
        <a:ext cx="11160125" cy="951396"/>
      </dsp:txXfrm>
    </dsp:sp>
    <dsp:sp modelId="{1AC09E8A-7580-4E9E-9417-928565C80655}">
      <dsp:nvSpPr>
        <dsp:cNvPr id="0" name=""/>
        <dsp:cNvSpPr/>
      </dsp:nvSpPr>
      <dsp:spPr>
        <a:xfrm>
          <a:off x="0" y="2854189"/>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FD5100-1E3F-433F-98B2-EBBC14F0A11D}">
      <dsp:nvSpPr>
        <dsp:cNvPr id="0" name=""/>
        <dsp:cNvSpPr/>
      </dsp:nvSpPr>
      <dsp:spPr>
        <a:xfrm>
          <a:off x="0" y="2854189"/>
          <a:ext cx="11160125" cy="951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NL" sz="2800" b="1" kern="1200"/>
            <a:t>Code that runs is not necessarily an analysis you can trust.</a:t>
          </a:r>
          <a:endParaRPr lang="en-US" sz="2800" kern="1200"/>
        </a:p>
      </dsp:txBody>
      <dsp:txXfrm>
        <a:off x="0" y="2854189"/>
        <a:ext cx="11160125" cy="95139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763E33-5CC7-4FDD-ABDA-B397B15F8572}">
      <dsp:nvSpPr>
        <dsp:cNvPr id="0" name=""/>
        <dsp:cNvSpPr/>
      </dsp:nvSpPr>
      <dsp:spPr>
        <a:xfrm>
          <a:off x="0" y="464"/>
          <a:ext cx="11160125" cy="108704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5888CD-9939-44C9-B2EA-7F630BB26E02}">
      <dsp:nvSpPr>
        <dsp:cNvPr id="0" name=""/>
        <dsp:cNvSpPr/>
      </dsp:nvSpPr>
      <dsp:spPr>
        <a:xfrm>
          <a:off x="328831" y="245049"/>
          <a:ext cx="597874" cy="5978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9A079C-7E03-4F70-A420-F037E1E708CA}">
      <dsp:nvSpPr>
        <dsp:cNvPr id="0" name=""/>
        <dsp:cNvSpPr/>
      </dsp:nvSpPr>
      <dsp:spPr>
        <a:xfrm>
          <a:off x="1255536" y="464"/>
          <a:ext cx="9904588" cy="108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046" tIns="115046" rIns="115046" bIns="115046" numCol="1" spcCol="1270" anchor="ctr" anchorCtr="0">
          <a:noAutofit/>
        </a:bodyPr>
        <a:lstStyle/>
        <a:p>
          <a:pPr marL="0" lvl="0" indent="0" algn="l" defTabSz="1111250">
            <a:lnSpc>
              <a:spcPct val="90000"/>
            </a:lnSpc>
            <a:spcBef>
              <a:spcPct val="0"/>
            </a:spcBef>
            <a:spcAft>
              <a:spcPct val="35000"/>
            </a:spcAft>
            <a:buNone/>
          </a:pPr>
          <a:r>
            <a:rPr lang="en-US" sz="2500" kern="1200"/>
            <a:t>If you prefer not to use a Google account, you can run all notebooks locally.</a:t>
          </a:r>
        </a:p>
      </dsp:txBody>
      <dsp:txXfrm>
        <a:off x="1255536" y="464"/>
        <a:ext cx="9904588" cy="1087044"/>
      </dsp:txXfrm>
    </dsp:sp>
    <dsp:sp modelId="{6C3AC144-C65B-4FF8-960F-7898490E20F3}">
      <dsp:nvSpPr>
        <dsp:cNvPr id="0" name=""/>
        <dsp:cNvSpPr/>
      </dsp:nvSpPr>
      <dsp:spPr>
        <a:xfrm>
          <a:off x="0" y="1359270"/>
          <a:ext cx="11160125" cy="108704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BC8A4F-1CA4-4D4F-8C55-2ACDFF57BBA1}">
      <dsp:nvSpPr>
        <dsp:cNvPr id="0" name=""/>
        <dsp:cNvSpPr/>
      </dsp:nvSpPr>
      <dsp:spPr>
        <a:xfrm>
          <a:off x="328831" y="1603855"/>
          <a:ext cx="597874" cy="5978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32C930-8B2A-49B9-A272-72A9C19028B3}">
      <dsp:nvSpPr>
        <dsp:cNvPr id="0" name=""/>
        <dsp:cNvSpPr/>
      </dsp:nvSpPr>
      <dsp:spPr>
        <a:xfrm>
          <a:off x="1255536" y="1359270"/>
          <a:ext cx="9904588" cy="108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046" tIns="115046" rIns="115046" bIns="115046" numCol="1" spcCol="1270" anchor="ctr" anchorCtr="0">
          <a:noAutofit/>
        </a:bodyPr>
        <a:lstStyle/>
        <a:p>
          <a:pPr marL="0" lvl="0" indent="0" algn="l" defTabSz="1111250">
            <a:lnSpc>
              <a:spcPct val="90000"/>
            </a:lnSpc>
            <a:spcBef>
              <a:spcPct val="0"/>
            </a:spcBef>
            <a:spcAft>
              <a:spcPct val="35000"/>
            </a:spcAft>
            <a:buNone/>
          </a:pPr>
          <a:r>
            <a:rPr lang="en-US" sz="2500" kern="1200"/>
            <a:t>In that case, you must install Python and Jupyter yourself and maintain your environment. </a:t>
          </a:r>
        </a:p>
      </dsp:txBody>
      <dsp:txXfrm>
        <a:off x="1255536" y="1359270"/>
        <a:ext cx="9904588" cy="1087044"/>
      </dsp:txXfrm>
    </dsp:sp>
    <dsp:sp modelId="{436DC22D-4BBA-4938-8F7C-F15B38273CB1}">
      <dsp:nvSpPr>
        <dsp:cNvPr id="0" name=""/>
        <dsp:cNvSpPr/>
      </dsp:nvSpPr>
      <dsp:spPr>
        <a:xfrm>
          <a:off x="0" y="2718076"/>
          <a:ext cx="11160125" cy="108704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87408E-663B-4DDE-9B32-86C0D969140C}">
      <dsp:nvSpPr>
        <dsp:cNvPr id="0" name=""/>
        <dsp:cNvSpPr/>
      </dsp:nvSpPr>
      <dsp:spPr>
        <a:xfrm>
          <a:off x="328831" y="2962661"/>
          <a:ext cx="597874" cy="5978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46FA1C-A3E5-458D-B21A-CBDA38E15E4A}">
      <dsp:nvSpPr>
        <dsp:cNvPr id="0" name=""/>
        <dsp:cNvSpPr/>
      </dsp:nvSpPr>
      <dsp:spPr>
        <a:xfrm>
          <a:off x="1255536" y="2718076"/>
          <a:ext cx="9904588" cy="108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046" tIns="115046" rIns="115046" bIns="115046" numCol="1" spcCol="1270" anchor="ctr" anchorCtr="0">
          <a:noAutofit/>
        </a:bodyPr>
        <a:lstStyle/>
        <a:p>
          <a:pPr marL="0" lvl="0" indent="0" algn="l" defTabSz="1111250">
            <a:lnSpc>
              <a:spcPct val="90000"/>
            </a:lnSpc>
            <a:spcBef>
              <a:spcPct val="0"/>
            </a:spcBef>
            <a:spcAft>
              <a:spcPct val="35000"/>
            </a:spcAft>
            <a:buNone/>
          </a:pPr>
          <a:r>
            <a:rPr lang="en-US" sz="2500" kern="1200"/>
            <a:t>To demonstrate how to work locally, let us open again this </a:t>
          </a:r>
          <a:r>
            <a:rPr lang="en-US" sz="2500" kern="1200">
              <a:hlinkClick xmlns:r="http://schemas.openxmlformats.org/officeDocument/2006/relationships" r:id="rId4"/>
            </a:rPr>
            <a:t>notebook</a:t>
          </a:r>
          <a:r>
            <a:rPr lang="en-US" sz="2500" kern="1200"/>
            <a:t>…</a:t>
          </a:r>
        </a:p>
      </dsp:txBody>
      <dsp:txXfrm>
        <a:off x="1255536" y="2718076"/>
        <a:ext cx="9904588" cy="108704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556028-8696-4955-B0CB-E8522F59F5BE}">
      <dsp:nvSpPr>
        <dsp:cNvPr id="0" name=""/>
        <dsp:cNvSpPr/>
      </dsp:nvSpPr>
      <dsp:spPr>
        <a:xfrm>
          <a:off x="0" y="464"/>
          <a:ext cx="11160125" cy="108694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B8FC42-0470-4855-9D21-21C5C40DE1F5}">
      <dsp:nvSpPr>
        <dsp:cNvPr id="0" name=""/>
        <dsp:cNvSpPr/>
      </dsp:nvSpPr>
      <dsp:spPr>
        <a:xfrm>
          <a:off x="328800" y="245027"/>
          <a:ext cx="597819" cy="59781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9B93A9-5312-4B77-9AAD-6FB192142D6A}">
      <dsp:nvSpPr>
        <dsp:cNvPr id="0" name=""/>
        <dsp:cNvSpPr/>
      </dsp:nvSpPr>
      <dsp:spPr>
        <a:xfrm>
          <a:off x="1255421" y="464"/>
          <a:ext cx="9904703" cy="1086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035" tIns="115035" rIns="115035" bIns="115035" numCol="1" spcCol="1270" anchor="ctr" anchorCtr="0">
          <a:noAutofit/>
        </a:bodyPr>
        <a:lstStyle/>
        <a:p>
          <a:pPr marL="0" lvl="0" indent="0" algn="l" defTabSz="1111250">
            <a:lnSpc>
              <a:spcPct val="100000"/>
            </a:lnSpc>
            <a:spcBef>
              <a:spcPct val="0"/>
            </a:spcBef>
            <a:spcAft>
              <a:spcPct val="35000"/>
            </a:spcAft>
            <a:buNone/>
          </a:pPr>
          <a:r>
            <a:rPr lang="en-US" sz="2500" kern="1200" dirty="0"/>
            <a:t>If you already know another programming language, you will find Python easy to learn through our examples and exercises.</a:t>
          </a:r>
          <a:r>
            <a:rPr lang="en-GB" sz="2500" kern="1200" dirty="0"/>
            <a:t> </a:t>
          </a:r>
          <a:endParaRPr lang="en-US" sz="2500" kern="1200" dirty="0"/>
        </a:p>
      </dsp:txBody>
      <dsp:txXfrm>
        <a:off x="1255421" y="464"/>
        <a:ext cx="9904703" cy="1086945"/>
      </dsp:txXfrm>
    </dsp:sp>
    <dsp:sp modelId="{FD8D3E7C-B581-4FA9-B078-B1390C10DEF4}">
      <dsp:nvSpPr>
        <dsp:cNvPr id="0" name=""/>
        <dsp:cNvSpPr/>
      </dsp:nvSpPr>
      <dsp:spPr>
        <a:xfrm>
          <a:off x="0" y="1359145"/>
          <a:ext cx="11160125" cy="108694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016B87-2748-4F4B-BC9C-00E4AF22A618}">
      <dsp:nvSpPr>
        <dsp:cNvPr id="0" name=""/>
        <dsp:cNvSpPr/>
      </dsp:nvSpPr>
      <dsp:spPr>
        <a:xfrm>
          <a:off x="328800" y="1603708"/>
          <a:ext cx="597819" cy="59781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18504D-EDE6-4124-ABFE-80E8AB59A1F3}">
      <dsp:nvSpPr>
        <dsp:cNvPr id="0" name=""/>
        <dsp:cNvSpPr/>
      </dsp:nvSpPr>
      <dsp:spPr>
        <a:xfrm>
          <a:off x="1255421" y="1359145"/>
          <a:ext cx="9904703" cy="1086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035" tIns="115035" rIns="115035" bIns="115035" numCol="1" spcCol="1270" anchor="ctr" anchorCtr="0">
          <a:noAutofit/>
        </a:bodyPr>
        <a:lstStyle/>
        <a:p>
          <a:pPr marL="0" lvl="0" indent="0" algn="l" defTabSz="1111250">
            <a:lnSpc>
              <a:spcPct val="100000"/>
            </a:lnSpc>
            <a:spcBef>
              <a:spcPct val="0"/>
            </a:spcBef>
            <a:spcAft>
              <a:spcPct val="35000"/>
            </a:spcAft>
            <a:buNone/>
          </a:pPr>
          <a:r>
            <a:rPr lang="en-GB" sz="2500" kern="1200" dirty="0"/>
            <a:t>We suggest using </a:t>
          </a:r>
          <a:r>
            <a:rPr lang="en-GB" sz="2500" kern="1200" dirty="0" err="1">
              <a:hlinkClick xmlns:r="http://schemas.openxmlformats.org/officeDocument/2006/relationships" r:id="rId3"/>
            </a:rPr>
            <a:t>Programiz</a:t>
          </a:r>
          <a:r>
            <a:rPr lang="en-GB" sz="2500" kern="1200" dirty="0"/>
            <a:t> for self-study </a:t>
          </a:r>
          <a:r>
            <a:rPr lang="en-US" sz="2500" kern="1200" dirty="0"/>
            <a:t>and </a:t>
          </a:r>
          <a:r>
            <a:rPr lang="en-US" sz="2500" kern="1200" dirty="0" err="1">
              <a:hlinkClick xmlns:r="http://schemas.openxmlformats.org/officeDocument/2006/relationships" r:id="rId4"/>
            </a:rPr>
            <a:t>codingbat</a:t>
          </a:r>
          <a:r>
            <a:rPr lang="en-US" sz="2500" kern="1200" dirty="0"/>
            <a:t> to test your knowledge</a:t>
          </a:r>
          <a:r>
            <a:rPr lang="en-GB" sz="2500" kern="1200" dirty="0"/>
            <a:t>.</a:t>
          </a:r>
          <a:endParaRPr lang="en-US" sz="2500" kern="1200" dirty="0"/>
        </a:p>
      </dsp:txBody>
      <dsp:txXfrm>
        <a:off x="1255421" y="1359145"/>
        <a:ext cx="9904703" cy="1086945"/>
      </dsp:txXfrm>
    </dsp:sp>
    <dsp:sp modelId="{21BF591C-85F4-4FA9-B5EB-E64A9DA1BC92}">
      <dsp:nvSpPr>
        <dsp:cNvPr id="0" name=""/>
        <dsp:cNvSpPr/>
      </dsp:nvSpPr>
      <dsp:spPr>
        <a:xfrm>
          <a:off x="0" y="2717827"/>
          <a:ext cx="11160125" cy="108694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319A10-39D6-4B61-A547-9ECF676CD0CB}">
      <dsp:nvSpPr>
        <dsp:cNvPr id="0" name=""/>
        <dsp:cNvSpPr/>
      </dsp:nvSpPr>
      <dsp:spPr>
        <a:xfrm>
          <a:off x="328800" y="2962390"/>
          <a:ext cx="597819" cy="59781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094B92-B34C-401C-9CC7-9726874F1EDC}">
      <dsp:nvSpPr>
        <dsp:cNvPr id="0" name=""/>
        <dsp:cNvSpPr/>
      </dsp:nvSpPr>
      <dsp:spPr>
        <a:xfrm>
          <a:off x="1255421" y="2717827"/>
          <a:ext cx="9904703" cy="1086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035" tIns="115035" rIns="115035" bIns="115035" numCol="1" spcCol="1270" anchor="ctr" anchorCtr="0">
          <a:noAutofit/>
        </a:bodyPr>
        <a:lstStyle/>
        <a:p>
          <a:pPr marL="0" lvl="0" indent="0" algn="l" defTabSz="1111250">
            <a:lnSpc>
              <a:spcPct val="100000"/>
            </a:lnSpc>
            <a:spcBef>
              <a:spcPct val="0"/>
            </a:spcBef>
            <a:spcAft>
              <a:spcPct val="35000"/>
            </a:spcAft>
            <a:buNone/>
          </a:pPr>
          <a:r>
            <a:rPr lang="en-GB" sz="2500" kern="1200" dirty="0"/>
            <a:t>Please use this </a:t>
          </a:r>
          <a:r>
            <a:rPr lang="en-GB" sz="2500" kern="1200" dirty="0">
              <a:hlinkClick xmlns:r="http://schemas.openxmlformats.org/officeDocument/2006/relationships" r:id="rId6"/>
            </a:rPr>
            <a:t>notebook</a:t>
          </a:r>
          <a:r>
            <a:rPr lang="en-GB" sz="2500" kern="1200" dirty="0"/>
            <a:t> as a reference to the concepts that you should understand. You can start by skipping the rest for now. </a:t>
          </a:r>
          <a:endParaRPr lang="en-US" sz="2500" kern="1200" dirty="0"/>
        </a:p>
      </dsp:txBody>
      <dsp:txXfrm>
        <a:off x="1255421" y="2717827"/>
        <a:ext cx="9904703" cy="108694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AFC7C9-1B1B-4740-9F1B-EAAD7FA9A76D}">
      <dsp:nvSpPr>
        <dsp:cNvPr id="0" name=""/>
        <dsp:cNvSpPr/>
      </dsp:nvSpPr>
      <dsp:spPr>
        <a:xfrm>
          <a:off x="0" y="0"/>
          <a:ext cx="11160125"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8EAB96B3-3C21-48BF-B855-C6845F1B6BD4}">
      <dsp:nvSpPr>
        <dsp:cNvPr id="0" name=""/>
        <dsp:cNvSpPr/>
      </dsp:nvSpPr>
      <dsp:spPr>
        <a:xfrm>
          <a:off x="0" y="0"/>
          <a:ext cx="11160125" cy="951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We provide a wide range of interactive notebooks throughout the course, designed to help you learn by doing.</a:t>
          </a:r>
        </a:p>
      </dsp:txBody>
      <dsp:txXfrm>
        <a:off x="0" y="0"/>
        <a:ext cx="11160125" cy="951396"/>
      </dsp:txXfrm>
    </dsp:sp>
    <dsp:sp modelId="{5EC4ECAF-44DE-4D5E-8CD4-C7494630746D}">
      <dsp:nvSpPr>
        <dsp:cNvPr id="0" name=""/>
        <dsp:cNvSpPr/>
      </dsp:nvSpPr>
      <dsp:spPr>
        <a:xfrm>
          <a:off x="0" y="951396"/>
          <a:ext cx="11160125"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D2F50725-4719-44F8-AADD-C95E9978507C}">
      <dsp:nvSpPr>
        <dsp:cNvPr id="0" name=""/>
        <dsp:cNvSpPr/>
      </dsp:nvSpPr>
      <dsp:spPr>
        <a:xfrm>
          <a:off x="0" y="951396"/>
          <a:ext cx="11160125" cy="951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Self-study </a:t>
          </a:r>
          <a:r>
            <a:rPr lang="en-US" sz="2800" kern="1200" dirty="0">
              <a:hlinkClick xmlns:r="http://schemas.openxmlformats.org/officeDocument/2006/relationships" r:id="rId1"/>
            </a:rPr>
            <a:t>notebook 1</a:t>
          </a:r>
          <a:r>
            <a:rPr lang="en-US" sz="2800" kern="1200" dirty="0"/>
            <a:t> (week 1)</a:t>
          </a:r>
          <a:endParaRPr lang="en-NL" sz="2800" kern="1200" dirty="0"/>
        </a:p>
      </dsp:txBody>
      <dsp:txXfrm>
        <a:off x="0" y="951396"/>
        <a:ext cx="11160125" cy="951396"/>
      </dsp:txXfrm>
    </dsp:sp>
    <dsp:sp modelId="{A5AD5145-845C-4CBD-9581-73630A4E99AB}">
      <dsp:nvSpPr>
        <dsp:cNvPr id="0" name=""/>
        <dsp:cNvSpPr/>
      </dsp:nvSpPr>
      <dsp:spPr>
        <a:xfrm>
          <a:off x="0" y="1902793"/>
          <a:ext cx="11160125"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08F29DC2-67C0-4136-ABCE-6B1237DC16D8}">
      <dsp:nvSpPr>
        <dsp:cNvPr id="0" name=""/>
        <dsp:cNvSpPr/>
      </dsp:nvSpPr>
      <dsp:spPr>
        <a:xfrm>
          <a:off x="0" y="1902792"/>
          <a:ext cx="11160125" cy="951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Self-study </a:t>
          </a:r>
          <a:r>
            <a:rPr lang="en-US" sz="2800" kern="1200" dirty="0">
              <a:hlinkClick xmlns:r="http://schemas.openxmlformats.org/officeDocument/2006/relationships" r:id="rId2"/>
            </a:rPr>
            <a:t>notebook 2</a:t>
          </a:r>
          <a:r>
            <a:rPr lang="en-US" sz="2800" kern="1200" dirty="0"/>
            <a:t> (week 2)</a:t>
          </a:r>
          <a:endParaRPr lang="en-NL" sz="2800" kern="1200" dirty="0"/>
        </a:p>
      </dsp:txBody>
      <dsp:txXfrm>
        <a:off x="0" y="1902792"/>
        <a:ext cx="11160125" cy="951396"/>
      </dsp:txXfrm>
    </dsp:sp>
    <dsp:sp modelId="{02495F4F-C6EB-47F9-9203-8176DE22AD1F}">
      <dsp:nvSpPr>
        <dsp:cNvPr id="0" name=""/>
        <dsp:cNvSpPr/>
      </dsp:nvSpPr>
      <dsp:spPr>
        <a:xfrm>
          <a:off x="0" y="2854189"/>
          <a:ext cx="11160125"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0D9256F0-3202-4E2B-A89D-92598C0E3B4D}">
      <dsp:nvSpPr>
        <dsp:cNvPr id="0" name=""/>
        <dsp:cNvSpPr/>
      </dsp:nvSpPr>
      <dsp:spPr>
        <a:xfrm>
          <a:off x="0" y="2854189"/>
          <a:ext cx="11160125" cy="951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Start at your convenience.</a:t>
          </a:r>
          <a:endParaRPr lang="en-NL" sz="2800" kern="1200" dirty="0"/>
        </a:p>
      </dsp:txBody>
      <dsp:txXfrm>
        <a:off x="0" y="2854189"/>
        <a:ext cx="11160125" cy="95139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1C5270-C9EA-41FC-8766-5FCA7C963B1C}">
      <dsp:nvSpPr>
        <dsp:cNvPr id="0" name=""/>
        <dsp:cNvSpPr/>
      </dsp:nvSpPr>
      <dsp:spPr>
        <a:xfrm>
          <a:off x="0" y="2973"/>
          <a:ext cx="11160125" cy="63327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1615A0-3B04-4884-A2FC-9B7537DDF7B6}">
      <dsp:nvSpPr>
        <dsp:cNvPr id="0" name=""/>
        <dsp:cNvSpPr/>
      </dsp:nvSpPr>
      <dsp:spPr>
        <a:xfrm>
          <a:off x="191565" y="145459"/>
          <a:ext cx="348300" cy="3483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093269-F96F-4459-9ED7-7BA79DD587D3}">
      <dsp:nvSpPr>
        <dsp:cNvPr id="0" name=""/>
        <dsp:cNvSpPr/>
      </dsp:nvSpPr>
      <dsp:spPr>
        <a:xfrm>
          <a:off x="731430" y="2973"/>
          <a:ext cx="10428694" cy="6332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21" tIns="67021" rIns="67021" bIns="67021" numCol="1" spcCol="1270" anchor="ctr" anchorCtr="0">
          <a:noAutofit/>
        </a:bodyPr>
        <a:lstStyle/>
        <a:p>
          <a:pPr marL="0" lvl="0" indent="0" algn="l" defTabSz="755650">
            <a:lnSpc>
              <a:spcPct val="90000"/>
            </a:lnSpc>
            <a:spcBef>
              <a:spcPct val="0"/>
            </a:spcBef>
            <a:spcAft>
              <a:spcPct val="35000"/>
            </a:spcAft>
            <a:buNone/>
          </a:pPr>
          <a:r>
            <a:rPr lang="en-US" sz="1700" kern="1200" dirty="0"/>
            <a:t>As you can see in </a:t>
          </a:r>
          <a:r>
            <a:rPr lang="en-US" sz="1700" kern="1200" dirty="0">
              <a:hlinkClick xmlns:r="http://schemas.openxmlformats.org/officeDocument/2006/relationships" r:id="rId2"/>
            </a:rPr>
            <a:t>this announcement</a:t>
          </a:r>
          <a:r>
            <a:rPr lang="en-US" sz="1700" kern="1200" dirty="0"/>
            <a:t>, you need to pass assignments to access the exam.  </a:t>
          </a:r>
        </a:p>
      </dsp:txBody>
      <dsp:txXfrm>
        <a:off x="731430" y="2973"/>
        <a:ext cx="10428694" cy="633273"/>
      </dsp:txXfrm>
    </dsp:sp>
    <dsp:sp modelId="{71ED9AB6-053F-42F4-A137-F57DBD5DA51D}">
      <dsp:nvSpPr>
        <dsp:cNvPr id="0" name=""/>
        <dsp:cNvSpPr/>
      </dsp:nvSpPr>
      <dsp:spPr>
        <a:xfrm>
          <a:off x="0" y="794564"/>
          <a:ext cx="11160125" cy="63327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90B5B5-ECB5-4ABA-A747-061B1322F0EF}">
      <dsp:nvSpPr>
        <dsp:cNvPr id="0" name=""/>
        <dsp:cNvSpPr/>
      </dsp:nvSpPr>
      <dsp:spPr>
        <a:xfrm>
          <a:off x="191565" y="937051"/>
          <a:ext cx="348300" cy="3483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2F3E0E-3C3F-44B0-A434-6964895AA9A4}">
      <dsp:nvSpPr>
        <dsp:cNvPr id="0" name=""/>
        <dsp:cNvSpPr/>
      </dsp:nvSpPr>
      <dsp:spPr>
        <a:xfrm>
          <a:off x="731430" y="794564"/>
          <a:ext cx="10428694" cy="6332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21" tIns="67021" rIns="67021" bIns="67021" numCol="1" spcCol="1270" anchor="ctr" anchorCtr="0">
          <a:noAutofit/>
        </a:bodyPr>
        <a:lstStyle/>
        <a:p>
          <a:pPr marL="0" lvl="0" indent="0" algn="l" defTabSz="755650">
            <a:lnSpc>
              <a:spcPct val="90000"/>
            </a:lnSpc>
            <a:spcBef>
              <a:spcPct val="0"/>
            </a:spcBef>
            <a:spcAft>
              <a:spcPct val="35000"/>
            </a:spcAft>
            <a:buNone/>
          </a:pPr>
          <a:r>
            <a:rPr lang="en-US" sz="1700" kern="1200" dirty="0"/>
            <a:t>The first six are individual and you must pass at least four</a:t>
          </a:r>
        </a:p>
      </dsp:txBody>
      <dsp:txXfrm>
        <a:off x="731430" y="794564"/>
        <a:ext cx="10428694" cy="633273"/>
      </dsp:txXfrm>
    </dsp:sp>
    <dsp:sp modelId="{289864B8-127E-4C85-9C73-AC68D9800147}">
      <dsp:nvSpPr>
        <dsp:cNvPr id="0" name=""/>
        <dsp:cNvSpPr/>
      </dsp:nvSpPr>
      <dsp:spPr>
        <a:xfrm>
          <a:off x="0" y="1586156"/>
          <a:ext cx="11160125" cy="63327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DE2F1C-6F13-402C-A0E7-9524B93595DB}">
      <dsp:nvSpPr>
        <dsp:cNvPr id="0" name=""/>
        <dsp:cNvSpPr/>
      </dsp:nvSpPr>
      <dsp:spPr>
        <a:xfrm>
          <a:off x="191565" y="1728642"/>
          <a:ext cx="348300" cy="3483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10962C-0CB9-4337-BC8E-D018DB4CC476}">
      <dsp:nvSpPr>
        <dsp:cNvPr id="0" name=""/>
        <dsp:cNvSpPr/>
      </dsp:nvSpPr>
      <dsp:spPr>
        <a:xfrm>
          <a:off x="731430" y="1586156"/>
          <a:ext cx="10428694" cy="6332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21" tIns="67021" rIns="67021" bIns="67021" numCol="1" spcCol="1270" anchor="ctr" anchorCtr="0">
          <a:noAutofit/>
        </a:bodyPr>
        <a:lstStyle/>
        <a:p>
          <a:pPr marL="0" lvl="0" indent="0" algn="l" defTabSz="755650">
            <a:lnSpc>
              <a:spcPct val="90000"/>
            </a:lnSpc>
            <a:spcBef>
              <a:spcPct val="0"/>
            </a:spcBef>
            <a:spcAft>
              <a:spcPct val="35000"/>
            </a:spcAft>
            <a:buNone/>
          </a:pPr>
          <a:r>
            <a:rPr lang="en-US" sz="1700" kern="1200" dirty="0"/>
            <a:t>The seventh is a group assignment (in teams of three) and you must pass it.  </a:t>
          </a:r>
        </a:p>
      </dsp:txBody>
      <dsp:txXfrm>
        <a:off x="731430" y="1586156"/>
        <a:ext cx="10428694" cy="633273"/>
      </dsp:txXfrm>
    </dsp:sp>
    <dsp:sp modelId="{D91628F0-9CD7-4D1E-869F-493F0C69ACA0}">
      <dsp:nvSpPr>
        <dsp:cNvPr id="0" name=""/>
        <dsp:cNvSpPr/>
      </dsp:nvSpPr>
      <dsp:spPr>
        <a:xfrm>
          <a:off x="0" y="2377747"/>
          <a:ext cx="11160125" cy="63327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F29F3B-01D1-4B64-A93F-184767981F2F}">
      <dsp:nvSpPr>
        <dsp:cNvPr id="0" name=""/>
        <dsp:cNvSpPr/>
      </dsp:nvSpPr>
      <dsp:spPr>
        <a:xfrm>
          <a:off x="191565" y="2520234"/>
          <a:ext cx="348300" cy="3483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7A90E3-7863-407E-A6AA-AF0D0724D833}">
      <dsp:nvSpPr>
        <dsp:cNvPr id="0" name=""/>
        <dsp:cNvSpPr/>
      </dsp:nvSpPr>
      <dsp:spPr>
        <a:xfrm>
          <a:off x="731430" y="2377747"/>
          <a:ext cx="10428694" cy="6332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21" tIns="67021" rIns="67021" bIns="67021" numCol="1" spcCol="1270" anchor="ctr" anchorCtr="0">
          <a:noAutofit/>
        </a:bodyPr>
        <a:lstStyle/>
        <a:p>
          <a:pPr marL="0" lvl="0" indent="0" algn="l" defTabSz="755650">
            <a:lnSpc>
              <a:spcPct val="90000"/>
            </a:lnSpc>
            <a:spcBef>
              <a:spcPct val="0"/>
            </a:spcBef>
            <a:spcAft>
              <a:spcPct val="35000"/>
            </a:spcAft>
            <a:buNone/>
          </a:pPr>
          <a:r>
            <a:rPr lang="en-US" sz="1700" kern="1200" dirty="0"/>
            <a:t>The individual assignments are automatically graded using </a:t>
          </a:r>
          <a:r>
            <a:rPr lang="en-US" sz="1700" kern="1200" dirty="0" err="1"/>
            <a:t>CodeGrade</a:t>
          </a:r>
          <a:r>
            <a:rPr lang="en-US" sz="1700" kern="1200" dirty="0"/>
            <a:t>.  </a:t>
          </a:r>
        </a:p>
      </dsp:txBody>
      <dsp:txXfrm>
        <a:off x="731430" y="2377747"/>
        <a:ext cx="10428694" cy="633273"/>
      </dsp:txXfrm>
    </dsp:sp>
    <dsp:sp modelId="{D3CD382A-C98E-4A14-9C31-2D17BD189796}">
      <dsp:nvSpPr>
        <dsp:cNvPr id="0" name=""/>
        <dsp:cNvSpPr/>
      </dsp:nvSpPr>
      <dsp:spPr>
        <a:xfrm>
          <a:off x="0" y="3169339"/>
          <a:ext cx="11160125" cy="63327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8C90A2-EAD4-4832-A413-D5631D7FB6F2}">
      <dsp:nvSpPr>
        <dsp:cNvPr id="0" name=""/>
        <dsp:cNvSpPr/>
      </dsp:nvSpPr>
      <dsp:spPr>
        <a:xfrm>
          <a:off x="191565" y="3311826"/>
          <a:ext cx="348300" cy="3483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4B24F29-6C48-47A5-BA91-1DCD9FCF4550}">
      <dsp:nvSpPr>
        <dsp:cNvPr id="0" name=""/>
        <dsp:cNvSpPr/>
      </dsp:nvSpPr>
      <dsp:spPr>
        <a:xfrm>
          <a:off x="731430" y="3169339"/>
          <a:ext cx="10428694" cy="6332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21" tIns="67021" rIns="67021" bIns="67021" numCol="1" spcCol="1270" anchor="ctr" anchorCtr="0">
          <a:noAutofit/>
        </a:bodyPr>
        <a:lstStyle/>
        <a:p>
          <a:pPr marL="0" lvl="0" indent="0" algn="l" defTabSz="755650">
            <a:lnSpc>
              <a:spcPct val="90000"/>
            </a:lnSpc>
            <a:spcBef>
              <a:spcPct val="0"/>
            </a:spcBef>
            <a:spcAft>
              <a:spcPct val="35000"/>
            </a:spcAft>
            <a:buNone/>
          </a:pPr>
          <a:r>
            <a:rPr lang="en-US" sz="1700" kern="1200" dirty="0"/>
            <a:t>We will now explain how </a:t>
          </a:r>
          <a:r>
            <a:rPr lang="en-US" sz="1700" kern="1200" dirty="0" err="1"/>
            <a:t>CodeGrade</a:t>
          </a:r>
          <a:r>
            <a:rPr lang="en-US" sz="1700" kern="1200" dirty="0"/>
            <a:t> works and guide you step by step through submitting your first assignment. For this reason, the first week’s assignment yields no points—it is meant to help you become familiar with the system.</a:t>
          </a:r>
        </a:p>
      </dsp:txBody>
      <dsp:txXfrm>
        <a:off x="731430" y="3169339"/>
        <a:ext cx="10428694" cy="63327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1760C8-AD52-41E7-915C-771BF4CC1104}">
      <dsp:nvSpPr>
        <dsp:cNvPr id="0" name=""/>
        <dsp:cNvSpPr/>
      </dsp:nvSpPr>
      <dsp:spPr>
        <a:xfrm>
          <a:off x="3269" y="87092"/>
          <a:ext cx="2593857" cy="3631400"/>
        </a:xfrm>
        <a:prstGeom prst="rect">
          <a:avLst/>
        </a:prstGeom>
        <a:solidFill>
          <a:schemeClr val="accent3">
            <a:alpha val="90000"/>
            <a:tint val="40000"/>
            <a:hueOff val="0"/>
            <a:satOff val="0"/>
            <a:lumOff val="0"/>
            <a:alphaOff val="0"/>
          </a:schemeClr>
        </a:solidFill>
        <a:ln w="6350" cap="flat" cmpd="sng" algn="ctr">
          <a:solidFill>
            <a:schemeClr val="accent3">
              <a:alpha val="90000"/>
              <a:tint val="40000"/>
              <a:hueOff val="0"/>
              <a:satOff val="0"/>
              <a:lumOff val="0"/>
              <a:alphaOff val="0"/>
            </a:schemeClr>
          </a:solidFill>
          <a:prstDash val="solid"/>
          <a:miter lim="800000"/>
        </a:ln>
        <a:effectLst/>
        <a:sp3d z="-227350" prstMaterial="matte"/>
      </dsp:spPr>
      <dsp:style>
        <a:lnRef idx="1">
          <a:scrgbClr r="0" g="0" b="0"/>
        </a:lnRef>
        <a:fillRef idx="1">
          <a:scrgbClr r="0" g="0" b="0"/>
        </a:fillRef>
        <a:effectRef idx="0">
          <a:scrgbClr r="0" g="0" b="0"/>
        </a:effectRef>
        <a:fontRef idx="minor"/>
      </dsp:style>
      <dsp:txBody>
        <a:bodyPr spcFirstLastPara="0" vert="horz" wrap="square" lIns="202227" tIns="330200" rIns="202227" bIns="330200" numCol="1" spcCol="1270" anchor="t" anchorCtr="0">
          <a:noAutofit/>
        </a:bodyPr>
        <a:lstStyle/>
        <a:p>
          <a:pPr marL="0" lvl="0" indent="0" algn="l" defTabSz="889000">
            <a:lnSpc>
              <a:spcPct val="90000"/>
            </a:lnSpc>
            <a:spcBef>
              <a:spcPct val="0"/>
            </a:spcBef>
            <a:spcAft>
              <a:spcPct val="35000"/>
            </a:spcAft>
            <a:buNone/>
          </a:pPr>
          <a:r>
            <a:rPr lang="en-US" sz="2000" kern="1200" dirty="0"/>
            <a:t>Access </a:t>
          </a:r>
          <a:r>
            <a:rPr lang="en-US" sz="2000" kern="1200" dirty="0">
              <a:hlinkClick xmlns:r="http://schemas.openxmlformats.org/officeDocument/2006/relationships" r:id="rId1"/>
            </a:rPr>
            <a:t>Canvas</a:t>
          </a:r>
          <a:r>
            <a:rPr lang="en-US" sz="2000" kern="1200" dirty="0"/>
            <a:t> and open the course </a:t>
          </a:r>
          <a:r>
            <a:rPr lang="en-US" sz="2000" b="1" kern="1200" dirty="0"/>
            <a:t>Analytics for a Better World</a:t>
          </a:r>
          <a:r>
            <a:rPr lang="en-US" sz="2000" kern="1200" dirty="0"/>
            <a:t>.</a:t>
          </a:r>
        </a:p>
      </dsp:txBody>
      <dsp:txXfrm>
        <a:off x="3269" y="1467024"/>
        <a:ext cx="2593857" cy="2178840"/>
      </dsp:txXfrm>
    </dsp:sp>
    <dsp:sp modelId="{EBACCE28-DCA4-42C6-A245-5F916FBF1BCD}">
      <dsp:nvSpPr>
        <dsp:cNvPr id="0" name=""/>
        <dsp:cNvSpPr/>
      </dsp:nvSpPr>
      <dsp:spPr>
        <a:xfrm>
          <a:off x="755488" y="450232"/>
          <a:ext cx="1089420" cy="1089420"/>
        </a:xfrm>
        <a:prstGeom prst="ellipse">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txBody>
        <a:bodyPr spcFirstLastPara="0" vert="horz" wrap="square" lIns="84935" tIns="12700" rIns="84935" bIns="12700" numCol="1" spcCol="1270" anchor="ctr" anchorCtr="0">
          <a:noAutofit/>
          <a:sp3d extrusionH="28000" prstMaterial="matte"/>
        </a:bodyPr>
        <a:lstStyle/>
        <a:p>
          <a:pPr marL="0" lvl="0" indent="0" algn="ctr" defTabSz="2133600">
            <a:lnSpc>
              <a:spcPct val="90000"/>
            </a:lnSpc>
            <a:spcBef>
              <a:spcPct val="0"/>
            </a:spcBef>
            <a:spcAft>
              <a:spcPct val="35000"/>
            </a:spcAft>
            <a:buNone/>
          </a:pPr>
          <a:r>
            <a:rPr lang="en-US" sz="4800" kern="1200"/>
            <a:t>1</a:t>
          </a:r>
        </a:p>
      </dsp:txBody>
      <dsp:txXfrm>
        <a:off x="915030" y="609774"/>
        <a:ext cx="770336" cy="770336"/>
      </dsp:txXfrm>
    </dsp:sp>
    <dsp:sp modelId="{FA4A426B-BFDA-4344-93C9-C87B3093E409}">
      <dsp:nvSpPr>
        <dsp:cNvPr id="0" name=""/>
        <dsp:cNvSpPr/>
      </dsp:nvSpPr>
      <dsp:spPr>
        <a:xfrm>
          <a:off x="3269" y="3718421"/>
          <a:ext cx="2593857" cy="72"/>
        </a:xfrm>
        <a:prstGeom prst="rect">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sp>
    <dsp:sp modelId="{8CF49A5B-C30D-42F0-B4AB-44991B181510}">
      <dsp:nvSpPr>
        <dsp:cNvPr id="0" name=""/>
        <dsp:cNvSpPr/>
      </dsp:nvSpPr>
      <dsp:spPr>
        <a:xfrm>
          <a:off x="2856512" y="87092"/>
          <a:ext cx="2593857" cy="3631400"/>
        </a:xfrm>
        <a:prstGeom prst="rect">
          <a:avLst/>
        </a:prstGeom>
        <a:solidFill>
          <a:schemeClr val="accent3">
            <a:alpha val="90000"/>
            <a:tint val="40000"/>
            <a:hueOff val="0"/>
            <a:satOff val="0"/>
            <a:lumOff val="0"/>
            <a:alphaOff val="0"/>
          </a:schemeClr>
        </a:solidFill>
        <a:ln w="6350" cap="flat" cmpd="sng" algn="ctr">
          <a:solidFill>
            <a:schemeClr val="accent3">
              <a:alpha val="90000"/>
              <a:tint val="40000"/>
              <a:hueOff val="0"/>
              <a:satOff val="0"/>
              <a:lumOff val="0"/>
              <a:alphaOff val="0"/>
            </a:schemeClr>
          </a:solidFill>
          <a:prstDash val="solid"/>
          <a:miter lim="800000"/>
        </a:ln>
        <a:effectLst/>
        <a:sp3d z="-227350" prstMaterial="matte"/>
      </dsp:spPr>
      <dsp:style>
        <a:lnRef idx="1">
          <a:scrgbClr r="0" g="0" b="0"/>
        </a:lnRef>
        <a:fillRef idx="1">
          <a:scrgbClr r="0" g="0" b="0"/>
        </a:fillRef>
        <a:effectRef idx="0">
          <a:scrgbClr r="0" g="0" b="0"/>
        </a:effectRef>
        <a:fontRef idx="minor"/>
      </dsp:style>
      <dsp:txBody>
        <a:bodyPr spcFirstLastPara="0" vert="horz" wrap="square" lIns="202227" tIns="330200" rIns="202227" bIns="330200" numCol="1" spcCol="1270" anchor="t" anchorCtr="0">
          <a:noAutofit/>
        </a:bodyPr>
        <a:lstStyle/>
        <a:p>
          <a:pPr marL="0" lvl="0" indent="0" algn="l" defTabSz="889000">
            <a:lnSpc>
              <a:spcPct val="90000"/>
            </a:lnSpc>
            <a:spcBef>
              <a:spcPct val="0"/>
            </a:spcBef>
            <a:spcAft>
              <a:spcPct val="35000"/>
            </a:spcAft>
            <a:buNone/>
          </a:pPr>
          <a:r>
            <a:rPr lang="en-US" sz="2000" kern="1200"/>
            <a:t>Click on the </a:t>
          </a:r>
          <a:r>
            <a:rPr lang="en-US" sz="2000" b="1" kern="1200"/>
            <a:t>Assignments</a:t>
          </a:r>
          <a:r>
            <a:rPr lang="en-US" sz="2000" kern="1200"/>
            <a:t> tab.</a:t>
          </a:r>
        </a:p>
      </dsp:txBody>
      <dsp:txXfrm>
        <a:off x="2856512" y="1467024"/>
        <a:ext cx="2593857" cy="2178840"/>
      </dsp:txXfrm>
    </dsp:sp>
    <dsp:sp modelId="{5D734D5D-7E88-4394-B38A-F0BBE8A3AE9B}">
      <dsp:nvSpPr>
        <dsp:cNvPr id="0" name=""/>
        <dsp:cNvSpPr/>
      </dsp:nvSpPr>
      <dsp:spPr>
        <a:xfrm>
          <a:off x="3608731" y="450232"/>
          <a:ext cx="1089420" cy="1089420"/>
        </a:xfrm>
        <a:prstGeom prst="ellipse">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txBody>
        <a:bodyPr spcFirstLastPara="0" vert="horz" wrap="square" lIns="84935" tIns="12700" rIns="84935" bIns="12700" numCol="1" spcCol="1270" anchor="ctr" anchorCtr="0">
          <a:noAutofit/>
          <a:sp3d extrusionH="28000" prstMaterial="matte"/>
        </a:bodyPr>
        <a:lstStyle/>
        <a:p>
          <a:pPr marL="0" lvl="0" indent="0" algn="ctr" defTabSz="2133600">
            <a:lnSpc>
              <a:spcPct val="90000"/>
            </a:lnSpc>
            <a:spcBef>
              <a:spcPct val="0"/>
            </a:spcBef>
            <a:spcAft>
              <a:spcPct val="35000"/>
            </a:spcAft>
            <a:buNone/>
          </a:pPr>
          <a:r>
            <a:rPr lang="en-US" sz="4800" kern="1200"/>
            <a:t>2</a:t>
          </a:r>
        </a:p>
      </dsp:txBody>
      <dsp:txXfrm>
        <a:off x="3768273" y="609774"/>
        <a:ext cx="770336" cy="770336"/>
      </dsp:txXfrm>
    </dsp:sp>
    <dsp:sp modelId="{7659A7F7-BC09-4BBC-9199-FAA659A72D6B}">
      <dsp:nvSpPr>
        <dsp:cNvPr id="0" name=""/>
        <dsp:cNvSpPr/>
      </dsp:nvSpPr>
      <dsp:spPr>
        <a:xfrm>
          <a:off x="2856512" y="3718421"/>
          <a:ext cx="2593857" cy="72"/>
        </a:xfrm>
        <a:prstGeom prst="rect">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sp>
    <dsp:sp modelId="{C33602C8-0133-4F96-9C97-8B915E49EEC5}">
      <dsp:nvSpPr>
        <dsp:cNvPr id="0" name=""/>
        <dsp:cNvSpPr/>
      </dsp:nvSpPr>
      <dsp:spPr>
        <a:xfrm>
          <a:off x="5709755" y="87092"/>
          <a:ext cx="2593857" cy="3631400"/>
        </a:xfrm>
        <a:prstGeom prst="rect">
          <a:avLst/>
        </a:prstGeom>
        <a:solidFill>
          <a:schemeClr val="accent3">
            <a:alpha val="90000"/>
            <a:tint val="40000"/>
            <a:hueOff val="0"/>
            <a:satOff val="0"/>
            <a:lumOff val="0"/>
            <a:alphaOff val="0"/>
          </a:schemeClr>
        </a:solidFill>
        <a:ln w="6350" cap="flat" cmpd="sng" algn="ctr">
          <a:solidFill>
            <a:schemeClr val="accent3">
              <a:alpha val="90000"/>
              <a:tint val="40000"/>
              <a:hueOff val="0"/>
              <a:satOff val="0"/>
              <a:lumOff val="0"/>
              <a:alphaOff val="0"/>
            </a:schemeClr>
          </a:solidFill>
          <a:prstDash val="solid"/>
          <a:miter lim="800000"/>
        </a:ln>
        <a:effectLst/>
        <a:sp3d z="-227350" prstMaterial="matte"/>
      </dsp:spPr>
      <dsp:style>
        <a:lnRef idx="1">
          <a:scrgbClr r="0" g="0" b="0"/>
        </a:lnRef>
        <a:fillRef idx="1">
          <a:scrgbClr r="0" g="0" b="0"/>
        </a:fillRef>
        <a:effectRef idx="0">
          <a:scrgbClr r="0" g="0" b="0"/>
        </a:effectRef>
        <a:fontRef idx="minor"/>
      </dsp:style>
      <dsp:txBody>
        <a:bodyPr spcFirstLastPara="0" vert="horz" wrap="square" lIns="202227" tIns="330200" rIns="202227" bIns="330200" numCol="1" spcCol="1270" anchor="t" anchorCtr="0">
          <a:noAutofit/>
        </a:bodyPr>
        <a:lstStyle/>
        <a:p>
          <a:pPr marL="0" lvl="0" indent="0" algn="l" defTabSz="889000">
            <a:lnSpc>
              <a:spcPct val="90000"/>
            </a:lnSpc>
            <a:spcBef>
              <a:spcPct val="0"/>
            </a:spcBef>
            <a:spcAft>
              <a:spcPct val="35000"/>
            </a:spcAft>
            <a:buNone/>
          </a:pPr>
          <a:r>
            <a:rPr lang="en-US" sz="2000" kern="1200"/>
            <a:t>Locate the weekly assignment (it may not appear until released).</a:t>
          </a:r>
        </a:p>
      </dsp:txBody>
      <dsp:txXfrm>
        <a:off x="5709755" y="1467024"/>
        <a:ext cx="2593857" cy="2178840"/>
      </dsp:txXfrm>
    </dsp:sp>
    <dsp:sp modelId="{FB6FE61E-8220-458E-A58F-6F274F454D81}">
      <dsp:nvSpPr>
        <dsp:cNvPr id="0" name=""/>
        <dsp:cNvSpPr/>
      </dsp:nvSpPr>
      <dsp:spPr>
        <a:xfrm>
          <a:off x="6461973" y="450232"/>
          <a:ext cx="1089420" cy="1089420"/>
        </a:xfrm>
        <a:prstGeom prst="ellipse">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txBody>
        <a:bodyPr spcFirstLastPara="0" vert="horz" wrap="square" lIns="84935" tIns="12700" rIns="84935" bIns="12700" numCol="1" spcCol="1270" anchor="ctr" anchorCtr="0">
          <a:noAutofit/>
          <a:sp3d extrusionH="28000" prstMaterial="matte"/>
        </a:bodyPr>
        <a:lstStyle/>
        <a:p>
          <a:pPr marL="0" lvl="0" indent="0" algn="ctr" defTabSz="2133600">
            <a:lnSpc>
              <a:spcPct val="90000"/>
            </a:lnSpc>
            <a:spcBef>
              <a:spcPct val="0"/>
            </a:spcBef>
            <a:spcAft>
              <a:spcPct val="35000"/>
            </a:spcAft>
            <a:buNone/>
          </a:pPr>
          <a:r>
            <a:rPr lang="en-US" sz="4800" kern="1200"/>
            <a:t>3</a:t>
          </a:r>
        </a:p>
      </dsp:txBody>
      <dsp:txXfrm>
        <a:off x="6621515" y="609774"/>
        <a:ext cx="770336" cy="770336"/>
      </dsp:txXfrm>
    </dsp:sp>
    <dsp:sp modelId="{2D445E43-06B2-4036-8486-7A8F2D6F3376}">
      <dsp:nvSpPr>
        <dsp:cNvPr id="0" name=""/>
        <dsp:cNvSpPr/>
      </dsp:nvSpPr>
      <dsp:spPr>
        <a:xfrm>
          <a:off x="5709755" y="3718421"/>
          <a:ext cx="2593857" cy="72"/>
        </a:xfrm>
        <a:prstGeom prst="rect">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sp>
    <dsp:sp modelId="{4A1B4BCF-B48B-44AD-9043-CA9C90237E8F}">
      <dsp:nvSpPr>
        <dsp:cNvPr id="0" name=""/>
        <dsp:cNvSpPr/>
      </dsp:nvSpPr>
      <dsp:spPr>
        <a:xfrm>
          <a:off x="8562998" y="87092"/>
          <a:ext cx="2593857" cy="3631400"/>
        </a:xfrm>
        <a:prstGeom prst="rect">
          <a:avLst/>
        </a:prstGeom>
        <a:solidFill>
          <a:schemeClr val="accent3">
            <a:alpha val="90000"/>
            <a:tint val="40000"/>
            <a:hueOff val="0"/>
            <a:satOff val="0"/>
            <a:lumOff val="0"/>
            <a:alphaOff val="0"/>
          </a:schemeClr>
        </a:solidFill>
        <a:ln w="6350" cap="flat" cmpd="sng" algn="ctr">
          <a:solidFill>
            <a:schemeClr val="accent3">
              <a:alpha val="90000"/>
              <a:tint val="40000"/>
              <a:hueOff val="0"/>
              <a:satOff val="0"/>
              <a:lumOff val="0"/>
              <a:alphaOff val="0"/>
            </a:schemeClr>
          </a:solidFill>
          <a:prstDash val="solid"/>
          <a:miter lim="800000"/>
        </a:ln>
        <a:effectLst/>
        <a:sp3d z="-227350" prstMaterial="matte"/>
      </dsp:spPr>
      <dsp:style>
        <a:lnRef idx="1">
          <a:scrgbClr r="0" g="0" b="0"/>
        </a:lnRef>
        <a:fillRef idx="1">
          <a:scrgbClr r="0" g="0" b="0"/>
        </a:fillRef>
        <a:effectRef idx="0">
          <a:scrgbClr r="0" g="0" b="0"/>
        </a:effectRef>
        <a:fontRef idx="minor"/>
      </dsp:style>
      <dsp:txBody>
        <a:bodyPr spcFirstLastPara="0" vert="horz" wrap="square" lIns="202227" tIns="330200" rIns="202227" bIns="330200" numCol="1" spcCol="1270" anchor="t" anchorCtr="0">
          <a:noAutofit/>
        </a:bodyPr>
        <a:lstStyle/>
        <a:p>
          <a:pPr marL="0" lvl="0" indent="0" algn="l" defTabSz="889000">
            <a:lnSpc>
              <a:spcPct val="90000"/>
            </a:lnSpc>
            <a:spcBef>
              <a:spcPct val="0"/>
            </a:spcBef>
            <a:spcAft>
              <a:spcPct val="35000"/>
            </a:spcAft>
            <a:buNone/>
          </a:pPr>
          <a:r>
            <a:rPr lang="en-US" sz="2000" kern="1200"/>
            <a:t>Open the assignment and follow the link to a Colab notebook with that week’s questions.</a:t>
          </a:r>
        </a:p>
      </dsp:txBody>
      <dsp:txXfrm>
        <a:off x="8562998" y="1467024"/>
        <a:ext cx="2593857" cy="2178840"/>
      </dsp:txXfrm>
    </dsp:sp>
    <dsp:sp modelId="{5F981390-3D9B-4A76-865D-0C4641655052}">
      <dsp:nvSpPr>
        <dsp:cNvPr id="0" name=""/>
        <dsp:cNvSpPr/>
      </dsp:nvSpPr>
      <dsp:spPr>
        <a:xfrm>
          <a:off x="9315216" y="450232"/>
          <a:ext cx="1089420" cy="1089420"/>
        </a:xfrm>
        <a:prstGeom prst="ellipse">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txBody>
        <a:bodyPr spcFirstLastPara="0" vert="horz" wrap="square" lIns="84935" tIns="12700" rIns="84935" bIns="12700" numCol="1" spcCol="1270" anchor="ctr" anchorCtr="0">
          <a:noAutofit/>
          <a:sp3d extrusionH="28000" prstMaterial="matte"/>
        </a:bodyPr>
        <a:lstStyle/>
        <a:p>
          <a:pPr marL="0" lvl="0" indent="0" algn="ctr" defTabSz="2133600">
            <a:lnSpc>
              <a:spcPct val="90000"/>
            </a:lnSpc>
            <a:spcBef>
              <a:spcPct val="0"/>
            </a:spcBef>
            <a:spcAft>
              <a:spcPct val="35000"/>
            </a:spcAft>
            <a:buNone/>
          </a:pPr>
          <a:r>
            <a:rPr lang="en-US" sz="4800" kern="1200"/>
            <a:t>4</a:t>
          </a:r>
        </a:p>
      </dsp:txBody>
      <dsp:txXfrm>
        <a:off x="9474758" y="609774"/>
        <a:ext cx="770336" cy="770336"/>
      </dsp:txXfrm>
    </dsp:sp>
    <dsp:sp modelId="{6B3EBF9C-7C0B-4CA4-AE22-6604E1FC4DE3}">
      <dsp:nvSpPr>
        <dsp:cNvPr id="0" name=""/>
        <dsp:cNvSpPr/>
      </dsp:nvSpPr>
      <dsp:spPr>
        <a:xfrm>
          <a:off x="8562998" y="3718421"/>
          <a:ext cx="2593857" cy="72"/>
        </a:xfrm>
        <a:prstGeom prst="rect">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1760C8-AD52-41E7-915C-771BF4CC1104}">
      <dsp:nvSpPr>
        <dsp:cNvPr id="0" name=""/>
        <dsp:cNvSpPr/>
      </dsp:nvSpPr>
      <dsp:spPr>
        <a:xfrm>
          <a:off x="3269" y="87092"/>
          <a:ext cx="2593857" cy="3631400"/>
        </a:xfrm>
        <a:prstGeom prst="rect">
          <a:avLst/>
        </a:prstGeom>
        <a:solidFill>
          <a:schemeClr val="accent3">
            <a:alpha val="90000"/>
            <a:tint val="40000"/>
            <a:hueOff val="0"/>
            <a:satOff val="0"/>
            <a:lumOff val="0"/>
            <a:alphaOff val="0"/>
          </a:schemeClr>
        </a:solidFill>
        <a:ln w="6350" cap="flat" cmpd="sng" algn="ctr">
          <a:solidFill>
            <a:schemeClr val="accent3">
              <a:alpha val="90000"/>
              <a:tint val="40000"/>
              <a:hueOff val="0"/>
              <a:satOff val="0"/>
              <a:lumOff val="0"/>
              <a:alphaOff val="0"/>
            </a:schemeClr>
          </a:solidFill>
          <a:prstDash val="solid"/>
          <a:miter lim="800000"/>
        </a:ln>
        <a:effectLst/>
        <a:sp3d z="-227350" prstMaterial="matte"/>
      </dsp:spPr>
      <dsp:style>
        <a:lnRef idx="1">
          <a:scrgbClr r="0" g="0" b="0"/>
        </a:lnRef>
        <a:fillRef idx="1">
          <a:scrgbClr r="0" g="0" b="0"/>
        </a:fillRef>
        <a:effectRef idx="0">
          <a:scrgbClr r="0" g="0" b="0"/>
        </a:effectRef>
        <a:fontRef idx="minor"/>
      </dsp:style>
      <dsp:txBody>
        <a:bodyPr spcFirstLastPara="0" vert="horz" wrap="square" lIns="202227" tIns="330200" rIns="202227" bIns="330200" numCol="1" spcCol="1270" anchor="t" anchorCtr="0">
          <a:noAutofit/>
        </a:bodyPr>
        <a:lstStyle/>
        <a:p>
          <a:pPr marL="0" lvl="0" indent="0" algn="l" defTabSz="711200">
            <a:lnSpc>
              <a:spcPct val="90000"/>
            </a:lnSpc>
            <a:spcBef>
              <a:spcPct val="0"/>
            </a:spcBef>
            <a:spcAft>
              <a:spcPct val="35000"/>
            </a:spcAft>
            <a:buNone/>
          </a:pPr>
          <a:r>
            <a:rPr lang="en-US" sz="1600" kern="1200" dirty="0"/>
            <a:t>The notebook contains sections marked with: </a:t>
          </a:r>
        </a:p>
        <a:p>
          <a:pPr marL="0" lvl="0" indent="0" algn="l" defTabSz="711200">
            <a:lnSpc>
              <a:spcPct val="90000"/>
            </a:lnSpc>
            <a:spcBef>
              <a:spcPct val="0"/>
            </a:spcBef>
            <a:spcAft>
              <a:spcPct val="35000"/>
            </a:spcAft>
            <a:buNone/>
          </a:pPr>
          <a:endParaRPr lang="en-US" sz="1600" kern="1200" dirty="0"/>
        </a:p>
        <a:p>
          <a:pPr marL="0" lvl="0" indent="0" algn="l" defTabSz="711200">
            <a:lnSpc>
              <a:spcPct val="90000"/>
            </a:lnSpc>
            <a:spcBef>
              <a:spcPct val="0"/>
            </a:spcBef>
            <a:spcAft>
              <a:spcPct val="35000"/>
            </a:spcAft>
            <a:buNone/>
          </a:pPr>
          <a:r>
            <a:rPr lang="en-US" sz="1600" kern="1200" dirty="0"/>
            <a:t>### BEGIN SOLUTION … </a:t>
          </a:r>
        </a:p>
        <a:p>
          <a:pPr marL="0" lvl="0" indent="0" algn="l" defTabSz="711200">
            <a:lnSpc>
              <a:spcPct val="90000"/>
            </a:lnSpc>
            <a:spcBef>
              <a:spcPct val="0"/>
            </a:spcBef>
            <a:spcAft>
              <a:spcPct val="35000"/>
            </a:spcAft>
            <a:buNone/>
          </a:pPr>
          <a:r>
            <a:rPr lang="en-US" sz="1600" kern="1200" dirty="0"/>
            <a:t>### END SOLUTION</a:t>
          </a:r>
        </a:p>
      </dsp:txBody>
      <dsp:txXfrm>
        <a:off x="3269" y="1467024"/>
        <a:ext cx="2593857" cy="2178840"/>
      </dsp:txXfrm>
    </dsp:sp>
    <dsp:sp modelId="{EBACCE28-DCA4-42C6-A245-5F916FBF1BCD}">
      <dsp:nvSpPr>
        <dsp:cNvPr id="0" name=""/>
        <dsp:cNvSpPr/>
      </dsp:nvSpPr>
      <dsp:spPr>
        <a:xfrm>
          <a:off x="755488" y="450232"/>
          <a:ext cx="1089420" cy="1089420"/>
        </a:xfrm>
        <a:prstGeom prst="ellipse">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txBody>
        <a:bodyPr spcFirstLastPara="0" vert="horz" wrap="square" lIns="84935" tIns="12700" rIns="84935" bIns="12700" numCol="1" spcCol="1270" anchor="ctr" anchorCtr="0">
          <a:noAutofit/>
          <a:sp3d extrusionH="28000" prstMaterial="matte"/>
        </a:bodyPr>
        <a:lstStyle/>
        <a:p>
          <a:pPr marL="0" lvl="0" indent="0" algn="ctr" defTabSz="2133600">
            <a:lnSpc>
              <a:spcPct val="90000"/>
            </a:lnSpc>
            <a:spcBef>
              <a:spcPct val="0"/>
            </a:spcBef>
            <a:spcAft>
              <a:spcPct val="35000"/>
            </a:spcAft>
            <a:buNone/>
          </a:pPr>
          <a:r>
            <a:rPr lang="en-US" sz="4800" kern="1200"/>
            <a:t>1</a:t>
          </a:r>
        </a:p>
      </dsp:txBody>
      <dsp:txXfrm>
        <a:off x="915030" y="609774"/>
        <a:ext cx="770336" cy="770336"/>
      </dsp:txXfrm>
    </dsp:sp>
    <dsp:sp modelId="{FA4A426B-BFDA-4344-93C9-C87B3093E409}">
      <dsp:nvSpPr>
        <dsp:cNvPr id="0" name=""/>
        <dsp:cNvSpPr/>
      </dsp:nvSpPr>
      <dsp:spPr>
        <a:xfrm>
          <a:off x="3269" y="3718421"/>
          <a:ext cx="2593857" cy="72"/>
        </a:xfrm>
        <a:prstGeom prst="rect">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sp>
    <dsp:sp modelId="{C8E4E1F9-BFDF-4AA0-88C5-A8EEDC8D8D3C}">
      <dsp:nvSpPr>
        <dsp:cNvPr id="0" name=""/>
        <dsp:cNvSpPr/>
      </dsp:nvSpPr>
      <dsp:spPr>
        <a:xfrm>
          <a:off x="2856512" y="87092"/>
          <a:ext cx="2593857" cy="3631400"/>
        </a:xfrm>
        <a:prstGeom prst="rect">
          <a:avLst/>
        </a:prstGeom>
        <a:solidFill>
          <a:schemeClr val="accent3">
            <a:alpha val="90000"/>
            <a:tint val="40000"/>
            <a:hueOff val="0"/>
            <a:satOff val="0"/>
            <a:lumOff val="0"/>
            <a:alphaOff val="0"/>
          </a:schemeClr>
        </a:solidFill>
        <a:ln w="6350" cap="flat" cmpd="sng" algn="ctr">
          <a:solidFill>
            <a:schemeClr val="accent3">
              <a:alpha val="90000"/>
              <a:tint val="40000"/>
              <a:hueOff val="0"/>
              <a:satOff val="0"/>
              <a:lumOff val="0"/>
              <a:alphaOff val="0"/>
            </a:schemeClr>
          </a:solidFill>
          <a:prstDash val="solid"/>
          <a:miter lim="800000"/>
        </a:ln>
        <a:effectLst/>
        <a:sp3d z="-227350" prstMaterial="matte"/>
      </dsp:spPr>
      <dsp:style>
        <a:lnRef idx="1">
          <a:scrgbClr r="0" g="0" b="0"/>
        </a:lnRef>
        <a:fillRef idx="1">
          <a:scrgbClr r="0" g="0" b="0"/>
        </a:fillRef>
        <a:effectRef idx="0">
          <a:scrgbClr r="0" g="0" b="0"/>
        </a:effectRef>
        <a:fontRef idx="minor"/>
      </dsp:style>
      <dsp:txBody>
        <a:bodyPr spcFirstLastPara="0" vert="horz" wrap="square" lIns="202227" tIns="330200" rIns="202227" bIns="330200" numCol="1" spcCol="1270" anchor="t" anchorCtr="0">
          <a:noAutofit/>
        </a:bodyPr>
        <a:lstStyle/>
        <a:p>
          <a:pPr marL="0" lvl="0" indent="0" algn="l" defTabSz="711200">
            <a:lnSpc>
              <a:spcPct val="90000"/>
            </a:lnSpc>
            <a:spcBef>
              <a:spcPct val="0"/>
            </a:spcBef>
            <a:spcAft>
              <a:spcPct val="35000"/>
            </a:spcAft>
            <a:buNone/>
          </a:pPr>
          <a:r>
            <a:rPr lang="en-US" sz="1600" kern="1200" dirty="0"/>
            <a:t>Write your answers there!!!</a:t>
          </a:r>
        </a:p>
      </dsp:txBody>
      <dsp:txXfrm>
        <a:off x="2856512" y="1467024"/>
        <a:ext cx="2593857" cy="2178840"/>
      </dsp:txXfrm>
    </dsp:sp>
    <dsp:sp modelId="{F9181B74-A310-4C61-901B-050132640BD5}">
      <dsp:nvSpPr>
        <dsp:cNvPr id="0" name=""/>
        <dsp:cNvSpPr/>
      </dsp:nvSpPr>
      <dsp:spPr>
        <a:xfrm>
          <a:off x="3608731" y="450232"/>
          <a:ext cx="1089420" cy="1089420"/>
        </a:xfrm>
        <a:prstGeom prst="ellipse">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txBody>
        <a:bodyPr spcFirstLastPara="0" vert="horz" wrap="square" lIns="84935" tIns="12700" rIns="84935" bIns="12700" numCol="1" spcCol="1270" anchor="ctr" anchorCtr="0">
          <a:noAutofit/>
          <a:sp3d extrusionH="28000" prstMaterial="matte"/>
        </a:bodyPr>
        <a:lstStyle/>
        <a:p>
          <a:pPr marL="0" lvl="0" indent="0" algn="ctr" defTabSz="2133600">
            <a:lnSpc>
              <a:spcPct val="90000"/>
            </a:lnSpc>
            <a:spcBef>
              <a:spcPct val="0"/>
            </a:spcBef>
            <a:spcAft>
              <a:spcPct val="35000"/>
            </a:spcAft>
            <a:buNone/>
          </a:pPr>
          <a:r>
            <a:rPr lang="en-NL" sz="4800" kern="1200"/>
            <a:t>2</a:t>
          </a:r>
        </a:p>
      </dsp:txBody>
      <dsp:txXfrm>
        <a:off x="3768273" y="609774"/>
        <a:ext cx="770336" cy="770336"/>
      </dsp:txXfrm>
    </dsp:sp>
    <dsp:sp modelId="{6F1A9DBB-6BC2-4ACA-B8D8-78D592A89528}">
      <dsp:nvSpPr>
        <dsp:cNvPr id="0" name=""/>
        <dsp:cNvSpPr/>
      </dsp:nvSpPr>
      <dsp:spPr>
        <a:xfrm>
          <a:off x="2856512" y="3718421"/>
          <a:ext cx="2593857" cy="72"/>
        </a:xfrm>
        <a:prstGeom prst="rect">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sp>
    <dsp:sp modelId="{B58386F9-E142-4F34-A2C1-60186AD6636A}">
      <dsp:nvSpPr>
        <dsp:cNvPr id="0" name=""/>
        <dsp:cNvSpPr/>
      </dsp:nvSpPr>
      <dsp:spPr>
        <a:xfrm>
          <a:off x="5709755" y="87092"/>
          <a:ext cx="2593857" cy="3631400"/>
        </a:xfrm>
        <a:prstGeom prst="rect">
          <a:avLst/>
        </a:prstGeom>
        <a:solidFill>
          <a:schemeClr val="accent3">
            <a:alpha val="90000"/>
            <a:tint val="40000"/>
            <a:hueOff val="0"/>
            <a:satOff val="0"/>
            <a:lumOff val="0"/>
            <a:alphaOff val="0"/>
          </a:schemeClr>
        </a:solidFill>
        <a:ln w="6350" cap="flat" cmpd="sng" algn="ctr">
          <a:solidFill>
            <a:schemeClr val="accent3">
              <a:alpha val="90000"/>
              <a:tint val="40000"/>
              <a:hueOff val="0"/>
              <a:satOff val="0"/>
              <a:lumOff val="0"/>
              <a:alphaOff val="0"/>
            </a:schemeClr>
          </a:solidFill>
          <a:prstDash val="solid"/>
          <a:miter lim="800000"/>
        </a:ln>
        <a:effectLst/>
        <a:sp3d z="-227350" prstMaterial="matte"/>
      </dsp:spPr>
      <dsp:style>
        <a:lnRef idx="1">
          <a:scrgbClr r="0" g="0" b="0"/>
        </a:lnRef>
        <a:fillRef idx="1">
          <a:scrgbClr r="0" g="0" b="0"/>
        </a:fillRef>
        <a:effectRef idx="0">
          <a:scrgbClr r="0" g="0" b="0"/>
        </a:effectRef>
        <a:fontRef idx="minor"/>
      </dsp:style>
      <dsp:txBody>
        <a:bodyPr spcFirstLastPara="0" vert="horz" wrap="square" lIns="202227" tIns="330200" rIns="202227" bIns="330200" numCol="1" spcCol="1270" anchor="t" anchorCtr="0">
          <a:noAutofit/>
        </a:bodyPr>
        <a:lstStyle/>
        <a:p>
          <a:pPr marL="0" lvl="0" indent="0" algn="l" defTabSz="711200">
            <a:lnSpc>
              <a:spcPct val="90000"/>
            </a:lnSpc>
            <a:spcBef>
              <a:spcPct val="0"/>
            </a:spcBef>
            <a:spcAft>
              <a:spcPct val="35000"/>
            </a:spcAft>
            <a:buNone/>
          </a:pPr>
          <a:r>
            <a:rPr lang="en-US" sz="1600" kern="1200" dirty="0"/>
            <a:t>You can edit the notebook directly in </a:t>
          </a:r>
          <a:r>
            <a:rPr lang="en-US" sz="1600" kern="1200" dirty="0" err="1"/>
            <a:t>Colab</a:t>
          </a:r>
          <a:r>
            <a:rPr lang="en-US" sz="1600" kern="1200" dirty="0"/>
            <a:t> (recommended).</a:t>
          </a:r>
        </a:p>
        <a:p>
          <a:pPr marL="0" lvl="0" indent="0" algn="l" defTabSz="711200">
            <a:lnSpc>
              <a:spcPct val="90000"/>
            </a:lnSpc>
            <a:spcBef>
              <a:spcPct val="0"/>
            </a:spcBef>
            <a:spcAft>
              <a:spcPct val="35000"/>
            </a:spcAft>
            <a:buNone/>
          </a:pPr>
          <a:r>
            <a:rPr lang="en-US" sz="1600" kern="1200" dirty="0"/>
            <a:t>Alternatively, use local Python software, but make sure it can run .</a:t>
          </a:r>
          <a:r>
            <a:rPr lang="en-US" sz="1600" kern="1200" dirty="0" err="1"/>
            <a:t>ipynb</a:t>
          </a:r>
          <a:r>
            <a:rPr lang="en-US" sz="1600" kern="1200" dirty="0"/>
            <a:t> files.</a:t>
          </a:r>
        </a:p>
      </dsp:txBody>
      <dsp:txXfrm>
        <a:off x="5709755" y="1467024"/>
        <a:ext cx="2593857" cy="2178840"/>
      </dsp:txXfrm>
    </dsp:sp>
    <dsp:sp modelId="{8CD9BF18-F7BD-45C2-9A53-02FF09943173}">
      <dsp:nvSpPr>
        <dsp:cNvPr id="0" name=""/>
        <dsp:cNvSpPr/>
      </dsp:nvSpPr>
      <dsp:spPr>
        <a:xfrm>
          <a:off x="6461973" y="450232"/>
          <a:ext cx="1089420" cy="1089420"/>
        </a:xfrm>
        <a:prstGeom prst="ellipse">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txBody>
        <a:bodyPr spcFirstLastPara="0" vert="horz" wrap="square" lIns="84935" tIns="12700" rIns="84935" bIns="12700" numCol="1" spcCol="1270" anchor="ctr" anchorCtr="0">
          <a:noAutofit/>
          <a:sp3d extrusionH="28000" prstMaterial="matte"/>
        </a:bodyPr>
        <a:lstStyle/>
        <a:p>
          <a:pPr marL="0" lvl="0" indent="0" algn="ctr" defTabSz="2133600">
            <a:lnSpc>
              <a:spcPct val="90000"/>
            </a:lnSpc>
            <a:spcBef>
              <a:spcPct val="0"/>
            </a:spcBef>
            <a:spcAft>
              <a:spcPct val="35000"/>
            </a:spcAft>
            <a:buNone/>
          </a:pPr>
          <a:r>
            <a:rPr lang="en-NL" sz="4800" kern="1200"/>
            <a:t>3</a:t>
          </a:r>
        </a:p>
      </dsp:txBody>
      <dsp:txXfrm>
        <a:off x="6621515" y="609774"/>
        <a:ext cx="770336" cy="770336"/>
      </dsp:txXfrm>
    </dsp:sp>
    <dsp:sp modelId="{8535FCBB-289C-465B-A51E-F461CB218A27}">
      <dsp:nvSpPr>
        <dsp:cNvPr id="0" name=""/>
        <dsp:cNvSpPr/>
      </dsp:nvSpPr>
      <dsp:spPr>
        <a:xfrm>
          <a:off x="5709755" y="3718421"/>
          <a:ext cx="2593857" cy="72"/>
        </a:xfrm>
        <a:prstGeom prst="rect">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sp>
    <dsp:sp modelId="{40227CEE-C263-4F18-BF2E-17BD17C7918B}">
      <dsp:nvSpPr>
        <dsp:cNvPr id="0" name=""/>
        <dsp:cNvSpPr/>
      </dsp:nvSpPr>
      <dsp:spPr>
        <a:xfrm>
          <a:off x="8562998" y="87092"/>
          <a:ext cx="2593857" cy="3631400"/>
        </a:xfrm>
        <a:prstGeom prst="rect">
          <a:avLst/>
        </a:prstGeom>
        <a:solidFill>
          <a:schemeClr val="accent3">
            <a:alpha val="90000"/>
            <a:tint val="40000"/>
            <a:hueOff val="0"/>
            <a:satOff val="0"/>
            <a:lumOff val="0"/>
            <a:alphaOff val="0"/>
          </a:schemeClr>
        </a:solidFill>
        <a:ln w="6350" cap="flat" cmpd="sng" algn="ctr">
          <a:solidFill>
            <a:schemeClr val="accent3">
              <a:alpha val="90000"/>
              <a:tint val="40000"/>
              <a:hueOff val="0"/>
              <a:satOff val="0"/>
              <a:lumOff val="0"/>
              <a:alphaOff val="0"/>
            </a:schemeClr>
          </a:solidFill>
          <a:prstDash val="solid"/>
          <a:miter lim="800000"/>
        </a:ln>
        <a:effectLst/>
        <a:sp3d z="-227350" prstMaterial="matte"/>
      </dsp:spPr>
      <dsp:style>
        <a:lnRef idx="1">
          <a:scrgbClr r="0" g="0" b="0"/>
        </a:lnRef>
        <a:fillRef idx="1">
          <a:scrgbClr r="0" g="0" b="0"/>
        </a:fillRef>
        <a:effectRef idx="0">
          <a:scrgbClr r="0" g="0" b="0"/>
        </a:effectRef>
        <a:fontRef idx="minor"/>
      </dsp:style>
      <dsp:txBody>
        <a:bodyPr spcFirstLastPara="0" vert="horz" wrap="square" lIns="202227" tIns="330200" rIns="202227" bIns="330200" numCol="1" spcCol="1270" anchor="t" anchorCtr="0">
          <a:noAutofit/>
        </a:bodyPr>
        <a:lstStyle/>
        <a:p>
          <a:pPr marL="0" lvl="0" indent="0" algn="l" defTabSz="711200">
            <a:lnSpc>
              <a:spcPct val="90000"/>
            </a:lnSpc>
            <a:spcBef>
              <a:spcPct val="0"/>
            </a:spcBef>
            <a:spcAft>
              <a:spcPct val="35000"/>
            </a:spcAft>
            <a:buNone/>
          </a:pPr>
          <a:r>
            <a:rPr lang="en-US" sz="1600" kern="1200" dirty="0"/>
            <a:t>Save your work and download the notebook as a .</a:t>
          </a:r>
          <a:r>
            <a:rPr lang="en-US" sz="1600" kern="1200" dirty="0" err="1"/>
            <a:t>ipynb</a:t>
          </a:r>
          <a:r>
            <a:rPr lang="en-US" sz="1600" kern="1200" dirty="0"/>
            <a:t> file.</a:t>
          </a:r>
        </a:p>
      </dsp:txBody>
      <dsp:txXfrm>
        <a:off x="8562998" y="1467024"/>
        <a:ext cx="2593857" cy="2178840"/>
      </dsp:txXfrm>
    </dsp:sp>
    <dsp:sp modelId="{B5842D9A-1073-40B8-A14A-ABE7485B9E82}">
      <dsp:nvSpPr>
        <dsp:cNvPr id="0" name=""/>
        <dsp:cNvSpPr/>
      </dsp:nvSpPr>
      <dsp:spPr>
        <a:xfrm>
          <a:off x="9315216" y="450232"/>
          <a:ext cx="1089420" cy="1089420"/>
        </a:xfrm>
        <a:prstGeom prst="ellipse">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txBody>
        <a:bodyPr spcFirstLastPara="0" vert="horz" wrap="square" lIns="84935" tIns="12700" rIns="84935" bIns="12700" numCol="1" spcCol="1270" anchor="ctr" anchorCtr="0">
          <a:noAutofit/>
          <a:sp3d extrusionH="28000" prstMaterial="matte"/>
        </a:bodyPr>
        <a:lstStyle/>
        <a:p>
          <a:pPr marL="0" lvl="0" indent="0" algn="ctr" defTabSz="2133600">
            <a:lnSpc>
              <a:spcPct val="90000"/>
            </a:lnSpc>
            <a:spcBef>
              <a:spcPct val="0"/>
            </a:spcBef>
            <a:spcAft>
              <a:spcPct val="35000"/>
            </a:spcAft>
            <a:buNone/>
          </a:pPr>
          <a:r>
            <a:rPr lang="en-NL" sz="4800" kern="1200"/>
            <a:t>4</a:t>
          </a:r>
        </a:p>
      </dsp:txBody>
      <dsp:txXfrm>
        <a:off x="9474758" y="609774"/>
        <a:ext cx="770336" cy="770336"/>
      </dsp:txXfrm>
    </dsp:sp>
    <dsp:sp modelId="{CED43427-BC14-4B23-A0D6-DD6D421F727B}">
      <dsp:nvSpPr>
        <dsp:cNvPr id="0" name=""/>
        <dsp:cNvSpPr/>
      </dsp:nvSpPr>
      <dsp:spPr>
        <a:xfrm>
          <a:off x="8562998" y="3718421"/>
          <a:ext cx="2593857" cy="72"/>
        </a:xfrm>
        <a:prstGeom prst="rect">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1760C8-AD52-41E7-915C-771BF4CC1104}">
      <dsp:nvSpPr>
        <dsp:cNvPr id="0" name=""/>
        <dsp:cNvSpPr/>
      </dsp:nvSpPr>
      <dsp:spPr>
        <a:xfrm>
          <a:off x="3269" y="87092"/>
          <a:ext cx="2593857" cy="3631400"/>
        </a:xfrm>
        <a:prstGeom prst="rect">
          <a:avLst/>
        </a:prstGeom>
        <a:solidFill>
          <a:schemeClr val="accent3">
            <a:alpha val="90000"/>
            <a:tint val="40000"/>
            <a:hueOff val="0"/>
            <a:satOff val="0"/>
            <a:lumOff val="0"/>
            <a:alphaOff val="0"/>
          </a:schemeClr>
        </a:solidFill>
        <a:ln w="6350" cap="flat" cmpd="sng" algn="ctr">
          <a:solidFill>
            <a:schemeClr val="accent3">
              <a:alpha val="90000"/>
              <a:tint val="40000"/>
              <a:hueOff val="0"/>
              <a:satOff val="0"/>
              <a:lumOff val="0"/>
              <a:alphaOff val="0"/>
            </a:schemeClr>
          </a:solidFill>
          <a:prstDash val="solid"/>
          <a:miter lim="800000"/>
        </a:ln>
        <a:effectLst/>
        <a:sp3d z="-227350" prstMaterial="matte"/>
      </dsp:spPr>
      <dsp:style>
        <a:lnRef idx="1">
          <a:scrgbClr r="0" g="0" b="0"/>
        </a:lnRef>
        <a:fillRef idx="1">
          <a:scrgbClr r="0" g="0" b="0"/>
        </a:fillRef>
        <a:effectRef idx="0">
          <a:scrgbClr r="0" g="0" b="0"/>
        </a:effectRef>
        <a:fontRef idx="minor"/>
      </dsp:style>
      <dsp:txBody>
        <a:bodyPr spcFirstLastPara="0" vert="horz" wrap="square" lIns="202227" tIns="330200" rIns="202227" bIns="330200" numCol="1" spcCol="1270" anchor="t" anchorCtr="0">
          <a:noAutofit/>
        </a:bodyPr>
        <a:lstStyle/>
        <a:p>
          <a:pPr marL="0" lvl="0" indent="0" algn="l" defTabSz="889000">
            <a:lnSpc>
              <a:spcPct val="90000"/>
            </a:lnSpc>
            <a:spcBef>
              <a:spcPct val="0"/>
            </a:spcBef>
            <a:spcAft>
              <a:spcPct val="35000"/>
            </a:spcAft>
            <a:buNone/>
          </a:pPr>
          <a:r>
            <a:rPr lang="en-US" sz="2000" kern="1200" dirty="0"/>
            <a:t>In Canvas, return to the assignment page.</a:t>
          </a:r>
        </a:p>
      </dsp:txBody>
      <dsp:txXfrm>
        <a:off x="3269" y="1467024"/>
        <a:ext cx="2593857" cy="2178840"/>
      </dsp:txXfrm>
    </dsp:sp>
    <dsp:sp modelId="{EBACCE28-DCA4-42C6-A245-5F916FBF1BCD}">
      <dsp:nvSpPr>
        <dsp:cNvPr id="0" name=""/>
        <dsp:cNvSpPr/>
      </dsp:nvSpPr>
      <dsp:spPr>
        <a:xfrm>
          <a:off x="755488" y="450232"/>
          <a:ext cx="1089420" cy="1089420"/>
        </a:xfrm>
        <a:prstGeom prst="ellipse">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txBody>
        <a:bodyPr spcFirstLastPara="0" vert="horz" wrap="square" lIns="84935" tIns="12700" rIns="84935" bIns="12700" numCol="1" spcCol="1270" anchor="ctr" anchorCtr="0">
          <a:noAutofit/>
          <a:sp3d extrusionH="28000" prstMaterial="matte"/>
        </a:bodyPr>
        <a:lstStyle/>
        <a:p>
          <a:pPr marL="0" lvl="0" indent="0" algn="ctr" defTabSz="2133600">
            <a:lnSpc>
              <a:spcPct val="90000"/>
            </a:lnSpc>
            <a:spcBef>
              <a:spcPct val="0"/>
            </a:spcBef>
            <a:spcAft>
              <a:spcPct val="35000"/>
            </a:spcAft>
            <a:buNone/>
          </a:pPr>
          <a:r>
            <a:rPr lang="en-US" sz="4800" kern="1200"/>
            <a:t>1</a:t>
          </a:r>
        </a:p>
      </dsp:txBody>
      <dsp:txXfrm>
        <a:off x="915030" y="609774"/>
        <a:ext cx="770336" cy="770336"/>
      </dsp:txXfrm>
    </dsp:sp>
    <dsp:sp modelId="{FA4A426B-BFDA-4344-93C9-C87B3093E409}">
      <dsp:nvSpPr>
        <dsp:cNvPr id="0" name=""/>
        <dsp:cNvSpPr/>
      </dsp:nvSpPr>
      <dsp:spPr>
        <a:xfrm>
          <a:off x="3269" y="3718421"/>
          <a:ext cx="2593857" cy="72"/>
        </a:xfrm>
        <a:prstGeom prst="rect">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sp>
    <dsp:sp modelId="{ABD9B9CD-6ECF-42F7-8CF5-00D15725324F}">
      <dsp:nvSpPr>
        <dsp:cNvPr id="0" name=""/>
        <dsp:cNvSpPr/>
      </dsp:nvSpPr>
      <dsp:spPr>
        <a:xfrm>
          <a:off x="2856512" y="87092"/>
          <a:ext cx="2593857" cy="3631400"/>
        </a:xfrm>
        <a:prstGeom prst="rect">
          <a:avLst/>
        </a:prstGeom>
        <a:solidFill>
          <a:schemeClr val="accent3">
            <a:alpha val="90000"/>
            <a:tint val="40000"/>
            <a:hueOff val="0"/>
            <a:satOff val="0"/>
            <a:lumOff val="0"/>
            <a:alphaOff val="0"/>
          </a:schemeClr>
        </a:solidFill>
        <a:ln w="6350" cap="flat" cmpd="sng" algn="ctr">
          <a:solidFill>
            <a:schemeClr val="accent3">
              <a:alpha val="90000"/>
              <a:tint val="40000"/>
              <a:hueOff val="0"/>
              <a:satOff val="0"/>
              <a:lumOff val="0"/>
              <a:alphaOff val="0"/>
            </a:schemeClr>
          </a:solidFill>
          <a:prstDash val="solid"/>
          <a:miter lim="800000"/>
        </a:ln>
        <a:effectLst/>
        <a:sp3d z="-227350" prstMaterial="matte"/>
      </dsp:spPr>
      <dsp:style>
        <a:lnRef idx="1">
          <a:scrgbClr r="0" g="0" b="0"/>
        </a:lnRef>
        <a:fillRef idx="1">
          <a:scrgbClr r="0" g="0" b="0"/>
        </a:fillRef>
        <a:effectRef idx="0">
          <a:scrgbClr r="0" g="0" b="0"/>
        </a:effectRef>
        <a:fontRef idx="minor"/>
      </dsp:style>
      <dsp:txBody>
        <a:bodyPr spcFirstLastPara="0" vert="horz" wrap="square" lIns="202227" tIns="330200" rIns="202227" bIns="330200" numCol="1" spcCol="1270" anchor="t" anchorCtr="0">
          <a:noAutofit/>
        </a:bodyPr>
        <a:lstStyle/>
        <a:p>
          <a:pPr marL="0" lvl="0" indent="0" algn="l" defTabSz="889000">
            <a:lnSpc>
              <a:spcPct val="90000"/>
            </a:lnSpc>
            <a:spcBef>
              <a:spcPct val="0"/>
            </a:spcBef>
            <a:spcAft>
              <a:spcPct val="35000"/>
            </a:spcAft>
            <a:buNone/>
          </a:pPr>
          <a:r>
            <a:rPr lang="en-US" sz="2000" kern="1200" dirty="0"/>
            <a:t>Click </a:t>
          </a:r>
          <a:r>
            <a:rPr lang="en-US" sz="2000" b="1" kern="1200" dirty="0"/>
            <a:t>Load [</a:t>
          </a:r>
          <a:r>
            <a:rPr lang="en-US" sz="2000" b="1" kern="1200" dirty="0" err="1"/>
            <a:t>assignment_name</a:t>
          </a:r>
          <a:r>
            <a:rPr lang="en-US" sz="2000" b="1" kern="1200" dirty="0"/>
            <a:t>] in a new window</a:t>
          </a:r>
          <a:r>
            <a:rPr lang="en-US" sz="2000" kern="1200" dirty="0"/>
            <a:t>, which opens CodeGrade.</a:t>
          </a:r>
          <a:endParaRPr lang="en-NL" sz="2000" kern="1200" dirty="0"/>
        </a:p>
      </dsp:txBody>
      <dsp:txXfrm>
        <a:off x="2856512" y="1467024"/>
        <a:ext cx="2593857" cy="2178840"/>
      </dsp:txXfrm>
    </dsp:sp>
    <dsp:sp modelId="{EE168236-5FAC-497E-A87D-BBB0A402E390}">
      <dsp:nvSpPr>
        <dsp:cNvPr id="0" name=""/>
        <dsp:cNvSpPr/>
      </dsp:nvSpPr>
      <dsp:spPr>
        <a:xfrm>
          <a:off x="3608731" y="450232"/>
          <a:ext cx="1089420" cy="1089420"/>
        </a:xfrm>
        <a:prstGeom prst="ellipse">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txBody>
        <a:bodyPr spcFirstLastPara="0" vert="horz" wrap="square" lIns="84935" tIns="12700" rIns="84935" bIns="12700" numCol="1" spcCol="1270" anchor="ctr" anchorCtr="0">
          <a:noAutofit/>
          <a:sp3d extrusionH="28000" prstMaterial="matte"/>
        </a:bodyPr>
        <a:lstStyle/>
        <a:p>
          <a:pPr marL="0" lvl="0" indent="0" algn="ctr" defTabSz="2133600">
            <a:lnSpc>
              <a:spcPct val="90000"/>
            </a:lnSpc>
            <a:spcBef>
              <a:spcPct val="0"/>
            </a:spcBef>
            <a:spcAft>
              <a:spcPct val="35000"/>
            </a:spcAft>
            <a:buNone/>
          </a:pPr>
          <a:r>
            <a:rPr lang="en-NL" sz="4800" kern="1200"/>
            <a:t>2</a:t>
          </a:r>
        </a:p>
      </dsp:txBody>
      <dsp:txXfrm>
        <a:off x="3768273" y="609774"/>
        <a:ext cx="770336" cy="770336"/>
      </dsp:txXfrm>
    </dsp:sp>
    <dsp:sp modelId="{BC84CB3A-CD55-4F3B-895F-33400E6239A6}">
      <dsp:nvSpPr>
        <dsp:cNvPr id="0" name=""/>
        <dsp:cNvSpPr/>
      </dsp:nvSpPr>
      <dsp:spPr>
        <a:xfrm>
          <a:off x="2856512" y="3718421"/>
          <a:ext cx="2593857" cy="72"/>
        </a:xfrm>
        <a:prstGeom prst="rect">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sp>
    <dsp:sp modelId="{759CF38F-DAFF-4958-AAEF-CE19066FD1F2}">
      <dsp:nvSpPr>
        <dsp:cNvPr id="0" name=""/>
        <dsp:cNvSpPr/>
      </dsp:nvSpPr>
      <dsp:spPr>
        <a:xfrm>
          <a:off x="5709755" y="87092"/>
          <a:ext cx="2593857" cy="3631400"/>
        </a:xfrm>
        <a:prstGeom prst="rect">
          <a:avLst/>
        </a:prstGeom>
        <a:solidFill>
          <a:schemeClr val="accent3">
            <a:alpha val="90000"/>
            <a:tint val="40000"/>
            <a:hueOff val="0"/>
            <a:satOff val="0"/>
            <a:lumOff val="0"/>
            <a:alphaOff val="0"/>
          </a:schemeClr>
        </a:solidFill>
        <a:ln w="6350" cap="flat" cmpd="sng" algn="ctr">
          <a:solidFill>
            <a:schemeClr val="accent3">
              <a:alpha val="90000"/>
              <a:tint val="40000"/>
              <a:hueOff val="0"/>
              <a:satOff val="0"/>
              <a:lumOff val="0"/>
              <a:alphaOff val="0"/>
            </a:schemeClr>
          </a:solidFill>
          <a:prstDash val="solid"/>
          <a:miter lim="800000"/>
        </a:ln>
        <a:effectLst/>
        <a:sp3d z="-227350" prstMaterial="matte"/>
      </dsp:spPr>
      <dsp:style>
        <a:lnRef idx="1">
          <a:scrgbClr r="0" g="0" b="0"/>
        </a:lnRef>
        <a:fillRef idx="1">
          <a:scrgbClr r="0" g="0" b="0"/>
        </a:fillRef>
        <a:effectRef idx="0">
          <a:scrgbClr r="0" g="0" b="0"/>
        </a:effectRef>
        <a:fontRef idx="minor"/>
      </dsp:style>
      <dsp:txBody>
        <a:bodyPr spcFirstLastPara="0" vert="horz" wrap="square" lIns="202227" tIns="330200" rIns="202227" bIns="330200" numCol="1" spcCol="1270" anchor="t" anchorCtr="0">
          <a:noAutofit/>
        </a:bodyPr>
        <a:lstStyle/>
        <a:p>
          <a:pPr marL="0" lvl="0" indent="0" algn="l" defTabSz="889000">
            <a:lnSpc>
              <a:spcPct val="90000"/>
            </a:lnSpc>
            <a:spcBef>
              <a:spcPct val="0"/>
            </a:spcBef>
            <a:spcAft>
              <a:spcPct val="35000"/>
            </a:spcAft>
            <a:buNone/>
          </a:pPr>
          <a:r>
            <a:rPr lang="en-US" sz="2000" kern="1200" dirty="0"/>
            <a:t>Create a submission and upload your .</a:t>
          </a:r>
          <a:r>
            <a:rPr lang="en-US" sz="2000" kern="1200" dirty="0" err="1"/>
            <a:t>ipynb</a:t>
          </a:r>
          <a:r>
            <a:rPr lang="en-US" sz="2000" kern="1200" dirty="0"/>
            <a:t> file.</a:t>
          </a:r>
          <a:endParaRPr lang="en-NL" sz="2000" kern="1200" dirty="0"/>
        </a:p>
      </dsp:txBody>
      <dsp:txXfrm>
        <a:off x="5709755" y="1467024"/>
        <a:ext cx="2593857" cy="2178840"/>
      </dsp:txXfrm>
    </dsp:sp>
    <dsp:sp modelId="{8D2CEDC6-8473-4F74-98F0-8977DAA4FDED}">
      <dsp:nvSpPr>
        <dsp:cNvPr id="0" name=""/>
        <dsp:cNvSpPr/>
      </dsp:nvSpPr>
      <dsp:spPr>
        <a:xfrm>
          <a:off x="6461973" y="450232"/>
          <a:ext cx="1089420" cy="1089420"/>
        </a:xfrm>
        <a:prstGeom prst="ellipse">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txBody>
        <a:bodyPr spcFirstLastPara="0" vert="horz" wrap="square" lIns="84935" tIns="12700" rIns="84935" bIns="12700" numCol="1" spcCol="1270" anchor="ctr" anchorCtr="0">
          <a:noAutofit/>
          <a:sp3d extrusionH="28000" prstMaterial="matte"/>
        </a:bodyPr>
        <a:lstStyle/>
        <a:p>
          <a:pPr marL="0" lvl="0" indent="0" algn="ctr" defTabSz="2133600">
            <a:lnSpc>
              <a:spcPct val="90000"/>
            </a:lnSpc>
            <a:spcBef>
              <a:spcPct val="0"/>
            </a:spcBef>
            <a:spcAft>
              <a:spcPct val="35000"/>
            </a:spcAft>
            <a:buNone/>
          </a:pPr>
          <a:r>
            <a:rPr lang="en-NL" sz="4800" kern="1200"/>
            <a:t>3</a:t>
          </a:r>
        </a:p>
      </dsp:txBody>
      <dsp:txXfrm>
        <a:off x="6621515" y="609774"/>
        <a:ext cx="770336" cy="770336"/>
      </dsp:txXfrm>
    </dsp:sp>
    <dsp:sp modelId="{74B220C7-31BE-4931-8461-815DB2FDFE2C}">
      <dsp:nvSpPr>
        <dsp:cNvPr id="0" name=""/>
        <dsp:cNvSpPr/>
      </dsp:nvSpPr>
      <dsp:spPr>
        <a:xfrm>
          <a:off x="5709755" y="3718421"/>
          <a:ext cx="2593857" cy="72"/>
        </a:xfrm>
        <a:prstGeom prst="rect">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sp>
    <dsp:sp modelId="{FE23735B-B5E3-441B-8DF5-4A059FD59DEC}">
      <dsp:nvSpPr>
        <dsp:cNvPr id="0" name=""/>
        <dsp:cNvSpPr/>
      </dsp:nvSpPr>
      <dsp:spPr>
        <a:xfrm>
          <a:off x="8562998" y="87092"/>
          <a:ext cx="2593857" cy="3631400"/>
        </a:xfrm>
        <a:prstGeom prst="rect">
          <a:avLst/>
        </a:prstGeom>
        <a:solidFill>
          <a:schemeClr val="accent3">
            <a:alpha val="90000"/>
            <a:tint val="40000"/>
            <a:hueOff val="0"/>
            <a:satOff val="0"/>
            <a:lumOff val="0"/>
            <a:alphaOff val="0"/>
          </a:schemeClr>
        </a:solidFill>
        <a:ln w="6350" cap="flat" cmpd="sng" algn="ctr">
          <a:solidFill>
            <a:schemeClr val="accent3">
              <a:alpha val="90000"/>
              <a:tint val="40000"/>
              <a:hueOff val="0"/>
              <a:satOff val="0"/>
              <a:lumOff val="0"/>
              <a:alphaOff val="0"/>
            </a:schemeClr>
          </a:solidFill>
          <a:prstDash val="solid"/>
          <a:miter lim="800000"/>
        </a:ln>
        <a:effectLst/>
        <a:sp3d z="-227350" prstMaterial="matte"/>
      </dsp:spPr>
      <dsp:style>
        <a:lnRef idx="1">
          <a:scrgbClr r="0" g="0" b="0"/>
        </a:lnRef>
        <a:fillRef idx="1">
          <a:scrgbClr r="0" g="0" b="0"/>
        </a:fillRef>
        <a:effectRef idx="0">
          <a:scrgbClr r="0" g="0" b="0"/>
        </a:effectRef>
        <a:fontRef idx="minor"/>
      </dsp:style>
      <dsp:txBody>
        <a:bodyPr spcFirstLastPara="0" vert="horz" wrap="square" lIns="202227" tIns="330200" rIns="202227" bIns="330200" numCol="1" spcCol="1270" anchor="t" anchorCtr="0">
          <a:noAutofit/>
        </a:bodyPr>
        <a:lstStyle/>
        <a:p>
          <a:pPr marL="0" lvl="0" indent="0" algn="l" defTabSz="889000">
            <a:lnSpc>
              <a:spcPct val="90000"/>
            </a:lnSpc>
            <a:spcBef>
              <a:spcPct val="0"/>
            </a:spcBef>
            <a:spcAft>
              <a:spcPct val="35000"/>
            </a:spcAft>
            <a:buNone/>
          </a:pPr>
          <a:r>
            <a:rPr lang="en-US" sz="2000" kern="1200" dirty="0"/>
            <a:t>Check your status and score in CodeGrade.</a:t>
          </a:r>
          <a:endParaRPr lang="en-NL" sz="2000" kern="1200" dirty="0"/>
        </a:p>
      </dsp:txBody>
      <dsp:txXfrm>
        <a:off x="8562998" y="1467024"/>
        <a:ext cx="2593857" cy="2178840"/>
      </dsp:txXfrm>
    </dsp:sp>
    <dsp:sp modelId="{99493185-9A05-43B2-98AF-4024B421BCA9}">
      <dsp:nvSpPr>
        <dsp:cNvPr id="0" name=""/>
        <dsp:cNvSpPr/>
      </dsp:nvSpPr>
      <dsp:spPr>
        <a:xfrm>
          <a:off x="9315216" y="450232"/>
          <a:ext cx="1089420" cy="1089420"/>
        </a:xfrm>
        <a:prstGeom prst="ellipse">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txBody>
        <a:bodyPr spcFirstLastPara="0" vert="horz" wrap="square" lIns="84935" tIns="12700" rIns="84935" bIns="12700" numCol="1" spcCol="1270" anchor="ctr" anchorCtr="0">
          <a:noAutofit/>
          <a:sp3d extrusionH="28000" prstMaterial="matte"/>
        </a:bodyPr>
        <a:lstStyle/>
        <a:p>
          <a:pPr marL="0" lvl="0" indent="0" algn="ctr" defTabSz="2133600">
            <a:lnSpc>
              <a:spcPct val="90000"/>
            </a:lnSpc>
            <a:spcBef>
              <a:spcPct val="0"/>
            </a:spcBef>
            <a:spcAft>
              <a:spcPct val="35000"/>
            </a:spcAft>
            <a:buNone/>
          </a:pPr>
          <a:r>
            <a:rPr lang="en-NL" sz="4800" kern="1200"/>
            <a:t>4</a:t>
          </a:r>
        </a:p>
      </dsp:txBody>
      <dsp:txXfrm>
        <a:off x="9474758" y="609774"/>
        <a:ext cx="770336" cy="770336"/>
      </dsp:txXfrm>
    </dsp:sp>
    <dsp:sp modelId="{718BC16B-A84E-4B64-8634-985503DCBB1E}">
      <dsp:nvSpPr>
        <dsp:cNvPr id="0" name=""/>
        <dsp:cNvSpPr/>
      </dsp:nvSpPr>
      <dsp:spPr>
        <a:xfrm>
          <a:off x="8562998" y="3718421"/>
          <a:ext cx="2593857" cy="72"/>
        </a:xfrm>
        <a:prstGeom prst="rect">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p3d extrusionH="152250" prstMaterial="matte">
          <a:bevelT w="165100" prst="coolSlant"/>
        </a:sp3d>
      </dsp:spPr>
      <dsp:style>
        <a:lnRef idx="1">
          <a:scrgbClr r="0" g="0" b="0"/>
        </a:lnRef>
        <a:fillRef idx="1">
          <a:scrgbClr r="0" g="0" b="0"/>
        </a:fillRef>
        <a:effectRef idx="2">
          <a:scrgbClr r="0" g="0" b="0"/>
        </a:effectRef>
        <a:fontRef idx="minor">
          <a:schemeClr val="lt1"/>
        </a:fontRef>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23F293-30D2-4453-9576-0887465713E4}">
      <dsp:nvSpPr>
        <dsp:cNvPr id="0" name=""/>
        <dsp:cNvSpPr/>
      </dsp:nvSpPr>
      <dsp:spPr>
        <a:xfrm>
          <a:off x="0" y="1331955"/>
          <a:ext cx="11160125" cy="1141675"/>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48A8C7-B07A-4637-8633-388AA7DAD37F}">
      <dsp:nvSpPr>
        <dsp:cNvPr id="0" name=""/>
        <dsp:cNvSpPr/>
      </dsp:nvSpPr>
      <dsp:spPr>
        <a:xfrm>
          <a:off x="345356" y="1588832"/>
          <a:ext cx="627921" cy="62792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FACB6E-4F4F-4013-B155-ED5177199181}">
      <dsp:nvSpPr>
        <dsp:cNvPr id="0" name=""/>
        <dsp:cNvSpPr/>
      </dsp:nvSpPr>
      <dsp:spPr>
        <a:xfrm>
          <a:off x="1318635" y="1331955"/>
          <a:ext cx="9841489" cy="1141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827" tIns="120827" rIns="120827" bIns="120827" numCol="1" spcCol="1270" anchor="ctr" anchorCtr="0">
          <a:noAutofit/>
        </a:bodyPr>
        <a:lstStyle/>
        <a:p>
          <a:pPr marL="0" lvl="0" indent="0" algn="l" defTabSz="1111250">
            <a:lnSpc>
              <a:spcPct val="90000"/>
            </a:lnSpc>
            <a:spcBef>
              <a:spcPct val="0"/>
            </a:spcBef>
            <a:spcAft>
              <a:spcPct val="35000"/>
            </a:spcAft>
            <a:buNone/>
          </a:pPr>
          <a:r>
            <a:rPr lang="en-US" sz="2500" kern="1200"/>
            <a:t>You may resubmit as many times as you like before the deadline—use this as free feedback!</a:t>
          </a:r>
        </a:p>
      </dsp:txBody>
      <dsp:txXfrm>
        <a:off x="1318635" y="1331955"/>
        <a:ext cx="9841489" cy="114167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1E365C-6ADA-42AA-ADE5-D477C1206753}">
      <dsp:nvSpPr>
        <dsp:cNvPr id="0" name=""/>
        <dsp:cNvSpPr/>
      </dsp:nvSpPr>
      <dsp:spPr>
        <a:xfrm>
          <a:off x="0" y="54282"/>
          <a:ext cx="11160125" cy="8745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NL" sz="2300" kern="1200"/>
            <a:t>My oldest daughter is about to start driving lessons.</a:t>
          </a:r>
          <a:endParaRPr lang="en-US" sz="2300" kern="1200"/>
        </a:p>
      </dsp:txBody>
      <dsp:txXfrm>
        <a:off x="42693" y="96975"/>
        <a:ext cx="11074739" cy="789189"/>
      </dsp:txXfrm>
    </dsp:sp>
    <dsp:sp modelId="{A71965D9-EDC1-4A3E-93B9-AA790E37A0B2}">
      <dsp:nvSpPr>
        <dsp:cNvPr id="0" name=""/>
        <dsp:cNvSpPr/>
      </dsp:nvSpPr>
      <dsp:spPr>
        <a:xfrm>
          <a:off x="0" y="995097"/>
          <a:ext cx="11160125" cy="8745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NL" sz="2300" kern="1200"/>
            <a:t>She asked whether she could drive our family car once she has her licence.</a:t>
          </a:r>
          <a:endParaRPr lang="en-US" sz="2300" kern="1200"/>
        </a:p>
      </dsp:txBody>
      <dsp:txXfrm>
        <a:off x="42693" y="1037790"/>
        <a:ext cx="11074739" cy="789189"/>
      </dsp:txXfrm>
    </dsp:sp>
    <dsp:sp modelId="{A526B82A-498F-49B9-A43F-C61428792C9E}">
      <dsp:nvSpPr>
        <dsp:cNvPr id="0" name=""/>
        <dsp:cNvSpPr/>
      </dsp:nvSpPr>
      <dsp:spPr>
        <a:xfrm>
          <a:off x="0" y="1935913"/>
          <a:ext cx="11160125" cy="8745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NL" sz="2300" kern="1200"/>
            <a:t>My answer:</a:t>
          </a:r>
          <a:br>
            <a:rPr lang="en-NL" sz="2300" kern="1200"/>
          </a:br>
          <a:r>
            <a:rPr lang="en-NL" sz="2300" b="1" kern="1200"/>
            <a:t>“Yes—but for the first year, without relying on automated driving.”</a:t>
          </a:r>
          <a:endParaRPr lang="en-US" sz="2300" kern="1200"/>
        </a:p>
      </dsp:txBody>
      <dsp:txXfrm>
        <a:off x="42693" y="1978606"/>
        <a:ext cx="11074739" cy="789189"/>
      </dsp:txXfrm>
    </dsp:sp>
    <dsp:sp modelId="{D15698DA-1691-4069-86B1-CC2DEE321585}">
      <dsp:nvSpPr>
        <dsp:cNvPr id="0" name=""/>
        <dsp:cNvSpPr/>
      </dsp:nvSpPr>
      <dsp:spPr>
        <a:xfrm>
          <a:off x="0" y="2876728"/>
          <a:ext cx="11160125" cy="8745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NL" sz="2300" kern="1200"/>
            <a:t>I want her to develop the judgment she will need when the assistance is unavailable.</a:t>
          </a:r>
          <a:endParaRPr lang="en-US" sz="2300" kern="1200"/>
        </a:p>
      </dsp:txBody>
      <dsp:txXfrm>
        <a:off x="42693" y="2919421"/>
        <a:ext cx="11074739" cy="789189"/>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A289C7-0805-4DD3-9D40-87BA7AD41468}">
      <dsp:nvSpPr>
        <dsp:cNvPr id="0" name=""/>
        <dsp:cNvSpPr/>
      </dsp:nvSpPr>
      <dsp:spPr>
        <a:xfrm>
          <a:off x="0" y="1858"/>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71A8D0-FD43-4DCF-B102-0BAACC4A757D}">
      <dsp:nvSpPr>
        <dsp:cNvPr id="0" name=""/>
        <dsp:cNvSpPr/>
      </dsp:nvSpPr>
      <dsp:spPr>
        <a:xfrm>
          <a:off x="0" y="1858"/>
          <a:ext cx="11160125" cy="633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NL" sz="3000" b="1" kern="1200"/>
            <a:t>1 June 2009 · Rio de Janeiro → Paris</a:t>
          </a:r>
          <a:endParaRPr lang="en-US" sz="3000" kern="1200"/>
        </a:p>
      </dsp:txBody>
      <dsp:txXfrm>
        <a:off x="0" y="1858"/>
        <a:ext cx="11160125" cy="633644"/>
      </dsp:txXfrm>
    </dsp:sp>
    <dsp:sp modelId="{5459F630-55F6-4882-AF5D-A5B9DEC0C55B}">
      <dsp:nvSpPr>
        <dsp:cNvPr id="0" name=""/>
        <dsp:cNvSpPr/>
      </dsp:nvSpPr>
      <dsp:spPr>
        <a:xfrm>
          <a:off x="0" y="635503"/>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572837-B89D-4FC6-BF58-A8176D3DC017}">
      <dsp:nvSpPr>
        <dsp:cNvPr id="0" name=""/>
        <dsp:cNvSpPr/>
      </dsp:nvSpPr>
      <dsp:spPr>
        <a:xfrm>
          <a:off x="0" y="635503"/>
          <a:ext cx="11160125" cy="633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NL" sz="3000" kern="1200"/>
            <a:t>Airspeed readings became unreliable.</a:t>
          </a:r>
          <a:endParaRPr lang="en-US" sz="3000" kern="1200"/>
        </a:p>
      </dsp:txBody>
      <dsp:txXfrm>
        <a:off x="0" y="635503"/>
        <a:ext cx="11160125" cy="633644"/>
      </dsp:txXfrm>
    </dsp:sp>
    <dsp:sp modelId="{AB46A28A-6F66-493F-81CA-904ADEFAE6DA}">
      <dsp:nvSpPr>
        <dsp:cNvPr id="0" name=""/>
        <dsp:cNvSpPr/>
      </dsp:nvSpPr>
      <dsp:spPr>
        <a:xfrm>
          <a:off x="0" y="1269148"/>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8337A2-0F45-40E6-A529-5BD104131531}">
      <dsp:nvSpPr>
        <dsp:cNvPr id="0" name=""/>
        <dsp:cNvSpPr/>
      </dsp:nvSpPr>
      <dsp:spPr>
        <a:xfrm>
          <a:off x="0" y="1269148"/>
          <a:ext cx="11160125" cy="633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NL" sz="3000" kern="1200"/>
            <a:t>The autopilot disconnected.</a:t>
          </a:r>
          <a:endParaRPr lang="en-US" sz="3000" kern="1200"/>
        </a:p>
      </dsp:txBody>
      <dsp:txXfrm>
        <a:off x="0" y="1269148"/>
        <a:ext cx="11160125" cy="633644"/>
      </dsp:txXfrm>
    </dsp:sp>
    <dsp:sp modelId="{827426A5-72B6-437B-91E8-E8883A87DA53}">
      <dsp:nvSpPr>
        <dsp:cNvPr id="0" name=""/>
        <dsp:cNvSpPr/>
      </dsp:nvSpPr>
      <dsp:spPr>
        <a:xfrm>
          <a:off x="0" y="1902792"/>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352451-8B99-470F-9DEE-390D82774D18}">
      <dsp:nvSpPr>
        <dsp:cNvPr id="0" name=""/>
        <dsp:cNvSpPr/>
      </dsp:nvSpPr>
      <dsp:spPr>
        <a:xfrm>
          <a:off x="0" y="1902792"/>
          <a:ext cx="11160125" cy="633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NL" sz="3000" kern="1200"/>
            <a:t>A stall developed.</a:t>
          </a:r>
          <a:endParaRPr lang="en-US" sz="3000" kern="1200"/>
        </a:p>
      </dsp:txBody>
      <dsp:txXfrm>
        <a:off x="0" y="1902792"/>
        <a:ext cx="11160125" cy="633644"/>
      </dsp:txXfrm>
    </dsp:sp>
    <dsp:sp modelId="{F35AE6CD-DA3D-4CE6-9AAF-C7069562A007}">
      <dsp:nvSpPr>
        <dsp:cNvPr id="0" name=""/>
        <dsp:cNvSpPr/>
      </dsp:nvSpPr>
      <dsp:spPr>
        <a:xfrm>
          <a:off x="0" y="2536437"/>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16649A-E8E1-4689-BFF4-5ACBCA0B0642}">
      <dsp:nvSpPr>
        <dsp:cNvPr id="0" name=""/>
        <dsp:cNvSpPr/>
      </dsp:nvSpPr>
      <dsp:spPr>
        <a:xfrm>
          <a:off x="0" y="2536437"/>
          <a:ext cx="11160125" cy="633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NL" sz="3000" kern="1200"/>
            <a:t>The crew did not recognize the stall and recover the aircraft.</a:t>
          </a:r>
          <a:endParaRPr lang="en-US" sz="3000" kern="1200"/>
        </a:p>
      </dsp:txBody>
      <dsp:txXfrm>
        <a:off x="0" y="2536437"/>
        <a:ext cx="11160125" cy="633644"/>
      </dsp:txXfrm>
    </dsp:sp>
    <dsp:sp modelId="{E927C50E-9C9B-49BB-9DF6-58DBA376CDE9}">
      <dsp:nvSpPr>
        <dsp:cNvPr id="0" name=""/>
        <dsp:cNvSpPr/>
      </dsp:nvSpPr>
      <dsp:spPr>
        <a:xfrm>
          <a:off x="0" y="3170082"/>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CBD77C-3299-4843-A6BE-56A4DA1DEC39}">
      <dsp:nvSpPr>
        <dsp:cNvPr id="0" name=""/>
        <dsp:cNvSpPr/>
      </dsp:nvSpPr>
      <dsp:spPr>
        <a:xfrm>
          <a:off x="0" y="3170082"/>
          <a:ext cx="11160125" cy="633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NL" sz="3000" b="1" kern="1200"/>
            <a:t>All 228 people on board died.</a:t>
          </a:r>
          <a:endParaRPr lang="en-US" sz="3000" kern="1200"/>
        </a:p>
      </dsp:txBody>
      <dsp:txXfrm>
        <a:off x="0" y="3170082"/>
        <a:ext cx="11160125" cy="63364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8BDFEB-8D61-4B23-844B-FC5114D8026D}">
      <dsp:nvSpPr>
        <dsp:cNvPr id="0" name=""/>
        <dsp:cNvSpPr/>
      </dsp:nvSpPr>
      <dsp:spPr>
        <a:xfrm>
          <a:off x="0" y="464"/>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33F083-A6DF-43A0-A0DC-F9C3CA166317}">
      <dsp:nvSpPr>
        <dsp:cNvPr id="0" name=""/>
        <dsp:cNvSpPr/>
      </dsp:nvSpPr>
      <dsp:spPr>
        <a:xfrm>
          <a:off x="0" y="464"/>
          <a:ext cx="11160125" cy="7609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NL" sz="2200" kern="1200"/>
            <a:t>The investigation identified several contributing factors:</a:t>
          </a:r>
          <a:endParaRPr lang="en-US" sz="2200" kern="1200"/>
        </a:p>
      </dsp:txBody>
      <dsp:txXfrm>
        <a:off x="0" y="464"/>
        <a:ext cx="11160125" cy="760931"/>
      </dsp:txXfrm>
    </dsp:sp>
    <dsp:sp modelId="{6D869A69-3386-477F-8A0B-E686D6CC9653}">
      <dsp:nvSpPr>
        <dsp:cNvPr id="0" name=""/>
        <dsp:cNvSpPr/>
      </dsp:nvSpPr>
      <dsp:spPr>
        <a:xfrm>
          <a:off x="0" y="761395"/>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840E01-98F6-475B-AB6B-7A413769B0E1}">
      <dsp:nvSpPr>
        <dsp:cNvPr id="0" name=""/>
        <dsp:cNvSpPr/>
      </dsp:nvSpPr>
      <dsp:spPr>
        <a:xfrm>
          <a:off x="0" y="761395"/>
          <a:ext cx="11160125" cy="7609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NL" sz="2200" kern="1200"/>
            <a:t>Insufficient preparation for manual flying at high altitude.</a:t>
          </a:r>
          <a:endParaRPr lang="en-US" sz="2200" kern="1200"/>
        </a:p>
      </dsp:txBody>
      <dsp:txXfrm>
        <a:off x="0" y="761395"/>
        <a:ext cx="11160125" cy="760931"/>
      </dsp:txXfrm>
    </dsp:sp>
    <dsp:sp modelId="{27664020-13F1-4739-BE0C-5B529912328E}">
      <dsp:nvSpPr>
        <dsp:cNvPr id="0" name=""/>
        <dsp:cNvSpPr/>
      </dsp:nvSpPr>
      <dsp:spPr>
        <a:xfrm>
          <a:off x="0" y="1522327"/>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3C49DF-E1E7-4ABA-9132-02629CBAB97E}">
      <dsp:nvSpPr>
        <dsp:cNvPr id="0" name=""/>
        <dsp:cNvSpPr/>
      </dsp:nvSpPr>
      <dsp:spPr>
        <a:xfrm>
          <a:off x="0" y="1522327"/>
          <a:ext cx="11160125" cy="7609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NL" sz="2200" kern="1200"/>
            <a:t>Difficulty interpreting cockpit information and recognizing the stall.</a:t>
          </a:r>
          <a:endParaRPr lang="en-US" sz="2200" kern="1200"/>
        </a:p>
      </dsp:txBody>
      <dsp:txXfrm>
        <a:off x="0" y="1522327"/>
        <a:ext cx="11160125" cy="760931"/>
      </dsp:txXfrm>
    </dsp:sp>
    <dsp:sp modelId="{592BBE76-D7E8-4048-BA11-88708A3A1D35}">
      <dsp:nvSpPr>
        <dsp:cNvPr id="0" name=""/>
        <dsp:cNvSpPr/>
      </dsp:nvSpPr>
      <dsp:spPr>
        <a:xfrm>
          <a:off x="0" y="2283258"/>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901606-CA8E-474B-9893-629639F790B4}">
      <dsp:nvSpPr>
        <dsp:cNvPr id="0" name=""/>
        <dsp:cNvSpPr/>
      </dsp:nvSpPr>
      <dsp:spPr>
        <a:xfrm>
          <a:off x="0" y="2283258"/>
          <a:ext cx="11160125" cy="7609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NL" sz="2200" kern="1200"/>
            <a:t>Surprise, workload, and breakdowns in crew coordination.</a:t>
          </a:r>
          <a:endParaRPr lang="en-US" sz="2200" kern="1200"/>
        </a:p>
      </dsp:txBody>
      <dsp:txXfrm>
        <a:off x="0" y="2283258"/>
        <a:ext cx="11160125" cy="760931"/>
      </dsp:txXfrm>
    </dsp:sp>
    <dsp:sp modelId="{79680BDD-91BF-4151-8BCA-CC7E47B244A4}">
      <dsp:nvSpPr>
        <dsp:cNvPr id="0" name=""/>
        <dsp:cNvSpPr/>
      </dsp:nvSpPr>
      <dsp:spPr>
        <a:xfrm>
          <a:off x="0" y="3044190"/>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8F74D2-489E-41BC-A6D4-CD7178FED15D}">
      <dsp:nvSpPr>
        <dsp:cNvPr id="0" name=""/>
        <dsp:cNvSpPr/>
      </dsp:nvSpPr>
      <dsp:spPr>
        <a:xfrm>
          <a:off x="0" y="3044190"/>
          <a:ext cx="11160125" cy="7609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NL" sz="2200" b="1" kern="1200"/>
            <a:t>Being responsible for a system is not enough.</a:t>
          </a:r>
          <a:br>
            <a:rPr lang="en-NL" sz="2200" b="1" kern="1200"/>
          </a:br>
          <a:r>
            <a:rPr lang="en-NL" sz="2200" b="1" kern="1200"/>
            <a:t>You must be prepared to understand and intervene.</a:t>
          </a:r>
          <a:endParaRPr lang="en-US" sz="2200" kern="1200"/>
        </a:p>
      </dsp:txBody>
      <dsp:txXfrm>
        <a:off x="0" y="3044190"/>
        <a:ext cx="11160125" cy="760931"/>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F7110B-ED97-463D-BD56-C7C4A16BD2B1}">
      <dsp:nvSpPr>
        <dsp:cNvPr id="0" name=""/>
        <dsp:cNvSpPr/>
      </dsp:nvSpPr>
      <dsp:spPr>
        <a:xfrm>
          <a:off x="0" y="0"/>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0EF416-0EDA-4DBE-95DE-B422B69A6443}">
      <dsp:nvSpPr>
        <dsp:cNvPr id="0" name=""/>
        <dsp:cNvSpPr/>
      </dsp:nvSpPr>
      <dsp:spPr>
        <a:xfrm>
          <a:off x="0" y="0"/>
          <a:ext cx="11160125" cy="951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NL" sz="2000" b="1" kern="1200"/>
            <a:t>2012 — Recommendations</a:t>
          </a:r>
          <a:br>
            <a:rPr lang="en-NL" sz="2000" kern="1200"/>
          </a:br>
          <a:r>
            <a:rPr lang="en-NL" sz="2000" kern="1200"/>
            <a:t>More realistic simulator exercises, better preparation for surprise, and stronger practical training. </a:t>
          </a:r>
          <a:r>
            <a:rPr lang="en-NL" sz="2000" kern="1200">
              <a:hlinkClick xmlns:r="http://schemas.openxmlformats.org/officeDocument/2006/relationships" r:id="rId1"/>
            </a:rPr>
            <a:t>BEA recommendations, pages 2–4</a:t>
          </a:r>
          <a:endParaRPr lang="en-US" sz="2000" kern="1200"/>
        </a:p>
      </dsp:txBody>
      <dsp:txXfrm>
        <a:off x="0" y="0"/>
        <a:ext cx="11160125" cy="951396"/>
      </dsp:txXfrm>
    </dsp:sp>
    <dsp:sp modelId="{4B5FBA70-B69B-4515-ACB1-7DC056E261DF}">
      <dsp:nvSpPr>
        <dsp:cNvPr id="0" name=""/>
        <dsp:cNvSpPr/>
      </dsp:nvSpPr>
      <dsp:spPr>
        <a:xfrm>
          <a:off x="0" y="951396"/>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3AD1AE-2253-4DDF-9BC8-8F2231805A17}">
      <dsp:nvSpPr>
        <dsp:cNvPr id="0" name=""/>
        <dsp:cNvSpPr/>
      </dsp:nvSpPr>
      <dsp:spPr>
        <a:xfrm>
          <a:off x="0" y="951396"/>
          <a:ext cx="11160125" cy="951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NL" sz="2000" b="1" kern="1200"/>
            <a:t>2018 — Simulator standards</a:t>
          </a:r>
          <a:br>
            <a:rPr lang="en-NL" sz="2000" kern="1200"/>
          </a:br>
          <a:r>
            <a:rPr lang="en-NL" sz="2000" kern="1200"/>
            <a:t>EASA strengthened simulator specifications to support more realistic stall and upset training. </a:t>
          </a:r>
          <a:r>
            <a:rPr lang="en-NL" sz="2000" kern="1200">
              <a:hlinkClick xmlns:r="http://schemas.openxmlformats.org/officeDocument/2006/relationships" r:id="rId2"/>
            </a:rPr>
            <a:t>EASA follow-up, pages 38–39</a:t>
          </a:r>
          <a:endParaRPr lang="en-US" sz="2000" kern="1200"/>
        </a:p>
      </dsp:txBody>
      <dsp:txXfrm>
        <a:off x="0" y="951396"/>
        <a:ext cx="11160125" cy="951396"/>
      </dsp:txXfrm>
    </dsp:sp>
    <dsp:sp modelId="{C0D6A767-10E5-482B-8533-56F79D876C44}">
      <dsp:nvSpPr>
        <dsp:cNvPr id="0" name=""/>
        <dsp:cNvSpPr/>
      </dsp:nvSpPr>
      <dsp:spPr>
        <a:xfrm>
          <a:off x="0" y="1902793"/>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7E7705-3FDA-4224-A8A4-84737E5D65C6}">
      <dsp:nvSpPr>
        <dsp:cNvPr id="0" name=""/>
        <dsp:cNvSpPr/>
      </dsp:nvSpPr>
      <dsp:spPr>
        <a:xfrm>
          <a:off x="0" y="1902792"/>
          <a:ext cx="11160125" cy="951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NL" sz="2000" b="1" kern="1200"/>
            <a:t>2019 — Mandatory training expanded</a:t>
          </a:r>
          <a:br>
            <a:rPr lang="en-NL" sz="2000" kern="1200"/>
          </a:br>
          <a:r>
            <a:rPr lang="en-NL" sz="2000" kern="1200"/>
            <a:t>Upset prevention and recovery training became mandatory in specified professional pilot and aircraft-rating courses. </a:t>
          </a:r>
          <a:r>
            <a:rPr lang="en-NL" sz="2000" kern="1200">
              <a:hlinkClick xmlns:r="http://schemas.openxmlformats.org/officeDocument/2006/relationships" r:id="rId3"/>
            </a:rPr>
            <a:t>EU Regulation 2018/1974</a:t>
          </a:r>
          <a:endParaRPr lang="en-US" sz="2000" kern="1200"/>
        </a:p>
      </dsp:txBody>
      <dsp:txXfrm>
        <a:off x="0" y="1902792"/>
        <a:ext cx="11160125" cy="951396"/>
      </dsp:txXfrm>
    </dsp:sp>
    <dsp:sp modelId="{D07653E6-B64E-44CE-8C92-EAC3B7E1D5C5}">
      <dsp:nvSpPr>
        <dsp:cNvPr id="0" name=""/>
        <dsp:cNvSpPr/>
      </dsp:nvSpPr>
      <dsp:spPr>
        <a:xfrm>
          <a:off x="0" y="2854189"/>
          <a:ext cx="111601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DC1141-59EE-492D-AA56-2FD60DD93121}">
      <dsp:nvSpPr>
        <dsp:cNvPr id="0" name=""/>
        <dsp:cNvSpPr/>
      </dsp:nvSpPr>
      <dsp:spPr>
        <a:xfrm>
          <a:off x="0" y="2854189"/>
          <a:ext cx="11160125" cy="951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NL" sz="2000" b="1" kern="1200"/>
            <a:t>Competence must be maintained through practice.</a:t>
          </a:r>
          <a:endParaRPr lang="en-US" sz="2000" kern="1200"/>
        </a:p>
      </dsp:txBody>
      <dsp:txXfrm>
        <a:off x="0" y="2854189"/>
        <a:ext cx="11160125" cy="95139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BBAF6D-5497-4FEF-A98D-048637FC729A}">
      <dsp:nvSpPr>
        <dsp:cNvPr id="0" name=""/>
        <dsp:cNvSpPr/>
      </dsp:nvSpPr>
      <dsp:spPr>
        <a:xfrm>
          <a:off x="945062" y="1002776"/>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4ED74F-40D1-4288-B091-D3DE6EE855A4}">
      <dsp:nvSpPr>
        <dsp:cNvPr id="0" name=""/>
        <dsp:cNvSpPr/>
      </dsp:nvSpPr>
      <dsp:spPr>
        <a:xfrm>
          <a:off x="450062" y="208280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NL" sz="1300" kern="1200"/>
            <a:t>AI can write code. You still need to:</a:t>
          </a:r>
          <a:endParaRPr lang="en-US" sz="1300" kern="1200"/>
        </a:p>
      </dsp:txBody>
      <dsp:txXfrm>
        <a:off x="450062" y="2082809"/>
        <a:ext cx="1800000" cy="720000"/>
      </dsp:txXfrm>
    </dsp:sp>
    <dsp:sp modelId="{392D8237-B6F0-486E-BE0B-9A69DF6CBDD8}">
      <dsp:nvSpPr>
        <dsp:cNvPr id="0" name=""/>
        <dsp:cNvSpPr/>
      </dsp:nvSpPr>
      <dsp:spPr>
        <a:xfrm>
          <a:off x="3060062" y="1002776"/>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DE1697-59B0-45D2-9319-9331632114E9}">
      <dsp:nvSpPr>
        <dsp:cNvPr id="0" name=""/>
        <dsp:cNvSpPr/>
      </dsp:nvSpPr>
      <dsp:spPr>
        <a:xfrm>
          <a:off x="2565062" y="208280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NL" sz="1300" kern="1200"/>
            <a:t>Understand what the code should do.</a:t>
          </a:r>
          <a:endParaRPr lang="en-US" sz="1300" kern="1200"/>
        </a:p>
      </dsp:txBody>
      <dsp:txXfrm>
        <a:off x="2565062" y="2082809"/>
        <a:ext cx="1800000" cy="720000"/>
      </dsp:txXfrm>
    </dsp:sp>
    <dsp:sp modelId="{09E41188-21E8-41EB-83D5-448FF0BEA909}">
      <dsp:nvSpPr>
        <dsp:cNvPr id="0" name=""/>
        <dsp:cNvSpPr/>
      </dsp:nvSpPr>
      <dsp:spPr>
        <a:xfrm>
          <a:off x="5175062" y="1002776"/>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E64440-BAAE-471E-8ED9-35772BF1E7BC}">
      <dsp:nvSpPr>
        <dsp:cNvPr id="0" name=""/>
        <dsp:cNvSpPr/>
      </dsp:nvSpPr>
      <dsp:spPr>
        <a:xfrm>
          <a:off x="4680062" y="208280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NL" sz="1300" kern="1200"/>
            <a:t>Test whether the result makes sense.</a:t>
          </a:r>
          <a:endParaRPr lang="en-US" sz="1300" kern="1200"/>
        </a:p>
      </dsp:txBody>
      <dsp:txXfrm>
        <a:off x="4680062" y="2082809"/>
        <a:ext cx="1800000" cy="720000"/>
      </dsp:txXfrm>
    </dsp:sp>
    <dsp:sp modelId="{2A54D057-8679-42EF-A80E-B49DDD9C21A1}">
      <dsp:nvSpPr>
        <dsp:cNvPr id="0" name=""/>
        <dsp:cNvSpPr/>
      </dsp:nvSpPr>
      <dsp:spPr>
        <a:xfrm>
          <a:off x="7290062" y="1002776"/>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269512-F3B8-4BCB-8898-356ECFCDBFA2}">
      <dsp:nvSpPr>
        <dsp:cNvPr id="0" name=""/>
        <dsp:cNvSpPr/>
      </dsp:nvSpPr>
      <dsp:spPr>
        <a:xfrm>
          <a:off x="6795062" y="208280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NL" sz="1300" kern="1200"/>
            <a:t>Investigate and correct mistakes.</a:t>
          </a:r>
          <a:endParaRPr lang="en-US" sz="1300" kern="1200"/>
        </a:p>
      </dsp:txBody>
      <dsp:txXfrm>
        <a:off x="6795062" y="2082809"/>
        <a:ext cx="1800000" cy="720000"/>
      </dsp:txXfrm>
    </dsp:sp>
    <dsp:sp modelId="{4FCF3485-165D-402D-923B-2AEC73700402}">
      <dsp:nvSpPr>
        <dsp:cNvPr id="0" name=""/>
        <dsp:cNvSpPr/>
      </dsp:nvSpPr>
      <dsp:spPr>
        <a:xfrm>
          <a:off x="9405062" y="1002776"/>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9E8474D-545E-428C-A770-02DC9D9DA237}">
      <dsp:nvSpPr>
        <dsp:cNvPr id="0" name=""/>
        <dsp:cNvSpPr/>
      </dsp:nvSpPr>
      <dsp:spPr>
        <a:xfrm>
          <a:off x="8910062" y="208280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NL" sz="1300" b="1" kern="1200"/>
            <a:t>To remain in control, you need the competence to take control.</a:t>
          </a:r>
          <a:endParaRPr lang="en-US" sz="1300" kern="1200"/>
        </a:p>
      </dsp:txBody>
      <dsp:txXfrm>
        <a:off x="8910062" y="2082809"/>
        <a:ext cx="1800000" cy="72000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6BC118-995A-48F2-83F1-FEC60D24D52B}">
      <dsp:nvSpPr>
        <dsp:cNvPr id="0" name=""/>
        <dsp:cNvSpPr/>
      </dsp:nvSpPr>
      <dsp:spPr>
        <a:xfrm>
          <a:off x="0" y="2973"/>
          <a:ext cx="11160125" cy="63327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3CE0A4-4390-480C-AAE2-EDB15E3B93A6}">
      <dsp:nvSpPr>
        <dsp:cNvPr id="0" name=""/>
        <dsp:cNvSpPr/>
      </dsp:nvSpPr>
      <dsp:spPr>
        <a:xfrm>
          <a:off x="191565" y="145459"/>
          <a:ext cx="348300" cy="3483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D83B34-2E5F-47BC-B0AD-CB89184E3C9B}">
      <dsp:nvSpPr>
        <dsp:cNvPr id="0" name=""/>
        <dsp:cNvSpPr/>
      </dsp:nvSpPr>
      <dsp:spPr>
        <a:xfrm>
          <a:off x="731430" y="2973"/>
          <a:ext cx="10428694" cy="6332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21" tIns="67021" rIns="67021" bIns="67021" numCol="1" spcCol="1270" anchor="ctr" anchorCtr="0">
          <a:noAutofit/>
        </a:bodyPr>
        <a:lstStyle/>
        <a:p>
          <a:pPr marL="0" lvl="0" indent="0" algn="l" defTabSz="844550">
            <a:lnSpc>
              <a:spcPct val="90000"/>
            </a:lnSpc>
            <a:spcBef>
              <a:spcPct val="0"/>
            </a:spcBef>
            <a:spcAft>
              <a:spcPct val="35000"/>
            </a:spcAft>
            <a:buNone/>
          </a:pPr>
          <a:r>
            <a:rPr lang="en-US" sz="1900" kern="1200"/>
            <a:t>Why we use Python</a:t>
          </a:r>
        </a:p>
      </dsp:txBody>
      <dsp:txXfrm>
        <a:off x="731430" y="2973"/>
        <a:ext cx="10428694" cy="633273"/>
      </dsp:txXfrm>
    </dsp:sp>
    <dsp:sp modelId="{AA4AEA29-CF91-4350-92B7-7AFCF794D8EF}">
      <dsp:nvSpPr>
        <dsp:cNvPr id="0" name=""/>
        <dsp:cNvSpPr/>
      </dsp:nvSpPr>
      <dsp:spPr>
        <a:xfrm>
          <a:off x="0" y="794564"/>
          <a:ext cx="11160125" cy="63327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EDA897-2D0A-472F-945C-84458FC5117D}">
      <dsp:nvSpPr>
        <dsp:cNvPr id="0" name=""/>
        <dsp:cNvSpPr/>
      </dsp:nvSpPr>
      <dsp:spPr>
        <a:xfrm>
          <a:off x="191565" y="937051"/>
          <a:ext cx="348300" cy="3483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4AFAA4-FA67-4E0A-82B1-A6CD94600C69}">
      <dsp:nvSpPr>
        <dsp:cNvPr id="0" name=""/>
        <dsp:cNvSpPr/>
      </dsp:nvSpPr>
      <dsp:spPr>
        <a:xfrm>
          <a:off x="731430" y="794564"/>
          <a:ext cx="10428694" cy="6332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21" tIns="67021" rIns="67021" bIns="67021" numCol="1" spcCol="1270" anchor="ctr" anchorCtr="0">
          <a:noAutofit/>
        </a:bodyPr>
        <a:lstStyle/>
        <a:p>
          <a:pPr marL="0" lvl="0" indent="0" algn="l" defTabSz="844550">
            <a:lnSpc>
              <a:spcPct val="90000"/>
            </a:lnSpc>
            <a:spcBef>
              <a:spcPct val="0"/>
            </a:spcBef>
            <a:spcAft>
              <a:spcPct val="35000"/>
            </a:spcAft>
            <a:buNone/>
          </a:pPr>
          <a:r>
            <a:rPr lang="en-US" sz="1900" kern="1200"/>
            <a:t>The concept of a Jupyter notebook</a:t>
          </a:r>
        </a:p>
      </dsp:txBody>
      <dsp:txXfrm>
        <a:off x="731430" y="794564"/>
        <a:ext cx="10428694" cy="633273"/>
      </dsp:txXfrm>
    </dsp:sp>
    <dsp:sp modelId="{DABEDEE5-F556-401C-B6FD-3D2EBF615F1F}">
      <dsp:nvSpPr>
        <dsp:cNvPr id="0" name=""/>
        <dsp:cNvSpPr/>
      </dsp:nvSpPr>
      <dsp:spPr>
        <a:xfrm>
          <a:off x="0" y="1586156"/>
          <a:ext cx="11160125" cy="63327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C17F40-8880-4AAE-B058-ADC7B9E1F4AC}">
      <dsp:nvSpPr>
        <dsp:cNvPr id="0" name=""/>
        <dsp:cNvSpPr/>
      </dsp:nvSpPr>
      <dsp:spPr>
        <a:xfrm>
          <a:off x="191565" y="1728642"/>
          <a:ext cx="348300" cy="3483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700F4F-2A7C-45BA-B0F6-04675B1E710C}">
      <dsp:nvSpPr>
        <dsp:cNvPr id="0" name=""/>
        <dsp:cNvSpPr/>
      </dsp:nvSpPr>
      <dsp:spPr>
        <a:xfrm>
          <a:off x="731430" y="1586156"/>
          <a:ext cx="10428694" cy="6332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21" tIns="67021" rIns="67021" bIns="67021" numCol="1" spcCol="1270" anchor="ctr" anchorCtr="0">
          <a:noAutofit/>
        </a:bodyPr>
        <a:lstStyle/>
        <a:p>
          <a:pPr marL="0" lvl="0" indent="0" algn="l" defTabSz="844550">
            <a:lnSpc>
              <a:spcPct val="90000"/>
            </a:lnSpc>
            <a:spcBef>
              <a:spcPct val="0"/>
            </a:spcBef>
            <a:spcAft>
              <a:spcPct val="35000"/>
            </a:spcAft>
            <a:buNone/>
          </a:pPr>
          <a:r>
            <a:rPr lang="en-US" sz="1900" kern="1200"/>
            <a:t>How to use Colab (cloud) and Jupyter locally</a:t>
          </a:r>
        </a:p>
      </dsp:txBody>
      <dsp:txXfrm>
        <a:off x="731430" y="1586156"/>
        <a:ext cx="10428694" cy="633273"/>
      </dsp:txXfrm>
    </dsp:sp>
    <dsp:sp modelId="{A89C0302-E3A3-49FD-904A-F5BE4B639B40}">
      <dsp:nvSpPr>
        <dsp:cNvPr id="0" name=""/>
        <dsp:cNvSpPr/>
      </dsp:nvSpPr>
      <dsp:spPr>
        <a:xfrm>
          <a:off x="0" y="2377747"/>
          <a:ext cx="11160125" cy="63327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3247C5-4E90-4371-A519-50CC3776EF6C}">
      <dsp:nvSpPr>
        <dsp:cNvPr id="0" name=""/>
        <dsp:cNvSpPr/>
      </dsp:nvSpPr>
      <dsp:spPr>
        <a:xfrm>
          <a:off x="191565" y="2520234"/>
          <a:ext cx="348300" cy="3483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86A33D-8039-46B5-8079-37E0405D6A1D}">
      <dsp:nvSpPr>
        <dsp:cNvPr id="0" name=""/>
        <dsp:cNvSpPr/>
      </dsp:nvSpPr>
      <dsp:spPr>
        <a:xfrm>
          <a:off x="731430" y="2377747"/>
          <a:ext cx="10428694" cy="6332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21" tIns="67021" rIns="67021" bIns="67021" numCol="1" spcCol="1270" anchor="ctr" anchorCtr="0">
          <a:noAutofit/>
        </a:bodyPr>
        <a:lstStyle/>
        <a:p>
          <a:pPr marL="0" lvl="0" indent="0" algn="l" defTabSz="844550">
            <a:lnSpc>
              <a:spcPct val="90000"/>
            </a:lnSpc>
            <a:spcBef>
              <a:spcPct val="0"/>
            </a:spcBef>
            <a:spcAft>
              <a:spcPct val="35000"/>
            </a:spcAft>
            <a:buNone/>
          </a:pPr>
          <a:r>
            <a:rPr lang="en-US" sz="1900" kern="1200"/>
            <a:t>How CodeGrade works</a:t>
          </a:r>
        </a:p>
      </dsp:txBody>
      <dsp:txXfrm>
        <a:off x="731430" y="2377747"/>
        <a:ext cx="10428694" cy="633273"/>
      </dsp:txXfrm>
    </dsp:sp>
    <dsp:sp modelId="{AF86AB51-C720-48E3-BB9A-A12C1FFA0D98}">
      <dsp:nvSpPr>
        <dsp:cNvPr id="0" name=""/>
        <dsp:cNvSpPr/>
      </dsp:nvSpPr>
      <dsp:spPr>
        <a:xfrm>
          <a:off x="0" y="3169339"/>
          <a:ext cx="11160125" cy="63327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71CF77-3FAE-4033-8B48-41CA5024F850}">
      <dsp:nvSpPr>
        <dsp:cNvPr id="0" name=""/>
        <dsp:cNvSpPr/>
      </dsp:nvSpPr>
      <dsp:spPr>
        <a:xfrm>
          <a:off x="191565" y="3311826"/>
          <a:ext cx="348300" cy="3483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C86E62-2C69-4F71-8ACC-713B95EB48D3}">
      <dsp:nvSpPr>
        <dsp:cNvPr id="0" name=""/>
        <dsp:cNvSpPr/>
      </dsp:nvSpPr>
      <dsp:spPr>
        <a:xfrm>
          <a:off x="731430" y="3169339"/>
          <a:ext cx="10428694" cy="6332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21" tIns="67021" rIns="67021" bIns="67021" numCol="1" spcCol="1270" anchor="ctr" anchorCtr="0">
          <a:noAutofit/>
        </a:bodyPr>
        <a:lstStyle/>
        <a:p>
          <a:pPr marL="0" lvl="0" indent="0" algn="l" defTabSz="844550">
            <a:lnSpc>
              <a:spcPct val="90000"/>
            </a:lnSpc>
            <a:spcBef>
              <a:spcPct val="0"/>
            </a:spcBef>
            <a:spcAft>
              <a:spcPct val="35000"/>
            </a:spcAft>
            <a:buNone/>
          </a:pPr>
          <a:r>
            <a:rPr lang="en-US" sz="1900" kern="1200" dirty="0"/>
            <a:t>Why attending tutorials is important! We expect you attend all tutorials. </a:t>
          </a:r>
        </a:p>
      </dsp:txBody>
      <dsp:txXfrm>
        <a:off x="731430" y="3169339"/>
        <a:ext cx="10428694" cy="633273"/>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ECE49B-3A03-41F1-B6F4-FEA85CAB6DF5}">
      <dsp:nvSpPr>
        <dsp:cNvPr id="0" name=""/>
        <dsp:cNvSpPr/>
      </dsp:nvSpPr>
      <dsp:spPr>
        <a:xfrm>
          <a:off x="0" y="464"/>
          <a:ext cx="11160125" cy="108704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E85812-6C34-472B-8960-CB71C48A9E00}">
      <dsp:nvSpPr>
        <dsp:cNvPr id="0" name=""/>
        <dsp:cNvSpPr/>
      </dsp:nvSpPr>
      <dsp:spPr>
        <a:xfrm>
          <a:off x="328831" y="245049"/>
          <a:ext cx="597874" cy="5978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769B16-A94F-4111-A416-BAF7C6A3D428}">
      <dsp:nvSpPr>
        <dsp:cNvPr id="0" name=""/>
        <dsp:cNvSpPr/>
      </dsp:nvSpPr>
      <dsp:spPr>
        <a:xfrm>
          <a:off x="1255536" y="464"/>
          <a:ext cx="9904588" cy="108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046" tIns="115046" rIns="115046" bIns="115046" numCol="1" spcCol="1270" anchor="ctr" anchorCtr="0">
          <a:noAutofit/>
        </a:bodyPr>
        <a:lstStyle/>
        <a:p>
          <a:pPr marL="0" lvl="0" indent="0" algn="l" defTabSz="1111250">
            <a:lnSpc>
              <a:spcPct val="90000"/>
            </a:lnSpc>
            <a:spcBef>
              <a:spcPct val="0"/>
            </a:spcBef>
            <a:spcAft>
              <a:spcPct val="35000"/>
            </a:spcAft>
            <a:buNone/>
          </a:pPr>
          <a:r>
            <a:rPr lang="en-US" sz="2500" kern="1200"/>
            <a:t>What is Analytics</a:t>
          </a:r>
        </a:p>
      </dsp:txBody>
      <dsp:txXfrm>
        <a:off x="1255536" y="464"/>
        <a:ext cx="9904588" cy="1087044"/>
      </dsp:txXfrm>
    </dsp:sp>
    <dsp:sp modelId="{AD7EFC13-A4EC-4884-85E8-0A8116EC9653}">
      <dsp:nvSpPr>
        <dsp:cNvPr id="0" name=""/>
        <dsp:cNvSpPr/>
      </dsp:nvSpPr>
      <dsp:spPr>
        <a:xfrm>
          <a:off x="0" y="1359270"/>
          <a:ext cx="11160125" cy="108704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4DBA2D-21E9-4F22-A0F6-2FBC1AEDBE69}">
      <dsp:nvSpPr>
        <dsp:cNvPr id="0" name=""/>
        <dsp:cNvSpPr/>
      </dsp:nvSpPr>
      <dsp:spPr>
        <a:xfrm>
          <a:off x="328831" y="1603855"/>
          <a:ext cx="597874" cy="5978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527DBE3-6A8D-44D3-9810-7DBA50EB27DC}">
      <dsp:nvSpPr>
        <dsp:cNvPr id="0" name=""/>
        <dsp:cNvSpPr/>
      </dsp:nvSpPr>
      <dsp:spPr>
        <a:xfrm>
          <a:off x="1255536" y="1359270"/>
          <a:ext cx="9904588" cy="108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046" tIns="115046" rIns="115046" bIns="115046" numCol="1" spcCol="1270" anchor="ctr" anchorCtr="0">
          <a:noAutofit/>
        </a:bodyPr>
        <a:lstStyle/>
        <a:p>
          <a:pPr marL="0" lvl="0" indent="0" algn="l" defTabSz="1111250">
            <a:lnSpc>
              <a:spcPct val="90000"/>
            </a:lnSpc>
            <a:spcBef>
              <a:spcPct val="0"/>
            </a:spcBef>
            <a:spcAft>
              <a:spcPct val="35000"/>
            </a:spcAft>
            <a:buNone/>
          </a:pPr>
          <a:r>
            <a:rPr lang="en-US" sz="2500" kern="1200"/>
            <a:t>Important role of ‘data’</a:t>
          </a:r>
        </a:p>
      </dsp:txBody>
      <dsp:txXfrm>
        <a:off x="1255536" y="1359270"/>
        <a:ext cx="9904588" cy="1087044"/>
      </dsp:txXfrm>
    </dsp:sp>
    <dsp:sp modelId="{0DF6964F-EB15-4510-8F5C-8C00B46337BD}">
      <dsp:nvSpPr>
        <dsp:cNvPr id="0" name=""/>
        <dsp:cNvSpPr/>
      </dsp:nvSpPr>
      <dsp:spPr>
        <a:xfrm>
          <a:off x="0" y="2718076"/>
          <a:ext cx="11160125" cy="108704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FFE93C-A5AA-4C23-AEAB-CA730408696B}">
      <dsp:nvSpPr>
        <dsp:cNvPr id="0" name=""/>
        <dsp:cNvSpPr/>
      </dsp:nvSpPr>
      <dsp:spPr>
        <a:xfrm>
          <a:off x="328831" y="2962661"/>
          <a:ext cx="597874" cy="5978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447E2C-77CB-4002-A60D-5FBA61A7C219}">
      <dsp:nvSpPr>
        <dsp:cNvPr id="0" name=""/>
        <dsp:cNvSpPr/>
      </dsp:nvSpPr>
      <dsp:spPr>
        <a:xfrm>
          <a:off x="1255536" y="2718076"/>
          <a:ext cx="9904588" cy="108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046" tIns="115046" rIns="115046" bIns="115046" numCol="1" spcCol="1270" anchor="ctr" anchorCtr="0">
          <a:noAutofit/>
        </a:bodyPr>
        <a:lstStyle/>
        <a:p>
          <a:pPr marL="0" lvl="0" indent="0" algn="l" defTabSz="1111250">
            <a:lnSpc>
              <a:spcPct val="90000"/>
            </a:lnSpc>
            <a:spcBef>
              <a:spcPct val="0"/>
            </a:spcBef>
            <a:spcAft>
              <a:spcPct val="35000"/>
            </a:spcAft>
            <a:buNone/>
          </a:pPr>
          <a:r>
            <a:rPr lang="en-US" sz="2500" kern="1200"/>
            <a:t>The dark and bright side of Analytics</a:t>
          </a:r>
        </a:p>
      </dsp:txBody>
      <dsp:txXfrm>
        <a:off x="1255536" y="2718076"/>
        <a:ext cx="9904588" cy="108704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1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12.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8.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9">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9">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9">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790A07-196B-4F4B-8E8C-301FB387CBE5}" type="datetimeFigureOut">
              <a:rPr lang="nl-NL" smtClean="0"/>
              <a:t>31-8-2026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C176B4-2F3E-4542-A88B-B482618D0CAA}" type="slidenum">
              <a:rPr lang="nl-NL" smtClean="0"/>
              <a:t>‹#›</a:t>
            </a:fld>
            <a:endParaRPr lang="nl-NL"/>
          </a:p>
        </p:txBody>
      </p:sp>
    </p:spTree>
    <p:extLst>
      <p:ext uri="{BB962C8B-B14F-4D97-AF65-F5344CB8AC3E}">
        <p14:creationId xmlns:p14="http://schemas.microsoft.com/office/powerpoint/2010/main" val="401779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ECC804-4283-2540-AE39-8CA88807237B}" type="slidenum">
              <a:rPr lang="en-US" smtClean="0"/>
              <a:t>4</a:t>
            </a:fld>
            <a:endParaRPr lang="en-US"/>
          </a:p>
        </p:txBody>
      </p:sp>
    </p:spTree>
    <p:extLst>
      <p:ext uri="{BB962C8B-B14F-4D97-AF65-F5344CB8AC3E}">
        <p14:creationId xmlns:p14="http://schemas.microsoft.com/office/powerpoint/2010/main" val="41343364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BD4DC-C51F-ACC3-07D8-85474ADCD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37408-1141-C6B2-B9CC-D46C350CFB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3EDB22-C681-088E-1232-18388E04829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63E2EA8-383D-6166-6A53-3F2001EC07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ECC804-4283-2540-AE39-8CA88807237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5856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91F1C-D61B-EB94-2ED3-1EBFC4912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6804B-C4B0-3038-B25D-FBB9CBA392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82158A-D657-3A04-EBE5-EA67D9901D7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A692855-8515-85DB-48A8-C87AD4997E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ECC804-4283-2540-AE39-8CA88807237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4179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ECC804-4283-2540-AE39-8CA88807237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7759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ECC804-4283-2540-AE39-8CA88807237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6787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ECC804-4283-2540-AE39-8CA88807237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7759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072866">
              <a:lnSpc>
                <a:spcPct val="100000"/>
              </a:lnSpc>
              <a:spcBef>
                <a:spcPts val="0"/>
              </a:spcBef>
              <a:spcAft>
                <a:spcPts val="0"/>
              </a:spcAft>
              <a:buClrTx/>
              <a:buSzTx/>
              <a:buFontTx/>
              <a:buNone/>
            </a:pPr>
            <a:r>
              <a:rPr sz="1600"/>
              <a:t>Learn to solve business- and organisation-related problems by focusing on computational approaches and techniques, predictive analytics and data science skills.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072866">
              <a:lnSpc>
                <a:spcPct val="100000"/>
              </a:lnSpc>
              <a:spcBef>
                <a:spcPts val="0"/>
              </a:spcBef>
              <a:spcAft>
                <a:spcPts val="0"/>
              </a:spcAft>
              <a:buClrTx/>
              <a:buSzTx/>
              <a:buFontTx/>
              <a:buNone/>
            </a:pPr>
            <a:r>
              <a:rPr sz="1600"/>
              <a:t>Learn to solve business- and organisation-related problems by focusing on computational approaches and techniques, predictive analytics and data science skills.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072866">
              <a:lnSpc>
                <a:spcPct val="100000"/>
              </a:lnSpc>
              <a:spcBef>
                <a:spcPts val="0"/>
              </a:spcBef>
              <a:spcAft>
                <a:spcPts val="0"/>
              </a:spcAft>
              <a:buClrTx/>
              <a:buSzTx/>
              <a:buFontTx/>
              <a:buNone/>
            </a:pPr>
            <a:r>
              <a:rPr sz="1600"/>
              <a:t>Learn to solve business- and organisation-related problems by focusing on computational approaches and techniques, predictive analytics and data science skills.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AD984F-524A-2042-A78B-E021891F26A3}" type="slidenum">
              <a:rPr lang="en-US" smtClean="0"/>
              <a:t>70</a:t>
            </a:fld>
            <a:endParaRPr lang="en-US"/>
          </a:p>
        </p:txBody>
      </p:sp>
    </p:spTree>
    <p:extLst>
      <p:ext uri="{BB962C8B-B14F-4D97-AF65-F5344CB8AC3E}">
        <p14:creationId xmlns:p14="http://schemas.microsoft.com/office/powerpoint/2010/main" val="4323595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AD984F-524A-2042-A78B-E021891F26A3}" type="slidenum">
              <a:rPr lang="en-US" smtClean="0"/>
              <a:t>71</a:t>
            </a:fld>
            <a:endParaRPr lang="en-US"/>
          </a:p>
        </p:txBody>
      </p:sp>
    </p:spTree>
    <p:extLst>
      <p:ext uri="{BB962C8B-B14F-4D97-AF65-F5344CB8AC3E}">
        <p14:creationId xmlns:p14="http://schemas.microsoft.com/office/powerpoint/2010/main" val="43235957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43" name="Tijdelijke aanduiding voor afbeelding 16">
            <a:extLst>
              <a:ext uri="{FF2B5EF4-FFF2-40B4-BE49-F238E27FC236}">
                <a16:creationId xmlns:a16="http://schemas.microsoft.com/office/drawing/2014/main" id="{0CC5F10E-9DED-472E-9A03-A3B77F410C1F}"/>
              </a:ext>
            </a:extLst>
          </p:cNvPr>
          <p:cNvSpPr>
            <a:spLocks noGrp="1"/>
          </p:cNvSpPr>
          <p:nvPr>
            <p:ph type="pic" sz="quarter" idx="13"/>
          </p:nvPr>
        </p:nvSpPr>
        <p:spPr>
          <a:xfrm>
            <a:off x="6096000" y="0"/>
            <a:ext cx="6095999" cy="6858000"/>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144" name="Titel 1">
            <a:extLst>
              <a:ext uri="{FF2B5EF4-FFF2-40B4-BE49-F238E27FC236}">
                <a16:creationId xmlns:a16="http://schemas.microsoft.com/office/drawing/2014/main" id="{473EA514-D447-4B2B-A558-A7763FD4563D}"/>
              </a:ext>
            </a:extLst>
          </p:cNvPr>
          <p:cNvSpPr>
            <a:spLocks noGrp="1"/>
          </p:cNvSpPr>
          <p:nvPr>
            <p:ph type="title" hasCustomPrompt="1"/>
          </p:nvPr>
        </p:nvSpPr>
        <p:spPr>
          <a:xfrm>
            <a:off x="515938" y="2365078"/>
            <a:ext cx="5046662" cy="1823639"/>
          </a:xfrm>
        </p:spPr>
        <p:txBody>
          <a:bodyPr/>
          <a:lstStyle>
            <a:lvl1pPr>
              <a:defRPr sz="4400"/>
            </a:lvl1pPr>
          </a:lstStyle>
          <a:p>
            <a:r>
              <a:rPr lang="nl-NL" noProof="0" dirty="0"/>
              <a:t>Click </a:t>
            </a:r>
            <a:r>
              <a:rPr lang="nl-NL" noProof="0" dirty="0" err="1"/>
              <a:t>to</a:t>
            </a:r>
            <a:r>
              <a:rPr lang="nl-NL" noProof="0" dirty="0"/>
              <a:t> </a:t>
            </a:r>
            <a:br>
              <a:rPr lang="nl-NL" noProof="0" dirty="0"/>
            </a:br>
            <a:r>
              <a:rPr lang="nl-NL" noProof="0" dirty="0" err="1"/>
              <a:t>add</a:t>
            </a:r>
            <a:r>
              <a:rPr lang="nl-NL" noProof="0" dirty="0"/>
              <a:t> </a:t>
            </a:r>
            <a:r>
              <a:rPr lang="nl-NL" noProof="0" dirty="0" err="1"/>
              <a:t>title</a:t>
            </a:r>
            <a:r>
              <a:rPr lang="nl-NL" noProof="0" dirty="0"/>
              <a:t> </a:t>
            </a:r>
            <a:br>
              <a:rPr lang="nl-NL" noProof="0" dirty="0"/>
            </a:br>
            <a:r>
              <a:rPr lang="nl-NL" noProof="0" dirty="0"/>
              <a:t>max. 3 </a:t>
            </a:r>
            <a:r>
              <a:rPr lang="nl-NL" noProof="0" dirty="0" err="1"/>
              <a:t>lines</a:t>
            </a:r>
            <a:endParaRPr lang="nl-NL" noProof="0" dirty="0"/>
          </a:p>
        </p:txBody>
      </p:sp>
      <p:sp>
        <p:nvSpPr>
          <p:cNvPr id="145" name="Tijdelijke aanduiding voor verticale tekst 2">
            <a:extLst>
              <a:ext uri="{FF2B5EF4-FFF2-40B4-BE49-F238E27FC236}">
                <a16:creationId xmlns:a16="http://schemas.microsoft.com/office/drawing/2014/main" id="{4333DE95-4C11-467D-8C4E-7395A74F6CEB}"/>
              </a:ext>
            </a:extLst>
          </p:cNvPr>
          <p:cNvSpPr>
            <a:spLocks noGrp="1"/>
          </p:cNvSpPr>
          <p:nvPr>
            <p:ph type="body" orient="vert" idx="16" hasCustomPrompt="1"/>
          </p:nvPr>
        </p:nvSpPr>
        <p:spPr>
          <a:xfrm>
            <a:off x="515938" y="1909709"/>
            <a:ext cx="5046662" cy="291284"/>
          </a:xfrm>
        </p:spPr>
        <p:txBody>
          <a:bodyPr vert="horz"/>
          <a:lstStyle>
            <a:lvl1pPr marL="0" indent="0">
              <a:buFont typeface="Arial" panose="020B0604020202020204" pitchFamily="34" charset="0"/>
              <a:buNone/>
              <a:defRPr sz="2200"/>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Subtitle</a:t>
            </a:r>
            <a:r>
              <a:rPr lang="nl-NL" noProof="0" dirty="0"/>
              <a:t> </a:t>
            </a:r>
            <a:r>
              <a:rPr lang="nl-NL" noProof="0" dirty="0" err="1"/>
              <a:t>optional</a:t>
            </a:r>
            <a:endParaRPr lang="nl-NL" noProof="0" dirty="0"/>
          </a:p>
        </p:txBody>
      </p:sp>
      <p:sp>
        <p:nvSpPr>
          <p:cNvPr id="5" name="Tijdelijke aanduiding voor voettekst 4">
            <a:extLst>
              <a:ext uri="{FF2B5EF4-FFF2-40B4-BE49-F238E27FC236}">
                <a16:creationId xmlns:a16="http://schemas.microsoft.com/office/drawing/2014/main" id="{9494CA00-555D-4751-8668-226BC887CEBE}"/>
              </a:ext>
            </a:extLst>
          </p:cNvPr>
          <p:cNvSpPr>
            <a:spLocks noGrp="1"/>
          </p:cNvSpPr>
          <p:nvPr>
            <p:ph type="ftr" sz="quarter" idx="11"/>
          </p:nvPr>
        </p:nvSpPr>
        <p:spPr>
          <a:xfrm>
            <a:off x="648000" y="7315200"/>
            <a:ext cx="4114800" cy="151790"/>
          </a:xfrm>
        </p:spPr>
        <p:txBody>
          <a:bodyPr/>
          <a:lstStyle/>
          <a:p>
            <a:r>
              <a:rPr lang="en-US" noProof="0"/>
              <a:t>Analytics for a Better World, Lecture 1</a:t>
            </a:r>
            <a:endParaRPr lang="nl-NL" noProof="0"/>
          </a:p>
        </p:txBody>
      </p:sp>
      <p:sp>
        <p:nvSpPr>
          <p:cNvPr id="6" name="Tijdelijke aanduiding voor dianummer 5">
            <a:extLst>
              <a:ext uri="{FF2B5EF4-FFF2-40B4-BE49-F238E27FC236}">
                <a16:creationId xmlns:a16="http://schemas.microsoft.com/office/drawing/2014/main" id="{2D1BBC6E-F9BF-4357-8F2F-8FFB4D00068A}"/>
              </a:ext>
            </a:extLst>
          </p:cNvPr>
          <p:cNvSpPr>
            <a:spLocks noGrp="1"/>
          </p:cNvSpPr>
          <p:nvPr>
            <p:ph type="sldNum" sz="quarter" idx="12"/>
          </p:nvPr>
        </p:nvSpPr>
        <p:spPr>
          <a:xfrm>
            <a:off x="11259402" y="7315200"/>
            <a:ext cx="284597" cy="151790"/>
          </a:xfrm>
        </p:spPr>
        <p:txBody>
          <a:bodyPr/>
          <a:lstStyle/>
          <a:p>
            <a:fld id="{D7B5DC5B-6873-43DB-ADC7-B15ACCE0DFDB}" type="slidenum">
              <a:rPr lang="nl-NL" noProof="0" smtClean="0"/>
              <a:t>‹#›</a:t>
            </a:fld>
            <a:endParaRPr lang="nl-NL" noProof="0"/>
          </a:p>
        </p:txBody>
      </p:sp>
      <p:sp>
        <p:nvSpPr>
          <p:cNvPr id="7" name="Rechthoek: afgeronde hoeken 6">
            <a:extLst>
              <a:ext uri="{FF2B5EF4-FFF2-40B4-BE49-F238E27FC236}">
                <a16:creationId xmlns:a16="http://schemas.microsoft.com/office/drawing/2014/main" id="{7D3AA19E-3DC8-4556-BC42-05B65FEB6237}"/>
              </a:ext>
            </a:extLst>
          </p:cNvPr>
          <p:cNvSpPr/>
          <p:nvPr userDrawn="1"/>
        </p:nvSpPr>
        <p:spPr>
          <a:xfrm>
            <a:off x="0" y="-429492"/>
            <a:ext cx="1942840"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TITLE SLIDE</a:t>
            </a:r>
          </a:p>
        </p:txBody>
      </p:sp>
      <p:sp>
        <p:nvSpPr>
          <p:cNvPr id="3" name="Ondertitel 2">
            <a:extLst>
              <a:ext uri="{FF2B5EF4-FFF2-40B4-BE49-F238E27FC236}">
                <a16:creationId xmlns:a16="http://schemas.microsoft.com/office/drawing/2014/main" id="{CEA18CD7-32A7-41E4-9DF7-7259FA2187F6}"/>
              </a:ext>
            </a:extLst>
          </p:cNvPr>
          <p:cNvSpPr>
            <a:spLocks noGrp="1"/>
          </p:cNvSpPr>
          <p:nvPr>
            <p:ph type="subTitle" idx="1" hasCustomPrompt="1"/>
          </p:nvPr>
        </p:nvSpPr>
        <p:spPr>
          <a:xfrm>
            <a:off x="515938" y="5810479"/>
            <a:ext cx="2600263" cy="240496"/>
          </a:xfrm>
        </p:spPr>
        <p:txBody>
          <a:bodyPr/>
          <a:lstStyle>
            <a:lvl1pPr marL="0" indent="0" algn="l">
              <a:buFont typeface="Arial" panose="020B0604020202020204" pitchFamily="34" charset="0"/>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nl-NL" noProof="0" dirty="0"/>
              <a:t>Name presenter| </a:t>
            </a:r>
            <a:r>
              <a:rPr lang="nl-NL" noProof="0" dirty="0" err="1"/>
              <a:t>Location</a:t>
            </a:r>
            <a:endParaRPr lang="nl-NL" noProof="0" dirty="0"/>
          </a:p>
        </p:txBody>
      </p:sp>
      <p:sp>
        <p:nvSpPr>
          <p:cNvPr id="4" name="Tijdelijke aanduiding voor datum 3">
            <a:extLst>
              <a:ext uri="{FF2B5EF4-FFF2-40B4-BE49-F238E27FC236}">
                <a16:creationId xmlns:a16="http://schemas.microsoft.com/office/drawing/2014/main" id="{5EEA2768-3B92-4FC5-8ED3-7B1C505E87AE}"/>
              </a:ext>
            </a:extLst>
          </p:cNvPr>
          <p:cNvSpPr>
            <a:spLocks noGrp="1"/>
          </p:cNvSpPr>
          <p:nvPr>
            <p:ph type="dt" sz="half" idx="10"/>
          </p:nvPr>
        </p:nvSpPr>
        <p:spPr>
          <a:xfrm>
            <a:off x="515939" y="6091154"/>
            <a:ext cx="2600262" cy="240496"/>
          </a:xfrm>
        </p:spPr>
        <p:txBody>
          <a:bodyPr/>
          <a:lstStyle>
            <a:lvl1pPr algn="l">
              <a:defRPr sz="1800">
                <a:solidFill>
                  <a:schemeClr val="accent1"/>
                </a:solidFill>
              </a:defRPr>
            </a:lvl1pPr>
          </a:lstStyle>
          <a:p>
            <a:endParaRPr lang="nl-NL"/>
          </a:p>
        </p:txBody>
      </p:sp>
      <p:grpSp>
        <p:nvGrpSpPr>
          <p:cNvPr id="13" name="INSTRUCTIE">
            <a:extLst>
              <a:ext uri="{FF2B5EF4-FFF2-40B4-BE49-F238E27FC236}">
                <a16:creationId xmlns:a16="http://schemas.microsoft.com/office/drawing/2014/main" id="{F135C096-F8A5-4844-B171-FF998B9ED2D3}"/>
              </a:ext>
            </a:extLst>
          </p:cNvPr>
          <p:cNvGrpSpPr/>
          <p:nvPr userDrawn="1"/>
        </p:nvGrpSpPr>
        <p:grpSpPr>
          <a:xfrm>
            <a:off x="-3786437" y="0"/>
            <a:ext cx="3693386" cy="5359349"/>
            <a:chOff x="-3786437" y="0"/>
            <a:chExt cx="3693386" cy="5359349"/>
          </a:xfrm>
        </p:grpSpPr>
        <p:sp>
          <p:nvSpPr>
            <p:cNvPr id="15" name="Rechthoek 14">
              <a:extLst>
                <a:ext uri="{FF2B5EF4-FFF2-40B4-BE49-F238E27FC236}">
                  <a16:creationId xmlns:a16="http://schemas.microsoft.com/office/drawing/2014/main" id="{1AD13AC1-B202-4089-9212-C7592512CF48}"/>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16" name="Ovaal 15">
              <a:extLst>
                <a:ext uri="{FF2B5EF4-FFF2-40B4-BE49-F238E27FC236}">
                  <a16:creationId xmlns:a16="http://schemas.microsoft.com/office/drawing/2014/main" id="{4222D4AE-64BD-45EE-A227-7FA44B1AD994}"/>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C3697694-FE14-4FCC-A906-A181547121B5}"/>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8" name="Ovaal 17">
              <a:extLst>
                <a:ext uri="{FF2B5EF4-FFF2-40B4-BE49-F238E27FC236}">
                  <a16:creationId xmlns:a16="http://schemas.microsoft.com/office/drawing/2014/main" id="{D671C9AD-5438-4401-B574-2F3CF89A5DA3}"/>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9" name="Rechthoek 18">
              <a:extLst>
                <a:ext uri="{FF2B5EF4-FFF2-40B4-BE49-F238E27FC236}">
                  <a16:creationId xmlns:a16="http://schemas.microsoft.com/office/drawing/2014/main" id="{A023DDA5-38A8-4A7B-B24F-42D770C00F71}"/>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0" name="Rechthoek 19">
              <a:extLst>
                <a:ext uri="{FF2B5EF4-FFF2-40B4-BE49-F238E27FC236}">
                  <a16:creationId xmlns:a16="http://schemas.microsoft.com/office/drawing/2014/main" id="{7AC7FDE6-7C29-485E-B480-9CEDB0D3DA04}"/>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21" name="Ovaal 20">
              <a:extLst>
                <a:ext uri="{FF2B5EF4-FFF2-40B4-BE49-F238E27FC236}">
                  <a16:creationId xmlns:a16="http://schemas.microsoft.com/office/drawing/2014/main" id="{64C4D94D-79F2-45B4-AFF1-F2EA11C22153}"/>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 name="Rechthoek 22">
              <a:extLst>
                <a:ext uri="{FF2B5EF4-FFF2-40B4-BE49-F238E27FC236}">
                  <a16:creationId xmlns:a16="http://schemas.microsoft.com/office/drawing/2014/main" id="{E97CCBAF-262C-4AEA-A851-C415F4E5B145}"/>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4" name="Ovaal 23">
              <a:extLst>
                <a:ext uri="{FF2B5EF4-FFF2-40B4-BE49-F238E27FC236}">
                  <a16:creationId xmlns:a16="http://schemas.microsoft.com/office/drawing/2014/main" id="{F2596B74-02D4-49CD-8BD4-75B20557042C}"/>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5" name="Rechthoek 24">
              <a:extLst>
                <a:ext uri="{FF2B5EF4-FFF2-40B4-BE49-F238E27FC236}">
                  <a16:creationId xmlns:a16="http://schemas.microsoft.com/office/drawing/2014/main" id="{B703BD11-5870-4327-8D78-47AFD478B7C0}"/>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7" name="Ovaal 26">
              <a:extLst>
                <a:ext uri="{FF2B5EF4-FFF2-40B4-BE49-F238E27FC236}">
                  <a16:creationId xmlns:a16="http://schemas.microsoft.com/office/drawing/2014/main" id="{02A141A5-E83C-4D79-B275-8670848580A1}"/>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8" name="Rechthoek 27">
              <a:extLst>
                <a:ext uri="{FF2B5EF4-FFF2-40B4-BE49-F238E27FC236}">
                  <a16:creationId xmlns:a16="http://schemas.microsoft.com/office/drawing/2014/main" id="{C8B80196-585D-4B02-B4F0-FB132676EF3F}"/>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31" name="Ovaal 30">
              <a:extLst>
                <a:ext uri="{FF2B5EF4-FFF2-40B4-BE49-F238E27FC236}">
                  <a16:creationId xmlns:a16="http://schemas.microsoft.com/office/drawing/2014/main" id="{337C0839-D9C2-4742-A533-BCFE09C26CF2}"/>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32" name="Rechthoek 31">
              <a:extLst>
                <a:ext uri="{FF2B5EF4-FFF2-40B4-BE49-F238E27FC236}">
                  <a16:creationId xmlns:a16="http://schemas.microsoft.com/office/drawing/2014/main" id="{88A63314-D9C6-48C3-B04C-349DA135D1F2}"/>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3" name="Ovaal 32">
              <a:extLst>
                <a:ext uri="{FF2B5EF4-FFF2-40B4-BE49-F238E27FC236}">
                  <a16:creationId xmlns:a16="http://schemas.microsoft.com/office/drawing/2014/main" id="{43DFC794-AAAE-4899-87D1-E4F7C2D2ADCD}"/>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34" name="Rechthoek 33">
              <a:extLst>
                <a:ext uri="{FF2B5EF4-FFF2-40B4-BE49-F238E27FC236}">
                  <a16:creationId xmlns:a16="http://schemas.microsoft.com/office/drawing/2014/main" id="{E9B22BF0-1B62-4E49-9D11-FB88EDEC6DDE}"/>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5" name="Ovaal 34">
              <a:extLst>
                <a:ext uri="{FF2B5EF4-FFF2-40B4-BE49-F238E27FC236}">
                  <a16:creationId xmlns:a16="http://schemas.microsoft.com/office/drawing/2014/main" id="{DACC1206-D646-4D73-BDCA-B42317E8ED57}"/>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6" name="Rechthoek 35">
              <a:extLst>
                <a:ext uri="{FF2B5EF4-FFF2-40B4-BE49-F238E27FC236}">
                  <a16:creationId xmlns:a16="http://schemas.microsoft.com/office/drawing/2014/main" id="{E11B14EE-5151-45D2-A084-E97A90E737AD}"/>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7" name="Ovaal 36">
              <a:extLst>
                <a:ext uri="{FF2B5EF4-FFF2-40B4-BE49-F238E27FC236}">
                  <a16:creationId xmlns:a16="http://schemas.microsoft.com/office/drawing/2014/main" id="{4E237CB0-9A1F-4F2D-B3D4-B1B9312BF1C7}"/>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8" name="Rechthoek 37">
              <a:extLst>
                <a:ext uri="{FF2B5EF4-FFF2-40B4-BE49-F238E27FC236}">
                  <a16:creationId xmlns:a16="http://schemas.microsoft.com/office/drawing/2014/main" id="{33A62886-B729-4E82-A1C7-4162427087D8}"/>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9" name="Rechthoek 38">
              <a:extLst>
                <a:ext uri="{FF2B5EF4-FFF2-40B4-BE49-F238E27FC236}">
                  <a16:creationId xmlns:a16="http://schemas.microsoft.com/office/drawing/2014/main" id="{64EEFEDE-1814-41BF-8575-9191430EA502}"/>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40" name="ICOON_info">
              <a:extLst>
                <a:ext uri="{FF2B5EF4-FFF2-40B4-BE49-F238E27FC236}">
                  <a16:creationId xmlns:a16="http://schemas.microsoft.com/office/drawing/2014/main" id="{BFF23D97-DCF2-4D9A-8DF7-2333EBC3D58D}"/>
                </a:ext>
              </a:extLst>
            </p:cNvPr>
            <p:cNvGrpSpPr/>
            <p:nvPr userDrawn="1"/>
          </p:nvGrpSpPr>
          <p:grpSpPr>
            <a:xfrm>
              <a:off x="-376736" y="4400186"/>
              <a:ext cx="283685" cy="283685"/>
              <a:chOff x="-510741" y="5913713"/>
              <a:chExt cx="267555" cy="267555"/>
            </a:xfrm>
          </p:grpSpPr>
          <p:sp>
            <p:nvSpPr>
              <p:cNvPr id="82" name="Ovaal 81">
                <a:extLst>
                  <a:ext uri="{FF2B5EF4-FFF2-40B4-BE49-F238E27FC236}">
                    <a16:creationId xmlns:a16="http://schemas.microsoft.com/office/drawing/2014/main" id="{CDB63BE3-5ECD-4F2F-ACD1-0D0263DCC3B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83" name="Graphic 163" descr="Informatie">
                <a:extLst>
                  <a:ext uri="{FF2B5EF4-FFF2-40B4-BE49-F238E27FC236}">
                    <a16:creationId xmlns:a16="http://schemas.microsoft.com/office/drawing/2014/main" id="{991A2757-C991-4C50-A971-723501CFB353}"/>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41" name="VOORBEELD">
              <a:extLst>
                <a:ext uri="{FF2B5EF4-FFF2-40B4-BE49-F238E27FC236}">
                  <a16:creationId xmlns:a16="http://schemas.microsoft.com/office/drawing/2014/main" id="{A3862D7B-99A2-4802-83D6-C0A3E82A055C}"/>
                </a:ext>
              </a:extLst>
            </p:cNvPr>
            <p:cNvGrpSpPr/>
            <p:nvPr userDrawn="1"/>
          </p:nvGrpSpPr>
          <p:grpSpPr>
            <a:xfrm>
              <a:off x="-3605171" y="458674"/>
              <a:ext cx="3234311" cy="558875"/>
              <a:chOff x="-3605171" y="458674"/>
              <a:chExt cx="3234311" cy="558875"/>
            </a:xfrm>
          </p:grpSpPr>
          <p:sp>
            <p:nvSpPr>
              <p:cNvPr id="42" name="Rechthoek 41">
                <a:extLst>
                  <a:ext uri="{FF2B5EF4-FFF2-40B4-BE49-F238E27FC236}">
                    <a16:creationId xmlns:a16="http://schemas.microsoft.com/office/drawing/2014/main" id="{B56041A3-2374-4B65-A93B-6485A689F3FD}"/>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43" name="Rechthoek 42">
                <a:extLst>
                  <a:ext uri="{FF2B5EF4-FFF2-40B4-BE49-F238E27FC236}">
                    <a16:creationId xmlns:a16="http://schemas.microsoft.com/office/drawing/2014/main" id="{736312EA-8DC4-4CCE-82AE-874B5C0D2E2B}"/>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44" name="Groep 43">
                <a:extLst>
                  <a:ext uri="{FF2B5EF4-FFF2-40B4-BE49-F238E27FC236}">
                    <a16:creationId xmlns:a16="http://schemas.microsoft.com/office/drawing/2014/main" id="{CDBD518F-2115-4839-8D7B-936BD65696C3}"/>
                  </a:ext>
                </a:extLst>
              </p:cNvPr>
              <p:cNvGrpSpPr/>
              <p:nvPr userDrawn="1"/>
            </p:nvGrpSpPr>
            <p:grpSpPr>
              <a:xfrm>
                <a:off x="-3386247" y="830871"/>
                <a:ext cx="139423" cy="109566"/>
                <a:chOff x="-2866744" y="827071"/>
                <a:chExt cx="168701" cy="132575"/>
              </a:xfrm>
            </p:grpSpPr>
            <p:grpSp>
              <p:nvGrpSpPr>
                <p:cNvPr id="75" name="Groep 74">
                  <a:extLst>
                    <a:ext uri="{FF2B5EF4-FFF2-40B4-BE49-F238E27FC236}">
                      <a16:creationId xmlns:a16="http://schemas.microsoft.com/office/drawing/2014/main" id="{CD687FD0-B0AD-4EAF-8286-C62991E1C18C}"/>
                    </a:ext>
                  </a:extLst>
                </p:cNvPr>
                <p:cNvGrpSpPr/>
                <p:nvPr userDrawn="1"/>
              </p:nvGrpSpPr>
              <p:grpSpPr>
                <a:xfrm>
                  <a:off x="-2866744" y="827071"/>
                  <a:ext cx="168701" cy="132575"/>
                  <a:chOff x="-2866744" y="827071"/>
                  <a:chExt cx="168701" cy="132575"/>
                </a:xfrm>
              </p:grpSpPr>
              <p:cxnSp>
                <p:nvCxnSpPr>
                  <p:cNvPr id="77" name="Rechte verbindingslijn 76">
                    <a:extLst>
                      <a:ext uri="{FF2B5EF4-FFF2-40B4-BE49-F238E27FC236}">
                        <a16:creationId xmlns:a16="http://schemas.microsoft.com/office/drawing/2014/main" id="{3DE48343-3E1B-47F2-8729-26A0964777F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94E75FB9-D7FA-4D3B-AC0F-253D4C52457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A7AD2AFA-6819-45FD-A297-C5E391C2CD0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763312E0-E32A-47FB-87B3-47CBFECB6C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3B666809-DD8E-4E2C-8339-01B30266684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6" name="Pijl: rechts 75">
                  <a:extLst>
                    <a:ext uri="{FF2B5EF4-FFF2-40B4-BE49-F238E27FC236}">
                      <a16:creationId xmlns:a16="http://schemas.microsoft.com/office/drawing/2014/main" id="{21095F32-BD2B-402D-B047-61D781437D3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D5ED4F2D-824A-441B-A460-7724B742D5A4}"/>
                  </a:ext>
                </a:extLst>
              </p:cNvPr>
              <p:cNvGrpSpPr/>
              <p:nvPr userDrawn="1"/>
            </p:nvGrpSpPr>
            <p:grpSpPr>
              <a:xfrm>
                <a:off x="-3605171" y="830871"/>
                <a:ext cx="139423" cy="109566"/>
                <a:chOff x="-2866744" y="518074"/>
                <a:chExt cx="168701" cy="132575"/>
              </a:xfrm>
            </p:grpSpPr>
            <p:grpSp>
              <p:nvGrpSpPr>
                <p:cNvPr id="68" name="Groep 67">
                  <a:extLst>
                    <a:ext uri="{FF2B5EF4-FFF2-40B4-BE49-F238E27FC236}">
                      <a16:creationId xmlns:a16="http://schemas.microsoft.com/office/drawing/2014/main" id="{09A18CA3-69E5-422D-A578-0509C4C32F69}"/>
                    </a:ext>
                  </a:extLst>
                </p:cNvPr>
                <p:cNvGrpSpPr/>
                <p:nvPr userDrawn="1"/>
              </p:nvGrpSpPr>
              <p:grpSpPr>
                <a:xfrm>
                  <a:off x="-2866744" y="518074"/>
                  <a:ext cx="168701" cy="132575"/>
                  <a:chOff x="-2866744" y="518074"/>
                  <a:chExt cx="168701" cy="132575"/>
                </a:xfrm>
              </p:grpSpPr>
              <p:cxnSp>
                <p:nvCxnSpPr>
                  <p:cNvPr id="70" name="Rechte verbindingslijn 69">
                    <a:extLst>
                      <a:ext uri="{FF2B5EF4-FFF2-40B4-BE49-F238E27FC236}">
                        <a16:creationId xmlns:a16="http://schemas.microsoft.com/office/drawing/2014/main" id="{BF0824C0-F321-4811-924E-AB817517212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3106A258-B6C9-4CC2-843F-42724797C3B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5DD8DBD3-F96D-4899-9906-4456E68698D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3D5445D0-E4FD-4E6F-85AF-A78A115A122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C6B63B1A-FF51-4A9F-B3E9-AA1F93DF0F0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9" name="Pijl: rechts 68">
                  <a:extLst>
                    <a:ext uri="{FF2B5EF4-FFF2-40B4-BE49-F238E27FC236}">
                      <a16:creationId xmlns:a16="http://schemas.microsoft.com/office/drawing/2014/main" id="{A997D8BC-ECF2-40FB-B368-B9B364B29CC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46" name="Rechte verbindingslijn 45">
                <a:extLst>
                  <a:ext uri="{FF2B5EF4-FFF2-40B4-BE49-F238E27FC236}">
                    <a16:creationId xmlns:a16="http://schemas.microsoft.com/office/drawing/2014/main" id="{FC974F43-9EDA-42AA-AFF3-109FFC525CB1}"/>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7" name="Rechte verbindingslijn 46">
                <a:extLst>
                  <a:ext uri="{FF2B5EF4-FFF2-40B4-BE49-F238E27FC236}">
                    <a16:creationId xmlns:a16="http://schemas.microsoft.com/office/drawing/2014/main" id="{DC761B67-3505-4793-893E-EC4758143F34}"/>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8" name="Rechthoek 47">
                <a:extLst>
                  <a:ext uri="{FF2B5EF4-FFF2-40B4-BE49-F238E27FC236}">
                    <a16:creationId xmlns:a16="http://schemas.microsoft.com/office/drawing/2014/main" id="{7EB35090-296B-4D66-BE41-C22F0C640595}"/>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9" name="Rechthoek 48">
                <a:extLst>
                  <a:ext uri="{FF2B5EF4-FFF2-40B4-BE49-F238E27FC236}">
                    <a16:creationId xmlns:a16="http://schemas.microsoft.com/office/drawing/2014/main" id="{941D3B06-5C59-48BF-B6D4-805C9262234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50" name="Groep 49">
                <a:extLst>
                  <a:ext uri="{FF2B5EF4-FFF2-40B4-BE49-F238E27FC236}">
                    <a16:creationId xmlns:a16="http://schemas.microsoft.com/office/drawing/2014/main" id="{416F95D8-D02D-40B5-A9BA-34F7CD4AE31F}"/>
                  </a:ext>
                </a:extLst>
              </p:cNvPr>
              <p:cNvGrpSpPr/>
              <p:nvPr userDrawn="1"/>
            </p:nvGrpSpPr>
            <p:grpSpPr>
              <a:xfrm>
                <a:off x="-2916763" y="769168"/>
                <a:ext cx="268738" cy="248381"/>
                <a:chOff x="-2916763" y="769168"/>
                <a:chExt cx="268738" cy="248381"/>
              </a:xfrm>
            </p:grpSpPr>
            <p:sp>
              <p:nvSpPr>
                <p:cNvPr id="60" name="Rechthoek 59">
                  <a:extLst>
                    <a:ext uri="{FF2B5EF4-FFF2-40B4-BE49-F238E27FC236}">
                      <a16:creationId xmlns:a16="http://schemas.microsoft.com/office/drawing/2014/main" id="{28F3E605-696D-4320-8EB8-E901B82A9626}"/>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61" name="Groep 60">
                  <a:extLst>
                    <a:ext uri="{FF2B5EF4-FFF2-40B4-BE49-F238E27FC236}">
                      <a16:creationId xmlns:a16="http://schemas.microsoft.com/office/drawing/2014/main" id="{3AD4BB03-8798-4B3A-8F60-B78077A82E76}"/>
                    </a:ext>
                  </a:extLst>
                </p:cNvPr>
                <p:cNvGrpSpPr/>
                <p:nvPr userDrawn="1"/>
              </p:nvGrpSpPr>
              <p:grpSpPr>
                <a:xfrm>
                  <a:off x="-2866744" y="827071"/>
                  <a:ext cx="168701" cy="132575"/>
                  <a:chOff x="-2866744" y="827071"/>
                  <a:chExt cx="168701" cy="132575"/>
                </a:xfrm>
              </p:grpSpPr>
              <p:cxnSp>
                <p:nvCxnSpPr>
                  <p:cNvPr id="63" name="Rechte verbindingslijn 62">
                    <a:extLst>
                      <a:ext uri="{FF2B5EF4-FFF2-40B4-BE49-F238E27FC236}">
                        <a16:creationId xmlns:a16="http://schemas.microsoft.com/office/drawing/2014/main" id="{0CE187B3-5627-4390-9907-C190C9237F4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7778A884-127C-4FEB-91CA-4548D3E310D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86651227-FFF7-4E4A-82B5-8EDE55E7833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D1FA01A8-C853-4943-A90F-FEC7E107F57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E96482D3-A75E-4564-BAEE-57CDA1F2C2E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2" name="Pijl: rechts 61">
                  <a:extLst>
                    <a:ext uri="{FF2B5EF4-FFF2-40B4-BE49-F238E27FC236}">
                      <a16:creationId xmlns:a16="http://schemas.microsoft.com/office/drawing/2014/main" id="{1F8E074D-65D8-432E-BCC0-72C772F498D1}"/>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51" name="Groep 50">
                <a:extLst>
                  <a:ext uri="{FF2B5EF4-FFF2-40B4-BE49-F238E27FC236}">
                    <a16:creationId xmlns:a16="http://schemas.microsoft.com/office/drawing/2014/main" id="{EDB9D5B9-973E-4B4F-8ADC-691D0B6B762E}"/>
                  </a:ext>
                </a:extLst>
              </p:cNvPr>
              <p:cNvGrpSpPr/>
              <p:nvPr userDrawn="1"/>
            </p:nvGrpSpPr>
            <p:grpSpPr>
              <a:xfrm>
                <a:off x="-2916763" y="460171"/>
                <a:ext cx="268738" cy="248381"/>
                <a:chOff x="-2916763" y="460171"/>
                <a:chExt cx="268738" cy="248381"/>
              </a:xfrm>
            </p:grpSpPr>
            <p:sp>
              <p:nvSpPr>
                <p:cNvPr id="52" name="Rechthoek 51">
                  <a:extLst>
                    <a:ext uri="{FF2B5EF4-FFF2-40B4-BE49-F238E27FC236}">
                      <a16:creationId xmlns:a16="http://schemas.microsoft.com/office/drawing/2014/main" id="{C6EF0056-4A5D-4233-B787-99EB5E414154}"/>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53" name="Groep 52">
                  <a:extLst>
                    <a:ext uri="{FF2B5EF4-FFF2-40B4-BE49-F238E27FC236}">
                      <a16:creationId xmlns:a16="http://schemas.microsoft.com/office/drawing/2014/main" id="{99BD48C2-846B-4A3F-8277-3A892FCFE0D1}"/>
                    </a:ext>
                  </a:extLst>
                </p:cNvPr>
                <p:cNvGrpSpPr/>
                <p:nvPr userDrawn="1"/>
              </p:nvGrpSpPr>
              <p:grpSpPr>
                <a:xfrm>
                  <a:off x="-2866744" y="518074"/>
                  <a:ext cx="168701" cy="132575"/>
                  <a:chOff x="-2866744" y="518074"/>
                  <a:chExt cx="168701" cy="132575"/>
                </a:xfrm>
              </p:grpSpPr>
              <p:cxnSp>
                <p:nvCxnSpPr>
                  <p:cNvPr id="55" name="Rechte verbindingslijn 54">
                    <a:extLst>
                      <a:ext uri="{FF2B5EF4-FFF2-40B4-BE49-F238E27FC236}">
                        <a16:creationId xmlns:a16="http://schemas.microsoft.com/office/drawing/2014/main" id="{5F62FD30-4070-4E75-9D02-59C123BBE78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947D578C-44AB-46A8-8275-EE0BD998E17E}"/>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075F4CC3-FC5B-465B-B93C-1AD138BD1579}"/>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C8D41877-E42B-463D-AD3C-FE726BD82F73}"/>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DE45D10A-BAE4-41BF-B850-A16D667C7D6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4" name="Pijl: rechts 53">
                  <a:extLst>
                    <a:ext uri="{FF2B5EF4-FFF2-40B4-BE49-F238E27FC236}">
                      <a16:creationId xmlns:a16="http://schemas.microsoft.com/office/drawing/2014/main" id="{7A166727-7F79-4980-B76A-AA7459C01D4D}"/>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grpSp>
        <p:nvGrpSpPr>
          <p:cNvPr id="84" name="INSTRUCTIE">
            <a:extLst>
              <a:ext uri="{FF2B5EF4-FFF2-40B4-BE49-F238E27FC236}">
                <a16:creationId xmlns:a16="http://schemas.microsoft.com/office/drawing/2014/main" id="{5B2FEF53-70E6-42B3-9CE2-B7F834BC3964}"/>
              </a:ext>
            </a:extLst>
          </p:cNvPr>
          <p:cNvGrpSpPr/>
          <p:nvPr userDrawn="1"/>
        </p:nvGrpSpPr>
        <p:grpSpPr>
          <a:xfrm>
            <a:off x="12377595" y="0"/>
            <a:ext cx="3693386" cy="6452863"/>
            <a:chOff x="-3786437" y="0"/>
            <a:chExt cx="3693386" cy="6452863"/>
          </a:xfrm>
        </p:grpSpPr>
        <p:sp>
          <p:nvSpPr>
            <p:cNvPr id="85" name="Rechthoek 84">
              <a:extLst>
                <a:ext uri="{FF2B5EF4-FFF2-40B4-BE49-F238E27FC236}">
                  <a16:creationId xmlns:a16="http://schemas.microsoft.com/office/drawing/2014/main" id="{DA7C2C24-1ADC-4550-BAB5-4AA8394C1567}"/>
                </a:ext>
              </a:extLst>
            </p:cNvPr>
            <p:cNvSpPr/>
            <p:nvPr userDrawn="1"/>
          </p:nvSpPr>
          <p:spPr>
            <a:xfrm>
              <a:off x="-3786437" y="562486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86" name="INSTRUCTIE">
              <a:extLst>
                <a:ext uri="{FF2B5EF4-FFF2-40B4-BE49-F238E27FC236}">
                  <a16:creationId xmlns:a16="http://schemas.microsoft.com/office/drawing/2014/main" id="{08760238-8F74-4D80-BCB7-1C5A44296221}"/>
                </a:ext>
              </a:extLst>
            </p:cNvPr>
            <p:cNvGrpSpPr/>
            <p:nvPr userDrawn="1"/>
          </p:nvGrpSpPr>
          <p:grpSpPr>
            <a:xfrm>
              <a:off x="-3786165" y="0"/>
              <a:ext cx="3693114" cy="5782322"/>
              <a:chOff x="-3786165" y="0"/>
              <a:chExt cx="3693114" cy="5782322"/>
            </a:xfrm>
          </p:grpSpPr>
          <p:sp>
            <p:nvSpPr>
              <p:cNvPr id="87" name="Rechthoek 86">
                <a:extLst>
                  <a:ext uri="{FF2B5EF4-FFF2-40B4-BE49-F238E27FC236}">
                    <a16:creationId xmlns:a16="http://schemas.microsoft.com/office/drawing/2014/main" id="{75D21A91-EEAB-405A-8739-A01A73914725}"/>
                  </a:ext>
                </a:extLst>
              </p:cNvPr>
              <p:cNvSpPr/>
              <p:nvPr userDrawn="1"/>
            </p:nvSpPr>
            <p:spPr>
              <a:xfrm>
                <a:off x="-3786165" y="0"/>
                <a:ext cx="3593091" cy="562486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88" name="Ovaal 87">
                <a:extLst>
                  <a:ext uri="{FF2B5EF4-FFF2-40B4-BE49-F238E27FC236}">
                    <a16:creationId xmlns:a16="http://schemas.microsoft.com/office/drawing/2014/main" id="{CDA04E64-9B35-4F29-AA7C-27191F798589}"/>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9" name="Rechthoek 88">
                <a:extLst>
                  <a:ext uri="{FF2B5EF4-FFF2-40B4-BE49-F238E27FC236}">
                    <a16:creationId xmlns:a16="http://schemas.microsoft.com/office/drawing/2014/main" id="{0CA5DC95-4A50-480E-A761-DA47F694DF73}"/>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0" name="Groep 89">
                <a:extLst>
                  <a:ext uri="{FF2B5EF4-FFF2-40B4-BE49-F238E27FC236}">
                    <a16:creationId xmlns:a16="http://schemas.microsoft.com/office/drawing/2014/main" id="{8E28C0D1-A6B5-458B-B490-EA7F3321845E}"/>
                  </a:ext>
                </a:extLst>
              </p:cNvPr>
              <p:cNvGrpSpPr/>
              <p:nvPr userDrawn="1"/>
            </p:nvGrpSpPr>
            <p:grpSpPr>
              <a:xfrm>
                <a:off x="-3316179" y="1231351"/>
                <a:ext cx="294789" cy="318834"/>
                <a:chOff x="14466489" y="1001522"/>
                <a:chExt cx="290627" cy="314333"/>
              </a:xfrm>
            </p:grpSpPr>
            <p:sp>
              <p:nvSpPr>
                <p:cNvPr id="136" name="Rechthoek 135">
                  <a:extLst>
                    <a:ext uri="{FF2B5EF4-FFF2-40B4-BE49-F238E27FC236}">
                      <a16:creationId xmlns:a16="http://schemas.microsoft.com/office/drawing/2014/main" id="{00D06F20-FB2A-42EA-B743-572311B94817}"/>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37" name="Ovaal 136">
                  <a:extLst>
                    <a:ext uri="{FF2B5EF4-FFF2-40B4-BE49-F238E27FC236}">
                      <a16:creationId xmlns:a16="http://schemas.microsoft.com/office/drawing/2014/main" id="{7770043D-FB01-4B9D-84CF-D701C98F3B70}"/>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38" name="Vrije vorm: vorm 137">
                  <a:extLst>
                    <a:ext uri="{FF2B5EF4-FFF2-40B4-BE49-F238E27FC236}">
                      <a16:creationId xmlns:a16="http://schemas.microsoft.com/office/drawing/2014/main" id="{144ECCB5-B8F6-4744-8DD1-FB072C53F17B}"/>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39" name="Rechthoek: afgeronde hoeken 138">
                  <a:extLst>
                    <a:ext uri="{FF2B5EF4-FFF2-40B4-BE49-F238E27FC236}">
                      <a16:creationId xmlns:a16="http://schemas.microsoft.com/office/drawing/2014/main" id="{8C61A20E-43D3-46BB-9832-2D48FAB0663A}"/>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140" name="Rechte verbindingslijn 139">
                  <a:extLst>
                    <a:ext uri="{FF2B5EF4-FFF2-40B4-BE49-F238E27FC236}">
                      <a16:creationId xmlns:a16="http://schemas.microsoft.com/office/drawing/2014/main" id="{BB4EDDF5-22C8-44A0-92A4-0175713B6B4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1" name="Rechte verbindingslijn 140">
                  <a:extLst>
                    <a:ext uri="{FF2B5EF4-FFF2-40B4-BE49-F238E27FC236}">
                      <a16:creationId xmlns:a16="http://schemas.microsoft.com/office/drawing/2014/main" id="{6BC61612-8681-4289-B20C-F12B76ABCF22}"/>
                    </a:ext>
                  </a:extLst>
                </p:cNvPr>
                <p:cNvCxnSpPr>
                  <a:cxnSpLocks/>
                  <a:stCxn id="139"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1" name="Ovaal 90">
                <a:extLst>
                  <a:ext uri="{FF2B5EF4-FFF2-40B4-BE49-F238E27FC236}">
                    <a16:creationId xmlns:a16="http://schemas.microsoft.com/office/drawing/2014/main" id="{3512D451-C44C-4123-948B-D42D034693F3}"/>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2" name="Rechthoek 91">
                <a:extLst>
                  <a:ext uri="{FF2B5EF4-FFF2-40B4-BE49-F238E27FC236}">
                    <a16:creationId xmlns:a16="http://schemas.microsoft.com/office/drawing/2014/main" id="{AD00A1FA-6D10-4353-9BDA-4411762B6FAC}"/>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3" name="Groep 92">
                <a:extLst>
                  <a:ext uri="{FF2B5EF4-FFF2-40B4-BE49-F238E27FC236}">
                    <a16:creationId xmlns:a16="http://schemas.microsoft.com/office/drawing/2014/main" id="{4B3C795F-5149-47EC-86A8-4F67DD29AF7A}"/>
                  </a:ext>
                </a:extLst>
              </p:cNvPr>
              <p:cNvGrpSpPr/>
              <p:nvPr userDrawn="1"/>
            </p:nvGrpSpPr>
            <p:grpSpPr>
              <a:xfrm>
                <a:off x="-3311319" y="2164285"/>
                <a:ext cx="825500" cy="209550"/>
                <a:chOff x="13504624" y="2482850"/>
                <a:chExt cx="825500" cy="209550"/>
              </a:xfrm>
            </p:grpSpPr>
            <p:sp>
              <p:nvSpPr>
                <p:cNvPr id="133" name="Rechthoek 132">
                  <a:extLst>
                    <a:ext uri="{FF2B5EF4-FFF2-40B4-BE49-F238E27FC236}">
                      <a16:creationId xmlns:a16="http://schemas.microsoft.com/office/drawing/2014/main" id="{C4E706BD-CCD6-4E01-B706-46F98F0A3D3D}"/>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134" name="Rechte verbindingslijn 133">
                  <a:extLst>
                    <a:ext uri="{FF2B5EF4-FFF2-40B4-BE49-F238E27FC236}">
                      <a16:creationId xmlns:a16="http://schemas.microsoft.com/office/drawing/2014/main" id="{D116A888-9C87-48D3-B00E-560CC903E299}"/>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35" name="Gelijkbenige driehoek 134">
                  <a:extLst>
                    <a:ext uri="{FF2B5EF4-FFF2-40B4-BE49-F238E27FC236}">
                      <a16:creationId xmlns:a16="http://schemas.microsoft.com/office/drawing/2014/main" id="{F6A25A08-9953-4E85-98AA-E924F3511AA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94" name="Ovaal 93">
                <a:extLst>
                  <a:ext uri="{FF2B5EF4-FFF2-40B4-BE49-F238E27FC236}">
                    <a16:creationId xmlns:a16="http://schemas.microsoft.com/office/drawing/2014/main" id="{9E19F462-E7F3-49AD-AF8C-A2ABACDFAFD6}"/>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95" name="Rechthoek 94">
                <a:extLst>
                  <a:ext uri="{FF2B5EF4-FFF2-40B4-BE49-F238E27FC236}">
                    <a16:creationId xmlns:a16="http://schemas.microsoft.com/office/drawing/2014/main" id="{3BDE3FEB-B61A-4ACE-8AF2-B08A34F4645E}"/>
                  </a:ext>
                </a:extLst>
              </p:cNvPr>
              <p:cNvSpPr/>
              <p:nvPr userDrawn="1"/>
            </p:nvSpPr>
            <p:spPr>
              <a:xfrm>
                <a:off x="-3319415" y="2553360"/>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Klik met de rechter muisknop op de afbeelding en kies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‘Naar achtergrond’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sp>
            <p:nvSpPr>
              <p:cNvPr id="96" name="Ovaal 95">
                <a:extLst>
                  <a:ext uri="{FF2B5EF4-FFF2-40B4-BE49-F238E27FC236}">
                    <a16:creationId xmlns:a16="http://schemas.microsoft.com/office/drawing/2014/main" id="{95EA7597-4D65-4EA3-AFDE-EB398C98B1AF}"/>
                  </a:ext>
                </a:extLst>
              </p:cNvPr>
              <p:cNvSpPr/>
              <p:nvPr userDrawn="1"/>
            </p:nvSpPr>
            <p:spPr>
              <a:xfrm>
                <a:off x="-3603587" y="3744237"/>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97" name="Rechthoek 96">
                <a:extLst>
                  <a:ext uri="{FF2B5EF4-FFF2-40B4-BE49-F238E27FC236}">
                    <a16:creationId xmlns:a16="http://schemas.microsoft.com/office/drawing/2014/main" id="{C0B30B1B-A82B-442C-985A-393B37927C47}"/>
                  </a:ext>
                </a:extLst>
              </p:cNvPr>
              <p:cNvSpPr/>
              <p:nvPr userDrawn="1"/>
            </p:nvSpPr>
            <p:spPr>
              <a:xfrm>
                <a:off x="-3319415" y="3744238"/>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98" name="Groep 97">
                <a:extLst>
                  <a:ext uri="{FF2B5EF4-FFF2-40B4-BE49-F238E27FC236}">
                    <a16:creationId xmlns:a16="http://schemas.microsoft.com/office/drawing/2014/main" id="{94E5DFF1-70AE-4380-99CE-992E7B306D33}"/>
                  </a:ext>
                </a:extLst>
              </p:cNvPr>
              <p:cNvGrpSpPr/>
              <p:nvPr userDrawn="1"/>
            </p:nvGrpSpPr>
            <p:grpSpPr>
              <a:xfrm>
                <a:off x="-3408294" y="4834615"/>
                <a:ext cx="622283" cy="612919"/>
                <a:chOff x="12617641" y="3403239"/>
                <a:chExt cx="752963" cy="741634"/>
              </a:xfrm>
            </p:grpSpPr>
            <p:grpSp>
              <p:nvGrpSpPr>
                <p:cNvPr id="117" name="Groep 116">
                  <a:extLst>
                    <a:ext uri="{FF2B5EF4-FFF2-40B4-BE49-F238E27FC236}">
                      <a16:creationId xmlns:a16="http://schemas.microsoft.com/office/drawing/2014/main" id="{F80FD89A-1915-432B-A446-859988EB565F}"/>
                    </a:ext>
                  </a:extLst>
                </p:cNvPr>
                <p:cNvGrpSpPr/>
                <p:nvPr userDrawn="1"/>
              </p:nvGrpSpPr>
              <p:grpSpPr>
                <a:xfrm>
                  <a:off x="12771550" y="3403239"/>
                  <a:ext cx="467156" cy="448491"/>
                  <a:chOff x="12782177" y="3403239"/>
                  <a:chExt cx="467156" cy="448491"/>
                </a:xfrm>
              </p:grpSpPr>
              <p:grpSp>
                <p:nvGrpSpPr>
                  <p:cNvPr id="120" name="Groep 119">
                    <a:extLst>
                      <a:ext uri="{FF2B5EF4-FFF2-40B4-BE49-F238E27FC236}">
                        <a16:creationId xmlns:a16="http://schemas.microsoft.com/office/drawing/2014/main" id="{AAAC94F5-34DB-495D-84C0-03C772707046}"/>
                      </a:ext>
                    </a:extLst>
                  </p:cNvPr>
                  <p:cNvGrpSpPr/>
                  <p:nvPr userDrawn="1"/>
                </p:nvGrpSpPr>
                <p:grpSpPr>
                  <a:xfrm>
                    <a:off x="12782177" y="3403239"/>
                    <a:ext cx="412972" cy="396132"/>
                    <a:chOff x="13554906" y="3320109"/>
                    <a:chExt cx="443912" cy="425811"/>
                  </a:xfrm>
                </p:grpSpPr>
                <p:grpSp>
                  <p:nvGrpSpPr>
                    <p:cNvPr id="127" name="Groep 126">
                      <a:extLst>
                        <a:ext uri="{FF2B5EF4-FFF2-40B4-BE49-F238E27FC236}">
                          <a16:creationId xmlns:a16="http://schemas.microsoft.com/office/drawing/2014/main" id="{37FBB935-F65C-4D8B-AE7E-DBFC044A7292}"/>
                        </a:ext>
                      </a:extLst>
                    </p:cNvPr>
                    <p:cNvGrpSpPr/>
                    <p:nvPr userDrawn="1"/>
                  </p:nvGrpSpPr>
                  <p:grpSpPr>
                    <a:xfrm>
                      <a:off x="13554906" y="3320109"/>
                      <a:ext cx="443912" cy="425811"/>
                      <a:chOff x="12909684" y="1276143"/>
                      <a:chExt cx="443912" cy="425811"/>
                    </a:xfrm>
                  </p:grpSpPr>
                  <p:sp>
                    <p:nvSpPr>
                      <p:cNvPr id="130" name="Rechthoek 129">
                        <a:extLst>
                          <a:ext uri="{FF2B5EF4-FFF2-40B4-BE49-F238E27FC236}">
                            <a16:creationId xmlns:a16="http://schemas.microsoft.com/office/drawing/2014/main" id="{8B54F667-2E31-4804-9C66-4522C42837C7}"/>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31" name="Rechthoek 130">
                        <a:extLst>
                          <a:ext uri="{FF2B5EF4-FFF2-40B4-BE49-F238E27FC236}">
                            <a16:creationId xmlns:a16="http://schemas.microsoft.com/office/drawing/2014/main" id="{99A55D18-571D-4291-849D-0F3ACBFD1286}"/>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32" name="Ovaal 131">
                        <a:extLst>
                          <a:ext uri="{FF2B5EF4-FFF2-40B4-BE49-F238E27FC236}">
                            <a16:creationId xmlns:a16="http://schemas.microsoft.com/office/drawing/2014/main" id="{933C8FAF-0924-4EBF-8B3A-6BB25CD8C97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128" name="Afbeelding 127">
                      <a:extLst>
                        <a:ext uri="{FF2B5EF4-FFF2-40B4-BE49-F238E27FC236}">
                          <a16:creationId xmlns:a16="http://schemas.microsoft.com/office/drawing/2014/main" id="{3C85F10B-3BEF-4746-9B2A-47B0681ACD2E}"/>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2"/>
                      <a:ext cx="173367" cy="140220"/>
                    </a:xfrm>
                    <a:prstGeom prst="rect">
                      <a:avLst/>
                    </a:prstGeom>
                  </p:spPr>
                </p:pic>
                <p:pic>
                  <p:nvPicPr>
                    <p:cNvPr id="129" name="Afbeelding 128">
                      <a:extLst>
                        <a:ext uri="{FF2B5EF4-FFF2-40B4-BE49-F238E27FC236}">
                          <a16:creationId xmlns:a16="http://schemas.microsoft.com/office/drawing/2014/main" id="{6C553907-A2A3-40DB-A3C0-D53D6A9D2FEA}"/>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121" name="Groep 120">
                    <a:extLst>
                      <a:ext uri="{FF2B5EF4-FFF2-40B4-BE49-F238E27FC236}">
                        <a16:creationId xmlns:a16="http://schemas.microsoft.com/office/drawing/2014/main" id="{1453387B-5DC6-4226-8F2C-5C3D05E3A5DF}"/>
                      </a:ext>
                    </a:extLst>
                  </p:cNvPr>
                  <p:cNvGrpSpPr/>
                  <p:nvPr userDrawn="1"/>
                </p:nvGrpSpPr>
                <p:grpSpPr>
                  <a:xfrm>
                    <a:off x="13103513" y="3705268"/>
                    <a:ext cx="145820" cy="146462"/>
                    <a:chOff x="13096169" y="3602278"/>
                    <a:chExt cx="145820" cy="146462"/>
                  </a:xfrm>
                </p:grpSpPr>
                <p:sp>
                  <p:nvSpPr>
                    <p:cNvPr id="125" name="Rechthoek 124">
                      <a:extLst>
                        <a:ext uri="{FF2B5EF4-FFF2-40B4-BE49-F238E27FC236}">
                          <a16:creationId xmlns:a16="http://schemas.microsoft.com/office/drawing/2014/main" id="{A5898C26-55FD-49D8-8430-3CBFC21AACD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26" name="Rechthoek 125">
                      <a:extLst>
                        <a:ext uri="{FF2B5EF4-FFF2-40B4-BE49-F238E27FC236}">
                          <a16:creationId xmlns:a16="http://schemas.microsoft.com/office/drawing/2014/main" id="{A5E00885-1A21-4E3A-8A32-82C8E629AE2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122" name="Groep 121">
                    <a:extLst>
                      <a:ext uri="{FF2B5EF4-FFF2-40B4-BE49-F238E27FC236}">
                        <a16:creationId xmlns:a16="http://schemas.microsoft.com/office/drawing/2014/main" id="{6980EF5F-6DC5-49BE-BDC2-535129AF43F8}"/>
                      </a:ext>
                    </a:extLst>
                  </p:cNvPr>
                  <p:cNvGrpSpPr/>
                  <p:nvPr userDrawn="1"/>
                </p:nvGrpSpPr>
                <p:grpSpPr>
                  <a:xfrm rot="10800000">
                    <a:off x="13061402" y="3665637"/>
                    <a:ext cx="145820" cy="146462"/>
                    <a:chOff x="13096169" y="3602278"/>
                    <a:chExt cx="145820" cy="146462"/>
                  </a:xfrm>
                </p:grpSpPr>
                <p:sp>
                  <p:nvSpPr>
                    <p:cNvPr id="123" name="Rechthoek 122">
                      <a:extLst>
                        <a:ext uri="{FF2B5EF4-FFF2-40B4-BE49-F238E27FC236}">
                          <a16:creationId xmlns:a16="http://schemas.microsoft.com/office/drawing/2014/main" id="{243B2A72-775C-47D7-808E-C21A0943DA3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0E51FE48-AD5D-462D-9349-7E80D025EE20}"/>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118" name="Rechthoek 117">
                  <a:extLst>
                    <a:ext uri="{FF2B5EF4-FFF2-40B4-BE49-F238E27FC236}">
                      <a16:creationId xmlns:a16="http://schemas.microsoft.com/office/drawing/2014/main" id="{4706D330-A05E-4464-A8BE-FE8BFBF791DB}"/>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119" name="Gelijkbenige driehoek 118">
                  <a:extLst>
                    <a:ext uri="{FF2B5EF4-FFF2-40B4-BE49-F238E27FC236}">
                      <a16:creationId xmlns:a16="http://schemas.microsoft.com/office/drawing/2014/main" id="{55B9535A-BFFB-48D5-8F43-7E434CDC08E4}"/>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99" name="Groep 98">
                <a:extLst>
                  <a:ext uri="{FF2B5EF4-FFF2-40B4-BE49-F238E27FC236}">
                    <a16:creationId xmlns:a16="http://schemas.microsoft.com/office/drawing/2014/main" id="{C06C6BFF-CC64-4A34-AD5A-17CB5BE62623}"/>
                  </a:ext>
                </a:extLst>
              </p:cNvPr>
              <p:cNvGrpSpPr/>
              <p:nvPr userDrawn="1"/>
            </p:nvGrpSpPr>
            <p:grpSpPr>
              <a:xfrm>
                <a:off x="-3314821" y="2981448"/>
                <a:ext cx="1558053" cy="563933"/>
                <a:chOff x="-3314821" y="2981448"/>
                <a:chExt cx="1558053" cy="563933"/>
              </a:xfrm>
            </p:grpSpPr>
            <p:sp>
              <p:nvSpPr>
                <p:cNvPr id="103" name="Rechthoek 102">
                  <a:extLst>
                    <a:ext uri="{FF2B5EF4-FFF2-40B4-BE49-F238E27FC236}">
                      <a16:creationId xmlns:a16="http://schemas.microsoft.com/office/drawing/2014/main" id="{A42ACE2C-A067-413C-973A-C61877A8BFDF}"/>
                    </a:ext>
                  </a:extLst>
                </p:cNvPr>
                <p:cNvSpPr/>
                <p:nvPr userDrawn="1"/>
              </p:nvSpPr>
              <p:spPr>
                <a:xfrm>
                  <a:off x="-3314821" y="2981448"/>
                  <a:ext cx="1558053"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04" name="Rechthoek 103">
                  <a:extLst>
                    <a:ext uri="{FF2B5EF4-FFF2-40B4-BE49-F238E27FC236}">
                      <a16:creationId xmlns:a16="http://schemas.microsoft.com/office/drawing/2014/main" id="{3EA00E55-F6F3-4FA1-B2F6-A03CA781575B}"/>
                    </a:ext>
                  </a:extLst>
                </p:cNvPr>
                <p:cNvSpPr/>
                <p:nvPr userDrawn="1"/>
              </p:nvSpPr>
              <p:spPr>
                <a:xfrm>
                  <a:off x="-3304719" y="3235173"/>
                  <a:ext cx="15403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5" name="Tekstvak 104">
                  <a:extLst>
                    <a:ext uri="{FF2B5EF4-FFF2-40B4-BE49-F238E27FC236}">
                      <a16:creationId xmlns:a16="http://schemas.microsoft.com/office/drawing/2014/main" id="{DF2C31F3-2D7C-4A78-AAC7-B02DE1D48045}"/>
                    </a:ext>
                  </a:extLst>
                </p:cNvPr>
                <p:cNvSpPr txBox="1"/>
                <p:nvPr userDrawn="1"/>
              </p:nvSpPr>
              <p:spPr>
                <a:xfrm>
                  <a:off x="-3069820" y="3038892"/>
                  <a:ext cx="1089248"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Naar voorgrond</a:t>
                  </a:r>
                </a:p>
              </p:txBody>
            </p:sp>
            <p:sp>
              <p:nvSpPr>
                <p:cNvPr id="106" name="Tekstvak 105">
                  <a:extLst>
                    <a:ext uri="{FF2B5EF4-FFF2-40B4-BE49-F238E27FC236}">
                      <a16:creationId xmlns:a16="http://schemas.microsoft.com/office/drawing/2014/main" id="{A37F1B4F-F44A-4667-B73E-7B8195A45BEC}"/>
                    </a:ext>
                  </a:extLst>
                </p:cNvPr>
                <p:cNvSpPr txBox="1"/>
                <p:nvPr userDrawn="1"/>
              </p:nvSpPr>
              <p:spPr>
                <a:xfrm>
                  <a:off x="-3069820" y="3295269"/>
                  <a:ext cx="109851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Naar achtergrond</a:t>
                  </a:r>
                </a:p>
              </p:txBody>
            </p:sp>
            <p:sp>
              <p:nvSpPr>
                <p:cNvPr id="107" name="Vrije vorm: vorm 106">
                  <a:extLst>
                    <a:ext uri="{FF2B5EF4-FFF2-40B4-BE49-F238E27FC236}">
                      <a16:creationId xmlns:a16="http://schemas.microsoft.com/office/drawing/2014/main" id="{9EA4DE5F-5689-45A1-8DD1-78742797807A}"/>
                    </a:ext>
                  </a:extLst>
                </p:cNvPr>
                <p:cNvSpPr/>
                <p:nvPr userDrawn="1"/>
              </p:nvSpPr>
              <p:spPr>
                <a:xfrm>
                  <a:off x="-2051274" y="3365381"/>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108" name="Gelijkbenige driehoek 107">
                  <a:extLst>
                    <a:ext uri="{FF2B5EF4-FFF2-40B4-BE49-F238E27FC236}">
                      <a16:creationId xmlns:a16="http://schemas.microsoft.com/office/drawing/2014/main" id="{CEA660C8-4739-41BC-B0EE-61E6CC650D02}"/>
                    </a:ext>
                  </a:extLst>
                </p:cNvPr>
                <p:cNvSpPr/>
                <p:nvPr userDrawn="1"/>
              </p:nvSpPr>
              <p:spPr>
                <a:xfrm rot="5400000">
                  <a:off x="-1900674" y="3332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109" name="Groep 108">
                  <a:extLst>
                    <a:ext uri="{FF2B5EF4-FFF2-40B4-BE49-F238E27FC236}">
                      <a16:creationId xmlns:a16="http://schemas.microsoft.com/office/drawing/2014/main" id="{816D38AE-B657-4263-B4C8-5AE33C370EFE}"/>
                    </a:ext>
                  </a:extLst>
                </p:cNvPr>
                <p:cNvGrpSpPr/>
                <p:nvPr userDrawn="1"/>
              </p:nvGrpSpPr>
              <p:grpSpPr>
                <a:xfrm>
                  <a:off x="-3257052" y="3032066"/>
                  <a:ext cx="182309" cy="163794"/>
                  <a:chOff x="12832541" y="3162395"/>
                  <a:chExt cx="219532" cy="197236"/>
                </a:xfrm>
              </p:grpSpPr>
              <p:sp>
                <p:nvSpPr>
                  <p:cNvPr id="114" name="Rechthoek 113">
                    <a:extLst>
                      <a:ext uri="{FF2B5EF4-FFF2-40B4-BE49-F238E27FC236}">
                        <a16:creationId xmlns:a16="http://schemas.microsoft.com/office/drawing/2014/main" id="{C024ED60-F84E-4F6B-B4F4-B971CDD68FC1}"/>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15" name="Rechthoek 114">
                    <a:extLst>
                      <a:ext uri="{FF2B5EF4-FFF2-40B4-BE49-F238E27FC236}">
                        <a16:creationId xmlns:a16="http://schemas.microsoft.com/office/drawing/2014/main" id="{188EC64B-BF0A-4A99-80FB-8FF284E2A8E5}"/>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16" name="Rechthoek 115">
                    <a:extLst>
                      <a:ext uri="{FF2B5EF4-FFF2-40B4-BE49-F238E27FC236}">
                        <a16:creationId xmlns:a16="http://schemas.microsoft.com/office/drawing/2014/main" id="{067CECB3-73E5-44B1-9920-473D84E6FF43}"/>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grpSp>
              <p:nvGrpSpPr>
                <p:cNvPr id="110" name="Groep 109">
                  <a:extLst>
                    <a:ext uri="{FF2B5EF4-FFF2-40B4-BE49-F238E27FC236}">
                      <a16:creationId xmlns:a16="http://schemas.microsoft.com/office/drawing/2014/main" id="{F562F73E-3F54-46A9-A893-4512D4FD7DBB}"/>
                    </a:ext>
                  </a:extLst>
                </p:cNvPr>
                <p:cNvGrpSpPr/>
                <p:nvPr userDrawn="1"/>
              </p:nvGrpSpPr>
              <p:grpSpPr>
                <a:xfrm>
                  <a:off x="-3257053" y="3276580"/>
                  <a:ext cx="182309" cy="163794"/>
                  <a:chOff x="12832541" y="3162395"/>
                  <a:chExt cx="219532" cy="197236"/>
                </a:xfrm>
              </p:grpSpPr>
              <p:sp>
                <p:nvSpPr>
                  <p:cNvPr id="111" name="Rechthoek 110">
                    <a:extLst>
                      <a:ext uri="{FF2B5EF4-FFF2-40B4-BE49-F238E27FC236}">
                        <a16:creationId xmlns:a16="http://schemas.microsoft.com/office/drawing/2014/main" id="{43686B16-0BC8-457E-94ED-CFC732066B0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12" name="Rechthoek 111">
                    <a:extLst>
                      <a:ext uri="{FF2B5EF4-FFF2-40B4-BE49-F238E27FC236}">
                        <a16:creationId xmlns:a16="http://schemas.microsoft.com/office/drawing/2014/main" id="{42E3C9DB-6D55-4A49-96CC-832B01F063A7}"/>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13" name="Rechthoek 112">
                    <a:extLst>
                      <a:ext uri="{FF2B5EF4-FFF2-40B4-BE49-F238E27FC236}">
                        <a16:creationId xmlns:a16="http://schemas.microsoft.com/office/drawing/2014/main" id="{4C9095B4-EE84-479B-B1EC-09F251413848}"/>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grpSp>
          <p:grpSp>
            <p:nvGrpSpPr>
              <p:cNvPr id="100" name="ICOON_info">
                <a:extLst>
                  <a:ext uri="{FF2B5EF4-FFF2-40B4-BE49-F238E27FC236}">
                    <a16:creationId xmlns:a16="http://schemas.microsoft.com/office/drawing/2014/main" id="{B7444F33-5CF8-4D71-97DF-4074EB2338E6}"/>
                  </a:ext>
                </a:extLst>
              </p:cNvPr>
              <p:cNvGrpSpPr/>
              <p:nvPr userDrawn="1"/>
            </p:nvGrpSpPr>
            <p:grpSpPr>
              <a:xfrm>
                <a:off x="-376736" y="5498637"/>
                <a:ext cx="283685" cy="283685"/>
                <a:chOff x="-510741" y="5913713"/>
                <a:chExt cx="267555" cy="267555"/>
              </a:xfrm>
            </p:grpSpPr>
            <p:sp>
              <p:nvSpPr>
                <p:cNvPr id="101" name="Ovaal 100">
                  <a:extLst>
                    <a:ext uri="{FF2B5EF4-FFF2-40B4-BE49-F238E27FC236}">
                      <a16:creationId xmlns:a16="http://schemas.microsoft.com/office/drawing/2014/main" id="{019CE8C9-DFFC-4433-9ADF-5C10C5A02375}"/>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102" name="Graphic 163" descr="Informatie">
                  <a:extLst>
                    <a:ext uri="{FF2B5EF4-FFF2-40B4-BE49-F238E27FC236}">
                      <a16:creationId xmlns:a16="http://schemas.microsoft.com/office/drawing/2014/main" id="{7B734545-2529-4276-9AE7-16C2416BE5D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343289421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guide id="4" pos="735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08552"/>
            <a:ext cx="11160125" cy="883711"/>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p:txBody>
          <a:bodyPr/>
          <a:lstStyle/>
          <a:p>
            <a:endParaRPr lang="nl-NL" noProof="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p:txBody>
          <a:bodyPr/>
          <a:lstStyle/>
          <a:p>
            <a:r>
              <a:rPr lang="en-US" noProof="0"/>
              <a:t>Analytics for a Better World, Lecture 1</a:t>
            </a:r>
            <a:endParaRPr lang="nl-NL" noProof="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p:txBody>
          <a:bodyPr/>
          <a:lstStyle/>
          <a:p>
            <a:fld id="{D7B5DC5B-6873-43DB-ADC7-B15ACCE0DFDB}" type="slidenum">
              <a:rPr lang="nl-NL" noProof="0" smtClean="0"/>
              <a:t>‹#›</a:t>
            </a:fld>
            <a:endParaRPr lang="nl-NL" noProof="0"/>
          </a:p>
        </p:txBody>
      </p:sp>
      <p:sp>
        <p:nvSpPr>
          <p:cNvPr id="9" name="Rechthoek: afgeronde hoeken 8">
            <a:extLst>
              <a:ext uri="{FF2B5EF4-FFF2-40B4-BE49-F238E27FC236}">
                <a16:creationId xmlns:a16="http://schemas.microsoft.com/office/drawing/2014/main" id="{2FAFD85F-1CD5-417B-8535-BEABB655C122}"/>
              </a:ext>
            </a:extLst>
          </p:cNvPr>
          <p:cNvSpPr/>
          <p:nvPr userDrawn="1"/>
        </p:nvSpPr>
        <p:spPr>
          <a:xfrm>
            <a:off x="0" y="-429492"/>
            <a:ext cx="838371"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TEXT</a:t>
            </a:r>
          </a:p>
        </p:txBody>
      </p:sp>
      <p:grpSp>
        <p:nvGrpSpPr>
          <p:cNvPr id="10" name="INSTRUCTIE">
            <a:extLst>
              <a:ext uri="{FF2B5EF4-FFF2-40B4-BE49-F238E27FC236}">
                <a16:creationId xmlns:a16="http://schemas.microsoft.com/office/drawing/2014/main" id="{EE76A28D-A3C8-459F-B9EB-BD0FF74D066F}"/>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C8D81F7B-BEAB-418E-A995-F1D2DA57CA67}"/>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75B0200C-51BA-4A65-AD41-0272157A4D6E}"/>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30338650-CD30-43AC-A37E-BDD65A077323}"/>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B51CB4E4-DF47-4B4F-8795-065622FF75B0}"/>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A263E605-0E3D-4DF8-90E8-B3A6FE5B5A32}"/>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C39EBA4E-62DF-4C4C-A796-9A1BCE39E8D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F3F5B7EE-E6BA-4BD1-B451-06A71A4E86A2}"/>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57C14B0F-28AD-47EC-B0E5-79412FEF5EF1}"/>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7E92BB16-0122-4E6F-B09B-BC23D9918399}"/>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A3F5B278-1943-434B-B3F3-9EE947CACCC8}"/>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5381DB7F-EA18-44F7-AD2E-8426C0BFF993}"/>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08731956-459C-4C62-8018-87ED37FA4D29}"/>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13B8C999-29AD-4195-B9BE-F6C994253581}"/>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7EBE707E-ADCB-4B3F-86CA-10C2B9F2C93F}"/>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82AFF5EE-1A40-40B5-B782-72A5DC4E231B}"/>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8B04C3AB-6039-480C-B82C-5506D50FF2F8}"/>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B7628D90-D666-490C-9C0E-D6A238613486}"/>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B61C2679-5812-41F9-ABB0-489FA63CEA29}"/>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3F7E38D4-3528-4403-A390-60F4995A5AD2}"/>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30463E74-17F3-4BFC-93AB-FA84B6D14BA7}"/>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F27E3ADD-8335-4A19-ACCA-598539F7585A}"/>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B80E8D90-7237-4FDA-8BA5-E4638F464E7B}"/>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FB0628B6-EE3B-4D9B-A855-833ADB83C7C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551F99C7-00F8-48C6-9902-C2BA3D5B393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A99364E9-EF47-4CCA-9165-D98304225B5B}"/>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8F1AA1ED-575E-4D03-9112-A719FD545CED}"/>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B590A140-6320-45E6-8E5F-652AD1E180A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55ED7BE2-B025-46F2-AC80-2B9B4FEF2788}"/>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210C971A-6708-46A3-BA2E-0970AD6B3E13}"/>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ADF107A9-B1B0-4932-938E-05F66CFE9F1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0173EB37-8DE9-48C9-9A32-D19BEAF7AF9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5F8FF54F-AA9B-491B-904D-91196F52E83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D52ECAC2-75A5-4A19-8E79-70EE252DB07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B70333BA-A0AC-4834-A869-5AB51A2828C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F7B8CE40-2BA4-430C-A88C-09611E64C27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7F4A857A-2741-46E8-970C-EC45C5C55EA8}"/>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DBDB84F0-1ED0-4361-9FB5-0102E8E4E718}"/>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E9CC1A39-1C20-4DA4-8BAF-5636CF99D50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17DF3556-396C-4618-9145-AA626612083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BCCECF60-9D64-46E0-B5E3-9CC0EA56B81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2CF1D770-23A6-4547-9B14-04F956CD879D}"/>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075B4E3B-9D99-4AA0-BB44-9698E29AD1D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B18927D9-0041-49D3-89AE-674801AFE0B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26EAC5B8-A561-4CAB-B849-7FBEE1EFCBDA}"/>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93540C4D-A658-49FF-818A-45C3A66FB608}"/>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2BF6B0FE-78A3-4349-829E-A028C9EC821D}"/>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A211A2AC-5E60-4B62-B89F-E67E9E6C3AA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E6252745-B230-4089-87FC-6F63DBB4718B}"/>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821B2855-3D15-4207-B78E-C4EECEB8A0FD}"/>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08B4186A-152A-45D8-B6FB-DADD263C1A23}"/>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4427D902-CD91-499C-905C-89B7E2D7434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063213FC-6FF2-4F5E-8F99-B4041EFF812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D3B62E62-6A94-4529-A36E-AB2B9E2C419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F7918297-36E7-47D4-89D1-DD169F2869E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15160588-DAD8-4117-8373-9CB379553CD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B653090F-28FC-45D4-8907-D3D486448C6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ECBA121-91EE-4233-8364-4DA2A2C5A9E4}"/>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20ACFAB7-6596-47B1-8C7C-7C49E2D78048}"/>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E969D1F0-F4F3-4A44-A550-E5F578F7CE10}"/>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4E612719-527D-4AAF-B2A0-660A4B38868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9E505B01-E686-49A5-A590-26D45862956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0A60FF25-9598-4583-AE62-1CE4BE0A5F0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91725DAD-4FEF-4648-B1C0-E196E07C259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5D1E541F-FE44-49F0-8489-CDC2CFF3D38B}"/>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68D117EB-1762-4D26-8CB1-4BBD8B0D55F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sp>
        <p:nvSpPr>
          <p:cNvPr id="78" name="Tijdelijke aanduiding voor tekst 2">
            <a:extLst>
              <a:ext uri="{FF2B5EF4-FFF2-40B4-BE49-F238E27FC236}">
                <a16:creationId xmlns:a16="http://schemas.microsoft.com/office/drawing/2014/main" id="{9C25F0DE-0D05-4209-B686-A34EB538509E}"/>
              </a:ext>
            </a:extLst>
          </p:cNvPr>
          <p:cNvSpPr>
            <a:spLocks noGrp="1"/>
          </p:cNvSpPr>
          <p:nvPr>
            <p:ph idx="1" hasCustomPrompt="1"/>
          </p:nvPr>
        </p:nvSpPr>
        <p:spPr>
          <a:xfrm>
            <a:off x="515936" y="2017484"/>
            <a:ext cx="11160125" cy="3805586"/>
          </a:xfrm>
          <a:prstGeom prst="rect">
            <a:avLst/>
          </a:prstGeom>
        </p:spPr>
        <p:txBody>
          <a:bodyPr vert="horz" lIns="0" tIns="0" rIns="0" bIns="0" rtlCol="0" anchor="ctr">
            <a:noAutofit/>
          </a:bodyPr>
          <a:lstStyle>
            <a:lvl1pPr marL="0" indent="0">
              <a:spcBef>
                <a:spcPts val="0"/>
              </a:spcBef>
              <a:spcAft>
                <a:spcPts val="0"/>
              </a:spcAft>
              <a:buNone/>
              <a:defRPr sz="2400"/>
            </a:lvl1pPr>
          </a:lstStyle>
          <a:p>
            <a:r>
              <a:rPr lang="nl-NL" dirty="0"/>
              <a:t>Lorem ipsum dolor sit amet, consectetuer adipiscing elit. Maecenas porttitor congue massa. Fusce posuere, magna sed pulvinar ultricies, purus lectus malesuada libero, sit amet commodo magna eros quis </a:t>
            </a:r>
            <a:r>
              <a:rPr lang="nl-NL" dirty="0" err="1"/>
              <a:t>urna</a:t>
            </a:r>
            <a:r>
              <a:rPr lang="nl-NL" dirty="0"/>
              <a:t>.</a:t>
            </a:r>
          </a:p>
        </p:txBody>
      </p:sp>
    </p:spTree>
    <p:extLst>
      <p:ext uri="{BB962C8B-B14F-4D97-AF65-F5344CB8AC3E}">
        <p14:creationId xmlns:p14="http://schemas.microsoft.com/office/powerpoint/2010/main" val="19844902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714375"/>
            <a:ext cx="11160124" cy="877888"/>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209809"/>
            <a:ext cx="2933400" cy="151790"/>
          </a:xfrm>
        </p:spPr>
        <p:txBody>
          <a:bodyPr/>
          <a:lstStyle/>
          <a:p>
            <a:endParaRPr lang="nl-NL" noProof="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209809"/>
            <a:ext cx="4114800" cy="151790"/>
          </a:xfrm>
        </p:spPr>
        <p:txBody>
          <a:bodyPr/>
          <a:lstStyle/>
          <a:p>
            <a:r>
              <a:rPr lang="en-US" noProof="0"/>
              <a:t>Analytics for a Better World, Lecture 1</a:t>
            </a:r>
            <a:endParaRPr lang="nl-NL" noProof="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209809"/>
            <a:ext cx="284597" cy="151790"/>
          </a:xfrm>
        </p:spPr>
        <p:txBody>
          <a:bodyPr/>
          <a:lstStyle/>
          <a:p>
            <a:fld id="{D7B5DC5B-6873-43DB-ADC7-B15ACCE0DFDB}" type="slidenum">
              <a:rPr lang="nl-NL" noProof="0" smtClean="0"/>
              <a:t>‹#›</a:t>
            </a:fld>
            <a:endParaRPr lang="nl-NL" noProof="0"/>
          </a:p>
        </p:txBody>
      </p:sp>
      <p:sp>
        <p:nvSpPr>
          <p:cNvPr id="9" name="Rechthoek: afgeronde hoeken 8">
            <a:extLst>
              <a:ext uri="{FF2B5EF4-FFF2-40B4-BE49-F238E27FC236}">
                <a16:creationId xmlns:a16="http://schemas.microsoft.com/office/drawing/2014/main" id="{2FAFD85F-1CD5-417B-8535-BEABB655C122}"/>
              </a:ext>
            </a:extLst>
          </p:cNvPr>
          <p:cNvSpPr/>
          <p:nvPr userDrawn="1"/>
        </p:nvSpPr>
        <p:spPr>
          <a:xfrm>
            <a:off x="0" y="-429492"/>
            <a:ext cx="2102370"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TITLE + </a:t>
            </a:r>
            <a:r>
              <a:rPr lang="nl-NL" sz="2400" b="1" cap="all" baseline="0" noProof="0" err="1">
                <a:solidFill>
                  <a:schemeClr val="accent2"/>
                </a:solidFill>
                <a:latin typeface="+mj-lt"/>
              </a:rPr>
              <a:t>Text</a:t>
            </a:r>
            <a:endParaRPr lang="nl-NL" sz="2400" b="1" cap="all" baseline="0" noProof="0">
              <a:solidFill>
                <a:schemeClr val="accent2"/>
              </a:solidFill>
              <a:latin typeface="+mj-lt"/>
            </a:endParaRPr>
          </a:p>
        </p:txBody>
      </p:sp>
      <p:sp>
        <p:nvSpPr>
          <p:cNvPr id="8" name="Tijdelijke aanduiding voor inhoud 7">
            <a:extLst>
              <a:ext uri="{FF2B5EF4-FFF2-40B4-BE49-F238E27FC236}">
                <a16:creationId xmlns:a16="http://schemas.microsoft.com/office/drawing/2014/main" id="{89CFA5EB-A715-4203-AA8B-80EFC5E8E7E3}"/>
              </a:ext>
            </a:extLst>
          </p:cNvPr>
          <p:cNvSpPr>
            <a:spLocks noGrp="1"/>
          </p:cNvSpPr>
          <p:nvPr>
            <p:ph sz="quarter" idx="16" hasCustomPrompt="1"/>
          </p:nvPr>
        </p:nvSpPr>
        <p:spPr>
          <a:xfrm>
            <a:off x="515936" y="2000621"/>
            <a:ext cx="11160125" cy="4339854"/>
          </a:xfrm>
        </p:spPr>
        <p:txBody>
          <a:body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Reading </a:t>
            </a:r>
            <a:r>
              <a:rPr lang="nl-NL" noProof="0" dirty="0" err="1"/>
              <a:t>text</a:t>
            </a:r>
            <a:endParaRPr lang="nl-NL" noProof="0" dirty="0"/>
          </a:p>
          <a:p>
            <a:pPr lvl="4"/>
            <a:r>
              <a:rPr lang="nl-NL" noProof="0" dirty="0" err="1"/>
              <a:t>Heading</a:t>
            </a:r>
            <a:r>
              <a:rPr lang="nl-NL" noProof="0" dirty="0"/>
              <a:t> #1</a:t>
            </a:r>
          </a:p>
          <a:p>
            <a:pPr lvl="5"/>
            <a:r>
              <a:rPr lang="nl-NL" noProof="0" dirty="0"/>
              <a:t>HEADING #2</a:t>
            </a:r>
          </a:p>
          <a:p>
            <a:pPr lvl="6"/>
            <a:r>
              <a:rPr lang="nl-NL" noProof="0" dirty="0" err="1"/>
              <a:t>Numeric</a:t>
            </a:r>
            <a:r>
              <a:rPr lang="nl-NL" noProof="0" dirty="0"/>
              <a:t> </a:t>
            </a:r>
            <a:r>
              <a:rPr lang="nl-NL" noProof="0" dirty="0" err="1"/>
              <a:t>bullet</a:t>
            </a:r>
            <a:endParaRPr lang="nl-NL" noProof="0" dirty="0"/>
          </a:p>
          <a:p>
            <a:pPr lvl="7"/>
            <a:r>
              <a:rPr lang="nl-NL" noProof="0" dirty="0" err="1"/>
              <a:t>Alphabet</a:t>
            </a:r>
            <a:r>
              <a:rPr lang="nl-NL" noProof="0" dirty="0"/>
              <a:t> </a:t>
            </a:r>
            <a:r>
              <a:rPr lang="nl-NL" noProof="0" dirty="0" err="1"/>
              <a:t>bullet</a:t>
            </a:r>
            <a:endParaRPr lang="nl-NL" noProof="0" dirty="0"/>
          </a:p>
          <a:p>
            <a:pPr lvl="8"/>
            <a:r>
              <a:rPr lang="nl-NL" noProof="0" dirty="0"/>
              <a:t>Sub-</a:t>
            </a:r>
            <a:r>
              <a:rPr lang="nl-NL" noProof="0" dirty="0" err="1"/>
              <a:t>bullet</a:t>
            </a:r>
            <a:endParaRPr lang="nl-NL" noProof="0" dirty="0"/>
          </a:p>
        </p:txBody>
      </p:sp>
      <p:grpSp>
        <p:nvGrpSpPr>
          <p:cNvPr id="10" name="INSTRUCTIE">
            <a:extLst>
              <a:ext uri="{FF2B5EF4-FFF2-40B4-BE49-F238E27FC236}">
                <a16:creationId xmlns:a16="http://schemas.microsoft.com/office/drawing/2014/main" id="{B68B1799-267D-40C1-978E-791FD1817052}"/>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D005737B-87BF-4148-89B5-61E14DBF5BBA}"/>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6C03F6EA-F302-4459-9E58-DCD9AD37D393}"/>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73DE22DE-7259-4921-BA07-ABBB6FBBB685}"/>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72C925F8-213D-4C5F-B472-79A0B2462966}"/>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7A52F75E-87D3-49FB-860D-C8E387834B7D}"/>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CF3F310D-94F7-4356-B8AE-4CD5FB71354E}"/>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325B7075-DB10-4A53-A033-DAE228E14843}"/>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EFBEAC73-A3DF-43D2-9FEB-AAFF36C4E807}"/>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A893B78C-FA07-4B86-AB35-C63BE7314629}"/>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3340C062-8708-4A3A-894C-87764F366379}"/>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A5776756-5E60-4D19-B58C-7036B2FAB4F5}"/>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D5FEEBC3-96AB-4026-8BD2-4D049E39609C}"/>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092E5DDE-EF15-4B29-99D6-E7183D5AB3B8}"/>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195E7E71-AF70-4EEC-B4B3-733CF888AF38}"/>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E2AEE949-7C75-4595-9DF9-61C8554E6052}"/>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EF106E88-3D95-4176-9B5E-A0888AE76E7A}"/>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54326F27-C433-4AE3-8A11-FBDED34F626D}"/>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60E2461F-8013-4A16-B305-4AFCC2B58B9C}"/>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8B79F914-BBD7-4D03-BA7D-0BEBDD4712DC}"/>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E7BE4E52-C2DD-447D-AE60-C2CF6C733B41}"/>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D364C66C-AF5C-4D42-AD7B-A9550CCCC6F6}"/>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22C787FE-67CB-4E1B-911E-0C8C675AB4DF}"/>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0701E92D-C096-469B-8611-73C65F1B477C}"/>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8AD36868-2553-42DD-BF95-E9500436E91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83049E2D-911F-46C8-99F6-69D5170FBAA9}"/>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6E8CF34E-0862-40CB-B7D2-F339E80A41DC}"/>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C1C14C9D-1CC5-4D08-B7CD-35FFD1FFF14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17796CB5-7716-41A3-AFD9-F04A0CB8A971}"/>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C8E8384B-A4F6-46C2-962F-8910A3D2C7CA}"/>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524D5E23-1906-44BD-A715-12E1388D624F}"/>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8A46D57-A81A-44C9-86D0-CF7B7B899A0B}"/>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0B38E978-A6D6-4D46-9847-B14B79859C1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BF674CC3-3B9C-4007-B7FD-E9774EE216C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950E4736-4697-4E91-B4E2-DD47C9854F5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0FEDBB3C-6DD2-4F86-8C68-A8629D89EEF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A8846914-B9F3-430E-9DBC-3A68F43F4063}"/>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C371C794-098D-42F5-9526-122B69303551}"/>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C0D869B4-795C-4213-9929-486C6DD158B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F23CA068-9643-450A-B697-1DA8EA6B7C71}"/>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7E2E3424-54C3-473E-958D-7F818724A0E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05A7F8F1-B70A-4D27-AB97-6B5BB377969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870E2E15-1F06-4F6B-AD99-46C6BA599AE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578A7B73-0774-4E03-AE72-59BAFBAB781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40FEED9-1B3E-4F4D-9D27-C0A4AD27750E}"/>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5BE0FBC7-BDB4-4AC8-A8AC-4CAA69483375}"/>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AF30C98F-B83C-4BBF-BC74-830609F4F6A8}"/>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A42B3137-0770-448B-846F-27BD93028131}"/>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A56437D8-EEF0-4B92-918B-91EF9129CD8B}"/>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E731D860-8846-4695-99B0-35A085758E0D}"/>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98A3CC7D-8589-40FB-BB93-595DF0D5613D}"/>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41ADB261-BC5A-455F-9A8B-6D282EA4BC9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04063C17-4CCB-4C62-8A88-36845A186895}"/>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1848501C-9FE8-48D6-938E-59D991C76D9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92E95E52-8895-406D-8E9B-E3995BE7507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7B339DD0-A180-4451-ABC3-DE956CA40A4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613FD976-551C-4192-8F4B-26A61A5464E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E1AAAB96-1C5F-4947-AD81-D9FAE4EA2EA5}"/>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53F1AB1D-B73A-4DDD-892D-EC31C9A7A8AD}"/>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8A4CD250-3377-4650-9D4A-DC5D7A0A0A1C}"/>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96B05F8B-42A9-49B8-B88E-980A1D882DE9}"/>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7807210B-A59E-4D3A-BBE5-4EAA5F66C4C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3DBAEB08-24EF-4569-9A7E-F1C1FCBFE3F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E0ACBDEC-2F7E-42EF-924B-2546ACF9A3F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2D535ABB-4BCE-49F7-8D6B-26F429C3E94B}"/>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A254AE7F-59C5-4832-9915-2AE0210EDAD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43560686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0% TEXT + 30% IMAG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1756319"/>
            <a:ext cx="7675562" cy="869476"/>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3065250"/>
            <a:ext cx="7675562" cy="2239179"/>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Reading </a:t>
            </a:r>
            <a:r>
              <a:rPr lang="nl-NL" noProof="0" dirty="0" err="1"/>
              <a:t>text</a:t>
            </a:r>
            <a:endParaRPr lang="nl-NL" noProof="0" dirty="0"/>
          </a:p>
          <a:p>
            <a:pPr lvl="4"/>
            <a:r>
              <a:rPr lang="nl-NL" noProof="0" dirty="0" err="1"/>
              <a:t>Heading</a:t>
            </a:r>
            <a:r>
              <a:rPr lang="nl-NL" noProof="0" dirty="0"/>
              <a:t> #1</a:t>
            </a:r>
          </a:p>
          <a:p>
            <a:pPr lvl="5"/>
            <a:r>
              <a:rPr lang="nl-NL" noProof="0" dirty="0" err="1"/>
              <a:t>heading</a:t>
            </a:r>
            <a:r>
              <a:rPr lang="nl-NL" noProof="0" dirty="0"/>
              <a:t> #2</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20909"/>
            <a:ext cx="2933400" cy="151790"/>
          </a:xfrm>
        </p:spPr>
        <p:txBody>
          <a:bodyPr/>
          <a:lstStyle/>
          <a:p>
            <a:endParaRPr lang="nl-NL" noProof="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20909"/>
            <a:ext cx="4114800" cy="151790"/>
          </a:xfrm>
        </p:spPr>
        <p:txBody>
          <a:bodyPr/>
          <a:lstStyle/>
          <a:p>
            <a:r>
              <a:rPr lang="en-US" noProof="0"/>
              <a:t>Analytics for a Better World, Lecture 1</a:t>
            </a:r>
            <a:endParaRPr lang="nl-NL" noProof="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36784"/>
            <a:ext cx="284597" cy="151790"/>
          </a:xfrm>
        </p:spPr>
        <p:txBody>
          <a:bodyPr/>
          <a:lstStyle/>
          <a:p>
            <a:fld id="{D7B5DC5B-6873-43DB-ADC7-B15ACCE0DFDB}" type="slidenum">
              <a:rPr lang="nl-NL" noProof="0" smtClean="0"/>
              <a:t>‹#›</a:t>
            </a:fld>
            <a:endParaRPr lang="nl-NL" noProof="0"/>
          </a:p>
        </p:txBody>
      </p:sp>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p:nvPr>
        </p:nvSpPr>
        <p:spPr>
          <a:xfrm>
            <a:off x="8720380" y="0"/>
            <a:ext cx="3471619" cy="6857999"/>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9" name="Rechthoek: afgeronde hoeken 8">
            <a:extLst>
              <a:ext uri="{FF2B5EF4-FFF2-40B4-BE49-F238E27FC236}">
                <a16:creationId xmlns:a16="http://schemas.microsoft.com/office/drawing/2014/main" id="{5B9F994C-DE97-4651-AC4C-04B1D6F1B0A1}"/>
              </a:ext>
            </a:extLst>
          </p:cNvPr>
          <p:cNvSpPr/>
          <p:nvPr userDrawn="1"/>
        </p:nvSpPr>
        <p:spPr>
          <a:xfrm>
            <a:off x="0" y="-429492"/>
            <a:ext cx="361804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70% TEXT + 30% IMAGE</a:t>
            </a:r>
          </a:p>
        </p:txBody>
      </p:sp>
      <p:grpSp>
        <p:nvGrpSpPr>
          <p:cNvPr id="11" name="INSTRUCTIE">
            <a:extLst>
              <a:ext uri="{FF2B5EF4-FFF2-40B4-BE49-F238E27FC236}">
                <a16:creationId xmlns:a16="http://schemas.microsoft.com/office/drawing/2014/main" id="{6AF41F7E-3678-4136-AAC2-2DD38BDFC386}"/>
              </a:ext>
            </a:extLst>
          </p:cNvPr>
          <p:cNvGrpSpPr/>
          <p:nvPr userDrawn="1"/>
        </p:nvGrpSpPr>
        <p:grpSpPr>
          <a:xfrm>
            <a:off x="-3786437" y="0"/>
            <a:ext cx="3693386" cy="5359349"/>
            <a:chOff x="-3786437" y="0"/>
            <a:chExt cx="3693386" cy="5359349"/>
          </a:xfrm>
        </p:grpSpPr>
        <p:sp>
          <p:nvSpPr>
            <p:cNvPr id="12" name="Rechthoek 11">
              <a:extLst>
                <a:ext uri="{FF2B5EF4-FFF2-40B4-BE49-F238E27FC236}">
                  <a16:creationId xmlns:a16="http://schemas.microsoft.com/office/drawing/2014/main" id="{9766E1AB-F283-4521-8317-E4600CEAB46E}"/>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13" name="Ovaal 12">
              <a:extLst>
                <a:ext uri="{FF2B5EF4-FFF2-40B4-BE49-F238E27FC236}">
                  <a16:creationId xmlns:a16="http://schemas.microsoft.com/office/drawing/2014/main" id="{56EA111F-F9B6-43BA-8BBD-ED2411B0A4B0}"/>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4" name="Rechthoek 13">
              <a:extLst>
                <a:ext uri="{FF2B5EF4-FFF2-40B4-BE49-F238E27FC236}">
                  <a16:creationId xmlns:a16="http://schemas.microsoft.com/office/drawing/2014/main" id="{61937BDC-B3BE-4558-A79F-E2397FC85469}"/>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5" name="Ovaal 14">
              <a:extLst>
                <a:ext uri="{FF2B5EF4-FFF2-40B4-BE49-F238E27FC236}">
                  <a16:creationId xmlns:a16="http://schemas.microsoft.com/office/drawing/2014/main" id="{639713DD-CF52-4FF5-A5C0-6EC1C7FF6739}"/>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A2CD90E0-5428-41B9-9D26-18642CFE689D}"/>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471FD58D-3472-4767-9A5A-2DE0DA104BE2}"/>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80E16B03-6BCC-43F7-9303-9DCD6B2C3DAD}"/>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C2BFC0B6-2AC0-4931-B4B0-F0DF16E89A63}"/>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BAF0AF3F-4AE8-4BAB-A69E-13D9A1D47B11}"/>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3ED08A1E-C851-40AA-865F-6782DD238466}"/>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B1C5C027-D08B-4A92-9FED-FA22AEC63186}"/>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428EE896-51BA-4CE3-994B-05F484287945}"/>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7D4AAB55-3CC1-46BA-9CD1-E0A8AD6761B4}"/>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AEAD2B84-5E90-4217-A145-FAEDC26782F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654B3537-8FA9-4E86-B012-B09D46BA8841}"/>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C985FD35-2242-44B1-82AC-0A39A083617C}"/>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21E53785-EED5-4165-9E84-F064F3A68276}"/>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1B1764C4-7416-449C-A081-BAFD1518EC28}"/>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EBF4C72A-2710-49C1-9698-08E162CA2339}"/>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6248734B-8868-49A1-BB15-BAF09284BD60}"/>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4A6FDE9A-0FEA-49FB-ADB1-3D575270096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8BD92A04-0810-4B10-A55D-1049DE6B8515}"/>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AD87EC68-D799-43D9-842E-F8EBCC8CF682}"/>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1B4636BA-B426-45BE-B244-BA847709429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09CCD4EC-1BE4-4C0B-8D4A-004FFCAF47AA}"/>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92CB472F-9666-4691-838B-D884CFE730A3}"/>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5036B019-EAA6-4496-A0CF-C264DCD4585A}"/>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DBEA2041-66FD-4F51-91F6-401EA28468D3}"/>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F3E62CA5-552B-48CA-AC51-FBC26541DE83}"/>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5796A851-C7AA-4CE1-9107-CFEBF607342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F1CBE5BF-3C05-4D49-9AA6-6E74D925649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1BFB0E88-6B2E-42F3-A6A6-744D19442FB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EBD26498-10BB-4EFD-9848-9E808E4E1B4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F31D293A-7A65-4E9F-8DC8-44B95602204E}"/>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65DFADBE-63B6-42E6-ABA5-69209619433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04C3A618-29E0-454B-96F1-FBE18D6F8FD0}"/>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46274155-D9CC-4847-A381-4DF9C88A71F5}"/>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F67E8EF3-813F-4043-AAF9-C89796FE0D34}"/>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F326B48A-ED8B-45CB-BA8F-9F49F329BA5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21670537-94ED-42B3-A133-C8328760ADF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60759544-7635-4A1A-A256-73D2BAAE122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500064BF-AD08-4590-8658-E190E88B4B37}"/>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DD6C01EB-FA3C-42B1-9C0E-FF21270D9ED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CE50FD9-5E79-48BD-96A6-09FEA9748196}"/>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9166BB64-E197-41A4-92DF-EE7E2EA831BA}"/>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BA172E9A-5191-4819-85A4-6544EE4ABA6A}"/>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5990D543-7A10-44B1-A2F3-DF8FD4A97F34}"/>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C10941DB-ED02-4ED4-828E-6215AB202EFD}"/>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2218071D-65B8-4F17-8D16-DBD55DFDB0DF}"/>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93F879FD-DF2A-4308-B9D1-D8F11D11E0FA}"/>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4EF1E636-24D6-4CD0-8E4F-8CC92AE0E656}"/>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D074A65C-80AF-4844-81B7-5E3F7B42696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1AB84E05-2A0E-4479-B9C1-1B82B96CD326}"/>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E6618C8A-80CD-44A3-9686-F2DF5F5A5CA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57CDB882-8295-45F4-80BE-E99A77ABCC1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DA179E4D-56E6-4C43-BBC1-A875E80C9A47}"/>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F315E4F3-B18F-4AB3-A935-7ABB36556509}"/>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31D20E1F-B72F-4141-91FD-35606E34E026}"/>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3938D374-0167-40F2-B052-F75A31E6C0CA}"/>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9B63684B-64C3-4EDF-A4FB-A2946B9370B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B5C81E11-11D6-4C10-9A6B-6A2AC7607C1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26E5E313-AB35-4C81-B408-30F4509A65FC}"/>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5BED3358-D640-4FEF-AC65-6756422AA47D}"/>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976C538A-0432-4A7D-A7BA-14782B1DC3A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2A974B5F-C311-449E-BFA8-AB3B8A66D10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4E89A7C3-2566-46D9-8A19-FDF6B03B253E}"/>
              </a:ext>
            </a:extLst>
          </p:cNvPr>
          <p:cNvGrpSpPr/>
          <p:nvPr userDrawn="1"/>
        </p:nvGrpSpPr>
        <p:grpSpPr>
          <a:xfrm>
            <a:off x="12377595" y="0"/>
            <a:ext cx="3693386" cy="5270646"/>
            <a:chOff x="-3786437" y="0"/>
            <a:chExt cx="3693386" cy="5270646"/>
          </a:xfrm>
        </p:grpSpPr>
        <p:sp>
          <p:nvSpPr>
            <p:cNvPr id="79" name="Rechthoek 78">
              <a:extLst>
                <a:ext uri="{FF2B5EF4-FFF2-40B4-BE49-F238E27FC236}">
                  <a16:creationId xmlns:a16="http://schemas.microsoft.com/office/drawing/2014/main" id="{0B1FB599-CFA1-45CD-AA36-48F8520AC59F}"/>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sp>
          <p:nvSpPr>
            <p:cNvPr id="80" name="Rechthoek 79">
              <a:extLst>
                <a:ext uri="{FF2B5EF4-FFF2-40B4-BE49-F238E27FC236}">
                  <a16:creationId xmlns:a16="http://schemas.microsoft.com/office/drawing/2014/main" id="{9FB39E69-B5E7-493B-A5CE-753CAF41720C}"/>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81" name="Ovaal 80">
              <a:extLst>
                <a:ext uri="{FF2B5EF4-FFF2-40B4-BE49-F238E27FC236}">
                  <a16:creationId xmlns:a16="http://schemas.microsoft.com/office/drawing/2014/main" id="{79CBAB41-36D4-415E-A539-C0C6340F4383}"/>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2" name="Rechthoek 81">
              <a:extLst>
                <a:ext uri="{FF2B5EF4-FFF2-40B4-BE49-F238E27FC236}">
                  <a16:creationId xmlns:a16="http://schemas.microsoft.com/office/drawing/2014/main" id="{1A97E6B8-6B9A-4D88-988F-B758FA85A7FE}"/>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3" name="Groep 82">
              <a:extLst>
                <a:ext uri="{FF2B5EF4-FFF2-40B4-BE49-F238E27FC236}">
                  <a16:creationId xmlns:a16="http://schemas.microsoft.com/office/drawing/2014/main" id="{7845B778-BD46-4B63-94A6-D388E8E97FA0}"/>
                </a:ext>
              </a:extLst>
            </p:cNvPr>
            <p:cNvGrpSpPr/>
            <p:nvPr userDrawn="1"/>
          </p:nvGrpSpPr>
          <p:grpSpPr>
            <a:xfrm>
              <a:off x="-3316179" y="1231351"/>
              <a:ext cx="294789" cy="318834"/>
              <a:chOff x="14466489" y="1001522"/>
              <a:chExt cx="290627" cy="314333"/>
            </a:xfrm>
          </p:grpSpPr>
          <p:sp>
            <p:nvSpPr>
              <p:cNvPr id="112" name="Rechthoek 111">
                <a:extLst>
                  <a:ext uri="{FF2B5EF4-FFF2-40B4-BE49-F238E27FC236}">
                    <a16:creationId xmlns:a16="http://schemas.microsoft.com/office/drawing/2014/main" id="{C6A40D79-11D5-45A1-BA04-17117556B57C}"/>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13" name="Ovaal 112">
                <a:extLst>
                  <a:ext uri="{FF2B5EF4-FFF2-40B4-BE49-F238E27FC236}">
                    <a16:creationId xmlns:a16="http://schemas.microsoft.com/office/drawing/2014/main" id="{207C3F3C-77D2-4CA4-B281-0C162365E4CA}"/>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14" name="Vrije vorm: vorm 113">
                <a:extLst>
                  <a:ext uri="{FF2B5EF4-FFF2-40B4-BE49-F238E27FC236}">
                    <a16:creationId xmlns:a16="http://schemas.microsoft.com/office/drawing/2014/main" id="{9145512D-414F-4BE5-9AF4-8682BE5C9D9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15" name="Rechthoek: afgeronde hoeken 114">
                <a:extLst>
                  <a:ext uri="{FF2B5EF4-FFF2-40B4-BE49-F238E27FC236}">
                    <a16:creationId xmlns:a16="http://schemas.microsoft.com/office/drawing/2014/main" id="{F7CFD537-02FF-4FCD-AF77-506F800724C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116" name="Rechte verbindingslijn 115">
                <a:extLst>
                  <a:ext uri="{FF2B5EF4-FFF2-40B4-BE49-F238E27FC236}">
                    <a16:creationId xmlns:a16="http://schemas.microsoft.com/office/drawing/2014/main" id="{760ABEA5-3521-40EB-9B36-28862F195656}"/>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Rechte verbindingslijn 116">
                <a:extLst>
                  <a:ext uri="{FF2B5EF4-FFF2-40B4-BE49-F238E27FC236}">
                    <a16:creationId xmlns:a16="http://schemas.microsoft.com/office/drawing/2014/main" id="{6A1040BC-9151-4336-B149-DF38CA7DDF12}"/>
                  </a:ext>
                </a:extLst>
              </p:cNvPr>
              <p:cNvCxnSpPr>
                <a:cxnSpLocks/>
                <a:stCxn id="11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4" name="Ovaal 83">
              <a:extLst>
                <a:ext uri="{FF2B5EF4-FFF2-40B4-BE49-F238E27FC236}">
                  <a16:creationId xmlns:a16="http://schemas.microsoft.com/office/drawing/2014/main" id="{92801969-3BCF-4040-A348-B8AC6488ABE7}"/>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7F18D9B3-EAC7-4AAF-A231-6EA40F350E47}"/>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C6E2B286-AA1C-4141-8C38-53BB70871A8D}"/>
                </a:ext>
              </a:extLst>
            </p:cNvPr>
            <p:cNvGrpSpPr/>
            <p:nvPr userDrawn="1"/>
          </p:nvGrpSpPr>
          <p:grpSpPr>
            <a:xfrm>
              <a:off x="-3311319" y="2164285"/>
              <a:ext cx="825500" cy="209550"/>
              <a:chOff x="13504624" y="2482850"/>
              <a:chExt cx="825500" cy="209550"/>
            </a:xfrm>
          </p:grpSpPr>
          <p:sp>
            <p:nvSpPr>
              <p:cNvPr id="109" name="Rechthoek 108">
                <a:extLst>
                  <a:ext uri="{FF2B5EF4-FFF2-40B4-BE49-F238E27FC236}">
                    <a16:creationId xmlns:a16="http://schemas.microsoft.com/office/drawing/2014/main" id="{31E82C1A-89AB-467F-BDE3-806C91A3389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110" name="Rechte verbindingslijn 109">
                <a:extLst>
                  <a:ext uri="{FF2B5EF4-FFF2-40B4-BE49-F238E27FC236}">
                    <a16:creationId xmlns:a16="http://schemas.microsoft.com/office/drawing/2014/main" id="{462FAB55-1E34-44A6-8A84-830CC060C03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1" name="Gelijkbenige driehoek 110">
                <a:extLst>
                  <a:ext uri="{FF2B5EF4-FFF2-40B4-BE49-F238E27FC236}">
                    <a16:creationId xmlns:a16="http://schemas.microsoft.com/office/drawing/2014/main" id="{0C9D9358-0746-4C2D-B643-D2CCBE808BE1}"/>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87" name="Ovaal 86">
              <a:extLst>
                <a:ext uri="{FF2B5EF4-FFF2-40B4-BE49-F238E27FC236}">
                  <a16:creationId xmlns:a16="http://schemas.microsoft.com/office/drawing/2014/main" id="{6B0C7FBF-7890-489E-A2AF-9A6DDC14535B}"/>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D3AA46A8-672B-4907-AE1A-DB2F5BF99136}"/>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89" name="Groep 88">
              <a:extLst>
                <a:ext uri="{FF2B5EF4-FFF2-40B4-BE49-F238E27FC236}">
                  <a16:creationId xmlns:a16="http://schemas.microsoft.com/office/drawing/2014/main" id="{0C84C163-034F-451C-8EDF-04E43F599565}"/>
                </a:ext>
              </a:extLst>
            </p:cNvPr>
            <p:cNvGrpSpPr/>
            <p:nvPr userDrawn="1"/>
          </p:nvGrpSpPr>
          <p:grpSpPr>
            <a:xfrm>
              <a:off x="-3408294" y="3643742"/>
              <a:ext cx="622283" cy="612920"/>
              <a:chOff x="12617641" y="3403239"/>
              <a:chExt cx="752963" cy="741634"/>
            </a:xfrm>
          </p:grpSpPr>
          <p:grpSp>
            <p:nvGrpSpPr>
              <p:cNvPr id="93" name="Groep 92">
                <a:extLst>
                  <a:ext uri="{FF2B5EF4-FFF2-40B4-BE49-F238E27FC236}">
                    <a16:creationId xmlns:a16="http://schemas.microsoft.com/office/drawing/2014/main" id="{8EB249C1-7E76-4F5D-8893-E86A9562742E}"/>
                  </a:ext>
                </a:extLst>
              </p:cNvPr>
              <p:cNvGrpSpPr/>
              <p:nvPr userDrawn="1"/>
            </p:nvGrpSpPr>
            <p:grpSpPr>
              <a:xfrm>
                <a:off x="12771530" y="3403239"/>
                <a:ext cx="467176" cy="448491"/>
                <a:chOff x="12782157" y="3403239"/>
                <a:chExt cx="467176" cy="448491"/>
              </a:xfrm>
            </p:grpSpPr>
            <p:grpSp>
              <p:nvGrpSpPr>
                <p:cNvPr id="96" name="Groep 95">
                  <a:extLst>
                    <a:ext uri="{FF2B5EF4-FFF2-40B4-BE49-F238E27FC236}">
                      <a16:creationId xmlns:a16="http://schemas.microsoft.com/office/drawing/2014/main" id="{3173E556-8C3D-4472-B780-E342D6098741}"/>
                    </a:ext>
                  </a:extLst>
                </p:cNvPr>
                <p:cNvGrpSpPr/>
                <p:nvPr userDrawn="1"/>
              </p:nvGrpSpPr>
              <p:grpSpPr>
                <a:xfrm>
                  <a:off x="12782157" y="3403239"/>
                  <a:ext cx="412976" cy="396132"/>
                  <a:chOff x="13554906" y="3320109"/>
                  <a:chExt cx="443917" cy="425811"/>
                </a:xfrm>
              </p:grpSpPr>
              <p:grpSp>
                <p:nvGrpSpPr>
                  <p:cNvPr id="103" name="Groep 102">
                    <a:extLst>
                      <a:ext uri="{FF2B5EF4-FFF2-40B4-BE49-F238E27FC236}">
                        <a16:creationId xmlns:a16="http://schemas.microsoft.com/office/drawing/2014/main" id="{4E9FCA01-873F-4DB4-8695-7E8CF5DD272C}"/>
                      </a:ext>
                    </a:extLst>
                  </p:cNvPr>
                  <p:cNvGrpSpPr/>
                  <p:nvPr userDrawn="1"/>
                </p:nvGrpSpPr>
                <p:grpSpPr>
                  <a:xfrm>
                    <a:off x="13554906" y="3320109"/>
                    <a:ext cx="443917" cy="425811"/>
                    <a:chOff x="12909684" y="1276143"/>
                    <a:chExt cx="443917" cy="425811"/>
                  </a:xfrm>
                </p:grpSpPr>
                <p:sp>
                  <p:nvSpPr>
                    <p:cNvPr id="106" name="Rechthoek 105">
                      <a:extLst>
                        <a:ext uri="{FF2B5EF4-FFF2-40B4-BE49-F238E27FC236}">
                          <a16:creationId xmlns:a16="http://schemas.microsoft.com/office/drawing/2014/main" id="{0F860AAB-292A-416B-B0C2-A4F2707F758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9E02BF6B-EDA9-4858-AC00-7873D619E2A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08" name="Ovaal 107">
                      <a:extLst>
                        <a:ext uri="{FF2B5EF4-FFF2-40B4-BE49-F238E27FC236}">
                          <a16:creationId xmlns:a16="http://schemas.microsoft.com/office/drawing/2014/main" id="{744E0DED-BD6E-4496-893B-53AEF3342AA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104" name="Afbeelding 103">
                    <a:extLst>
                      <a:ext uri="{FF2B5EF4-FFF2-40B4-BE49-F238E27FC236}">
                        <a16:creationId xmlns:a16="http://schemas.microsoft.com/office/drawing/2014/main" id="{9C3F841E-3EFA-4F0D-A33E-74D80C2CC7EA}"/>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5" name="Afbeelding 104">
                    <a:extLst>
                      <a:ext uri="{FF2B5EF4-FFF2-40B4-BE49-F238E27FC236}">
                        <a16:creationId xmlns:a16="http://schemas.microsoft.com/office/drawing/2014/main" id="{79CFCC4A-4842-4BFF-A0C4-901EC07BDCAD}"/>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97" name="Groep 96">
                  <a:extLst>
                    <a:ext uri="{FF2B5EF4-FFF2-40B4-BE49-F238E27FC236}">
                      <a16:creationId xmlns:a16="http://schemas.microsoft.com/office/drawing/2014/main" id="{C219A3A6-A073-455E-A3D9-B1C7B512E0D2}"/>
                    </a:ext>
                  </a:extLst>
                </p:cNvPr>
                <p:cNvGrpSpPr/>
                <p:nvPr userDrawn="1"/>
              </p:nvGrpSpPr>
              <p:grpSpPr>
                <a:xfrm>
                  <a:off x="13103513" y="3705268"/>
                  <a:ext cx="145820" cy="146462"/>
                  <a:chOff x="13096169" y="3602278"/>
                  <a:chExt cx="145820" cy="146462"/>
                </a:xfrm>
              </p:grpSpPr>
              <p:sp>
                <p:nvSpPr>
                  <p:cNvPr id="101" name="Rechthoek 100">
                    <a:extLst>
                      <a:ext uri="{FF2B5EF4-FFF2-40B4-BE49-F238E27FC236}">
                        <a16:creationId xmlns:a16="http://schemas.microsoft.com/office/drawing/2014/main" id="{E5AD3BCD-9ADA-4098-9E96-2FEF900EEA8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2" name="Rechthoek 101">
                    <a:extLst>
                      <a:ext uri="{FF2B5EF4-FFF2-40B4-BE49-F238E27FC236}">
                        <a16:creationId xmlns:a16="http://schemas.microsoft.com/office/drawing/2014/main" id="{C269D83A-1B4E-4C3E-8164-C705291E79D8}"/>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98" name="Groep 97">
                  <a:extLst>
                    <a:ext uri="{FF2B5EF4-FFF2-40B4-BE49-F238E27FC236}">
                      <a16:creationId xmlns:a16="http://schemas.microsoft.com/office/drawing/2014/main" id="{4960FEE8-9B87-47D0-9FD5-F92BD0DE3599}"/>
                    </a:ext>
                  </a:extLst>
                </p:cNvPr>
                <p:cNvGrpSpPr/>
                <p:nvPr userDrawn="1"/>
              </p:nvGrpSpPr>
              <p:grpSpPr>
                <a:xfrm rot="10800000">
                  <a:off x="13061402" y="3665637"/>
                  <a:ext cx="145820" cy="146462"/>
                  <a:chOff x="13096169" y="3602278"/>
                  <a:chExt cx="145820" cy="146462"/>
                </a:xfrm>
              </p:grpSpPr>
              <p:sp>
                <p:nvSpPr>
                  <p:cNvPr id="99" name="Rechthoek 98">
                    <a:extLst>
                      <a:ext uri="{FF2B5EF4-FFF2-40B4-BE49-F238E27FC236}">
                        <a16:creationId xmlns:a16="http://schemas.microsoft.com/office/drawing/2014/main" id="{4FFB4564-E9C3-4505-99A1-E35F7E44866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0" name="Rechthoek 99">
                    <a:extLst>
                      <a:ext uri="{FF2B5EF4-FFF2-40B4-BE49-F238E27FC236}">
                        <a16:creationId xmlns:a16="http://schemas.microsoft.com/office/drawing/2014/main" id="{93445CEC-06D1-4669-96C7-9A6AAFC322D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94" name="Rechthoek 93">
                <a:extLst>
                  <a:ext uri="{FF2B5EF4-FFF2-40B4-BE49-F238E27FC236}">
                    <a16:creationId xmlns:a16="http://schemas.microsoft.com/office/drawing/2014/main" id="{8E0B275D-8427-4C94-9A52-D31B7A398EA5}"/>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95" name="Gelijkbenige driehoek 94">
                <a:extLst>
                  <a:ext uri="{FF2B5EF4-FFF2-40B4-BE49-F238E27FC236}">
                    <a16:creationId xmlns:a16="http://schemas.microsoft.com/office/drawing/2014/main" id="{751BCBEB-215F-4111-9CB1-E190B87F0952}"/>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90" name="ICOON_info">
              <a:extLst>
                <a:ext uri="{FF2B5EF4-FFF2-40B4-BE49-F238E27FC236}">
                  <a16:creationId xmlns:a16="http://schemas.microsoft.com/office/drawing/2014/main" id="{0567C781-C56E-4777-80AC-38843FE7384E}"/>
                </a:ext>
              </a:extLst>
            </p:cNvPr>
            <p:cNvGrpSpPr/>
            <p:nvPr userDrawn="1"/>
          </p:nvGrpSpPr>
          <p:grpSpPr>
            <a:xfrm>
              <a:off x="-376736" y="4271597"/>
              <a:ext cx="283685" cy="283685"/>
              <a:chOff x="-510741" y="5913713"/>
              <a:chExt cx="267555" cy="267555"/>
            </a:xfrm>
          </p:grpSpPr>
          <p:sp>
            <p:nvSpPr>
              <p:cNvPr id="91" name="Ovaal 90">
                <a:extLst>
                  <a:ext uri="{FF2B5EF4-FFF2-40B4-BE49-F238E27FC236}">
                    <a16:creationId xmlns:a16="http://schemas.microsoft.com/office/drawing/2014/main" id="{42B54857-BCA9-4195-B744-9BC9CDA381F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92" name="Graphic 163" descr="Informatie">
                <a:extLst>
                  <a:ext uri="{FF2B5EF4-FFF2-40B4-BE49-F238E27FC236}">
                    <a16:creationId xmlns:a16="http://schemas.microsoft.com/office/drawing/2014/main" id="{2E51597E-68B0-4D6C-8654-3A5BF553016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355055498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0% TEXT + 50% IMAGE">
    <p:spTree>
      <p:nvGrpSpPr>
        <p:cNvPr id="1" name=""/>
        <p:cNvGrpSpPr/>
        <p:nvPr/>
      </p:nvGrpSpPr>
      <p:grpSpPr>
        <a:xfrm>
          <a:off x="0" y="0"/>
          <a:ext cx="0" cy="0"/>
          <a:chOff x="0" y="0"/>
          <a:chExt cx="0" cy="0"/>
        </a:xfrm>
      </p:grpSpPr>
      <p:sp>
        <p:nvSpPr>
          <p:cNvPr id="10" name="Tijdelijke aanduiding voor afbeelding 16">
            <a:extLst>
              <a:ext uri="{FF2B5EF4-FFF2-40B4-BE49-F238E27FC236}">
                <a16:creationId xmlns:a16="http://schemas.microsoft.com/office/drawing/2014/main" id="{3E7D56D3-A407-4B65-98D8-B8448D90DAAB}"/>
              </a:ext>
            </a:extLst>
          </p:cNvPr>
          <p:cNvSpPr>
            <a:spLocks noGrp="1"/>
          </p:cNvSpPr>
          <p:nvPr>
            <p:ph type="pic" sz="quarter" idx="13"/>
          </p:nvPr>
        </p:nvSpPr>
        <p:spPr>
          <a:xfrm>
            <a:off x="6096000" y="0"/>
            <a:ext cx="6095999" cy="6858000"/>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1067697"/>
            <a:ext cx="5046662" cy="1823639"/>
          </a:xfrm>
        </p:spPr>
        <p:txBody>
          <a:bodyPr/>
          <a:lstStyle>
            <a:lvl1pPr>
              <a:defRPr/>
            </a:lvl1p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br>
              <a:rPr lang="nl-NL" noProof="0" dirty="0"/>
            </a:br>
            <a:r>
              <a:rPr lang="nl-NL" noProof="0" dirty="0"/>
              <a:t>max. 2 </a:t>
            </a:r>
            <a:r>
              <a:rPr lang="nl-NL" noProof="0" dirty="0" err="1"/>
              <a:t>lines</a:t>
            </a:r>
            <a:endParaRPr lang="nl-NL" noProof="0" dirty="0"/>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3293904"/>
            <a:ext cx="5046662" cy="2512302"/>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Reading </a:t>
            </a:r>
            <a:r>
              <a:rPr lang="nl-NL" noProof="0" dirty="0" err="1"/>
              <a:t>text</a:t>
            </a:r>
            <a:endParaRPr lang="nl-NL" noProof="0" dirty="0"/>
          </a:p>
          <a:p>
            <a:pPr lvl="4"/>
            <a:r>
              <a:rPr lang="nl-NL" noProof="0" dirty="0" err="1"/>
              <a:t>Heading</a:t>
            </a:r>
            <a:r>
              <a:rPr lang="nl-NL" noProof="0" dirty="0"/>
              <a:t> #1</a:t>
            </a:r>
          </a:p>
          <a:p>
            <a:pPr lvl="5"/>
            <a:r>
              <a:rPr lang="nl-NL" noProof="0" dirty="0" err="1"/>
              <a:t>heading</a:t>
            </a:r>
            <a:r>
              <a:rPr lang="nl-NL" noProof="0" dirty="0"/>
              <a:t> #2</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308001"/>
            <a:ext cx="2933400" cy="151790"/>
          </a:xfrm>
        </p:spPr>
        <p:txBody>
          <a:bodyPr/>
          <a:lstStyle/>
          <a:p>
            <a:endParaRPr lang="nl-NL" noProof="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308001"/>
            <a:ext cx="4114800" cy="151790"/>
          </a:xfrm>
        </p:spPr>
        <p:txBody>
          <a:bodyPr/>
          <a:lstStyle/>
          <a:p>
            <a:r>
              <a:rPr lang="en-US" noProof="0"/>
              <a:t>Analytics for a Better World, Lecture 1</a:t>
            </a:r>
            <a:endParaRPr lang="nl-NL" noProof="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308001"/>
            <a:ext cx="284597" cy="151790"/>
          </a:xfrm>
        </p:spPr>
        <p:txBody>
          <a:bodyPr/>
          <a:lstStyle/>
          <a:p>
            <a:fld id="{D7B5DC5B-6873-43DB-ADC7-B15ACCE0DFDB}" type="slidenum">
              <a:rPr lang="nl-NL" noProof="0" smtClean="0"/>
              <a:t>‹#›</a:t>
            </a:fld>
            <a:endParaRPr lang="nl-NL" noProof="0"/>
          </a:p>
        </p:txBody>
      </p:sp>
      <p:sp>
        <p:nvSpPr>
          <p:cNvPr id="9" name="Rechthoek: afgeronde hoeken 8">
            <a:extLst>
              <a:ext uri="{FF2B5EF4-FFF2-40B4-BE49-F238E27FC236}">
                <a16:creationId xmlns:a16="http://schemas.microsoft.com/office/drawing/2014/main" id="{2FAFD85F-1CD5-417B-8535-BEABB655C122}"/>
              </a:ext>
            </a:extLst>
          </p:cNvPr>
          <p:cNvSpPr/>
          <p:nvPr userDrawn="1"/>
        </p:nvSpPr>
        <p:spPr>
          <a:xfrm>
            <a:off x="0" y="-429492"/>
            <a:ext cx="361804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50% TEXT + 50% IMAGE</a:t>
            </a:r>
          </a:p>
        </p:txBody>
      </p:sp>
      <p:grpSp>
        <p:nvGrpSpPr>
          <p:cNvPr id="11" name="INSTRUCTIE">
            <a:extLst>
              <a:ext uri="{FF2B5EF4-FFF2-40B4-BE49-F238E27FC236}">
                <a16:creationId xmlns:a16="http://schemas.microsoft.com/office/drawing/2014/main" id="{C58243DE-79D2-47E6-B815-72CD6F5C2FC6}"/>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D6FF7451-D5C6-4187-9FF6-B67373ED5945}"/>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DDEAD33F-645E-446D-A325-65921D93896F}"/>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60EA1E75-1C00-4220-BF77-14704DD4F1E6}"/>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B6841E7D-316A-485F-A2D9-6DB817DF35C1}"/>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4E313112-96DB-494C-B867-A3A80F2E6447}"/>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03114617-FB01-449F-8E52-F74C3C1FCF23}"/>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35999BD3-2EA3-45D7-9947-FFCB7C1A9A46}"/>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6422D7CF-DEB3-4BEF-9E20-C1BEF10F517C}"/>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4A82EFDE-1AF0-455A-8CA2-8CD4799786B3}"/>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BA9918D5-3E52-4950-80A8-9E57CAF93490}"/>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9D10E163-FBE2-4FE7-A29C-8A17AE0FD365}"/>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140AF77B-42B7-4A48-8C93-565FB9D4467D}"/>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2DEEB80C-3B1C-4C18-AEC8-409C2B40126B}"/>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26798CEE-FBE3-49F4-ADEB-4365F36F96EC}"/>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815C9D6D-0F69-4081-B54B-6C540A1F426F}"/>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1778BE4C-894A-4A89-86B4-2351296D433B}"/>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1A3CE3D8-ADD0-427D-9F0E-367F4DC144B7}"/>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07442BD8-005B-4FE1-B6F3-BC6A4A4B1399}"/>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BE8798D8-DA46-48B9-AC5E-D113827E9F15}"/>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4C808F95-D318-4E00-817A-04E4827C16F8}"/>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8E205371-C445-4691-9E38-934773C80DD4}"/>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349A5CA8-AB4B-4DC6-AA61-4EEBD244DA09}"/>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4607F5A4-251E-4B6E-B003-52CD823B8FDE}"/>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93F79456-AD56-4CF3-8D74-DF73F6F6475C}"/>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8A3B4B3F-72BE-422E-8BBA-7168285F1485}"/>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4A0B0B92-CDF0-40A7-BC0C-3E4D3C30F9C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75504ACC-A04A-4A07-B5B0-E85CFDD60789}"/>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FD5E0A2A-8DEF-481D-B54D-287E48C7532D}"/>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0990A538-FC66-4BAE-89DD-9E97A05783AC}"/>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A56094F1-FEC5-492E-86BA-519CE12E1ED4}"/>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4460F97-E298-474D-8119-94A2F16A32E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C095B2F6-943E-4D46-992E-78926DB614A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D151E3F1-AFD8-46E3-8CC3-955D1D53611B}"/>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AAFD1DC0-F82D-405D-AF60-84226C827F4A}"/>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566AB636-3DF1-41A7-AE1C-74658053213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6FD9FF42-F795-4117-98AA-A9DD31DFF14B}"/>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31259304-F24B-4CF9-AC60-B8FFB7BAE57F}"/>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C1594E77-0805-43E6-A5B5-E09A228C377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7852C8DE-F928-4069-8748-7C04A469253A}"/>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19871AF1-C735-4DCA-82CF-E2BA8F46F794}"/>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BB27462B-609F-4D44-AC3E-7A8B264E9728}"/>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418707B1-8E83-4C4E-8E5B-06FE96CAF6C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5DD0DE3A-D63F-43F7-8F67-6834150AF319}"/>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493EEFC3-F0C9-4B95-AB3B-7571D530EAA1}"/>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71FF5E84-788C-432F-8C3E-7876B0062E4F}"/>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3131AA6F-6ADD-4BF1-8B67-183AF954FBB5}"/>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A14577C6-57B3-4E19-B7F2-D05A79F029F3}"/>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FE70E9D1-0EF2-42A6-A818-967723A7429F}"/>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BC3AA2A8-0E56-4653-8A9D-82796DF3B3AC}"/>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055DB3BE-D0F0-40C7-BB1C-44F241840DF4}"/>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1DB0D18F-E166-47E6-B390-97E6F1A9979E}"/>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129818D9-E7FE-48D6-8553-2B34E6CE06A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1EC2BE40-42D6-4900-88F8-D69C7EE8BD89}"/>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E5DAD051-8811-4068-8EAD-AF0D5C440A21}"/>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5C368439-4F9C-4D7D-AE95-4FF92319524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3C01BA28-A8BA-410B-B36A-A32055FF030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89071A3-0F8F-46E4-800F-C05E80FF0625}"/>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994252D5-F7E0-47DC-A2B8-8E6AA3046AEF}"/>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45F17DD9-627E-46C4-8108-8F274C5F44F3}"/>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D384975A-9A92-4027-AC4B-9FC065ADB41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8E4FC40F-7E28-45BA-8FAD-00C4E88EDF60}"/>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A35938B1-86AD-4932-877F-D7B9B8E7951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83937231-B086-44AC-A95C-A09976F9022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432747B8-D435-4A91-A534-77402B29FE95}"/>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B65499E1-447B-4F5B-8115-0AC16691BD0B}"/>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22C06441-5EEB-4B13-B61A-F50038551B1B}"/>
              </a:ext>
            </a:extLst>
          </p:cNvPr>
          <p:cNvGrpSpPr/>
          <p:nvPr userDrawn="1"/>
        </p:nvGrpSpPr>
        <p:grpSpPr>
          <a:xfrm>
            <a:off x="12377595" y="0"/>
            <a:ext cx="3693386" cy="5270646"/>
            <a:chOff x="-3786437" y="0"/>
            <a:chExt cx="3693386" cy="5270646"/>
          </a:xfrm>
        </p:grpSpPr>
        <p:sp>
          <p:nvSpPr>
            <p:cNvPr id="79" name="Rechthoek 78">
              <a:extLst>
                <a:ext uri="{FF2B5EF4-FFF2-40B4-BE49-F238E27FC236}">
                  <a16:creationId xmlns:a16="http://schemas.microsoft.com/office/drawing/2014/main" id="{26B66F20-ED95-4606-8613-01159D9C02D3}"/>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sp>
          <p:nvSpPr>
            <p:cNvPr id="80" name="Rechthoek 79">
              <a:extLst>
                <a:ext uri="{FF2B5EF4-FFF2-40B4-BE49-F238E27FC236}">
                  <a16:creationId xmlns:a16="http://schemas.microsoft.com/office/drawing/2014/main" id="{1E47D3D1-1EF3-4258-A32F-86E315AE8AB6}"/>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81" name="Ovaal 80">
              <a:extLst>
                <a:ext uri="{FF2B5EF4-FFF2-40B4-BE49-F238E27FC236}">
                  <a16:creationId xmlns:a16="http://schemas.microsoft.com/office/drawing/2014/main" id="{4C08C498-9CAF-4F9B-AE69-92D08765A233}"/>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2" name="Rechthoek 81">
              <a:extLst>
                <a:ext uri="{FF2B5EF4-FFF2-40B4-BE49-F238E27FC236}">
                  <a16:creationId xmlns:a16="http://schemas.microsoft.com/office/drawing/2014/main" id="{8161335A-A719-4578-9DFE-31AB6B9392B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3" name="Groep 82">
              <a:extLst>
                <a:ext uri="{FF2B5EF4-FFF2-40B4-BE49-F238E27FC236}">
                  <a16:creationId xmlns:a16="http://schemas.microsoft.com/office/drawing/2014/main" id="{A52A30D1-F493-4834-B12F-ED7E03C4A7FD}"/>
                </a:ext>
              </a:extLst>
            </p:cNvPr>
            <p:cNvGrpSpPr/>
            <p:nvPr userDrawn="1"/>
          </p:nvGrpSpPr>
          <p:grpSpPr>
            <a:xfrm>
              <a:off x="-3316179" y="1231351"/>
              <a:ext cx="294789" cy="318834"/>
              <a:chOff x="14466489" y="1001522"/>
              <a:chExt cx="290627" cy="314333"/>
            </a:xfrm>
          </p:grpSpPr>
          <p:sp>
            <p:nvSpPr>
              <p:cNvPr id="112" name="Rechthoek 111">
                <a:extLst>
                  <a:ext uri="{FF2B5EF4-FFF2-40B4-BE49-F238E27FC236}">
                    <a16:creationId xmlns:a16="http://schemas.microsoft.com/office/drawing/2014/main" id="{42D8A8DA-265C-4CAF-8C45-B4DF05DC2CCF}"/>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13" name="Ovaal 112">
                <a:extLst>
                  <a:ext uri="{FF2B5EF4-FFF2-40B4-BE49-F238E27FC236}">
                    <a16:creationId xmlns:a16="http://schemas.microsoft.com/office/drawing/2014/main" id="{580D2FF4-EA71-453F-BD91-80353C3CA43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14" name="Vrije vorm: vorm 113">
                <a:extLst>
                  <a:ext uri="{FF2B5EF4-FFF2-40B4-BE49-F238E27FC236}">
                    <a16:creationId xmlns:a16="http://schemas.microsoft.com/office/drawing/2014/main" id="{12D0FBF9-A690-4FA5-ABF9-17787F462088}"/>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15" name="Rechthoek: afgeronde hoeken 114">
                <a:extLst>
                  <a:ext uri="{FF2B5EF4-FFF2-40B4-BE49-F238E27FC236}">
                    <a16:creationId xmlns:a16="http://schemas.microsoft.com/office/drawing/2014/main" id="{35D9B067-F4CE-4388-B2D6-F507160F6193}"/>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116" name="Rechte verbindingslijn 115">
                <a:extLst>
                  <a:ext uri="{FF2B5EF4-FFF2-40B4-BE49-F238E27FC236}">
                    <a16:creationId xmlns:a16="http://schemas.microsoft.com/office/drawing/2014/main" id="{426D94D7-84F6-41E6-8638-82B51440C6E6}"/>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Rechte verbindingslijn 116">
                <a:extLst>
                  <a:ext uri="{FF2B5EF4-FFF2-40B4-BE49-F238E27FC236}">
                    <a16:creationId xmlns:a16="http://schemas.microsoft.com/office/drawing/2014/main" id="{337BA737-2863-473F-BB72-02AF3535ECF2}"/>
                  </a:ext>
                </a:extLst>
              </p:cNvPr>
              <p:cNvCxnSpPr>
                <a:cxnSpLocks/>
                <a:stCxn id="11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4" name="Ovaal 83">
              <a:extLst>
                <a:ext uri="{FF2B5EF4-FFF2-40B4-BE49-F238E27FC236}">
                  <a16:creationId xmlns:a16="http://schemas.microsoft.com/office/drawing/2014/main" id="{B57C7B37-BD72-48A3-B0A7-EA03109BF7B2}"/>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C0315608-5A10-480A-8E44-2381160938F2}"/>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0A388702-3606-4981-B0DE-C89709980C33}"/>
                </a:ext>
              </a:extLst>
            </p:cNvPr>
            <p:cNvGrpSpPr/>
            <p:nvPr userDrawn="1"/>
          </p:nvGrpSpPr>
          <p:grpSpPr>
            <a:xfrm>
              <a:off x="-3311319" y="2164285"/>
              <a:ext cx="825500" cy="209550"/>
              <a:chOff x="13504624" y="2482850"/>
              <a:chExt cx="825500" cy="209550"/>
            </a:xfrm>
          </p:grpSpPr>
          <p:sp>
            <p:nvSpPr>
              <p:cNvPr id="109" name="Rechthoek 108">
                <a:extLst>
                  <a:ext uri="{FF2B5EF4-FFF2-40B4-BE49-F238E27FC236}">
                    <a16:creationId xmlns:a16="http://schemas.microsoft.com/office/drawing/2014/main" id="{195CDC5E-0552-4BCF-B4AB-45EDFEFCEB3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110" name="Rechte verbindingslijn 109">
                <a:extLst>
                  <a:ext uri="{FF2B5EF4-FFF2-40B4-BE49-F238E27FC236}">
                    <a16:creationId xmlns:a16="http://schemas.microsoft.com/office/drawing/2014/main" id="{49FF895B-9DF3-4EC9-9F7E-7F2290CCAF31}"/>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1" name="Gelijkbenige driehoek 110">
                <a:extLst>
                  <a:ext uri="{FF2B5EF4-FFF2-40B4-BE49-F238E27FC236}">
                    <a16:creationId xmlns:a16="http://schemas.microsoft.com/office/drawing/2014/main" id="{499D4E96-CE0B-4072-84BC-0E23A4D6BC7B}"/>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87" name="Ovaal 86">
              <a:extLst>
                <a:ext uri="{FF2B5EF4-FFF2-40B4-BE49-F238E27FC236}">
                  <a16:creationId xmlns:a16="http://schemas.microsoft.com/office/drawing/2014/main" id="{1E431D42-AA6A-408C-8007-34EFFE1FDAE6}"/>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99D96FDA-1244-4AA1-8837-98D63B57075D}"/>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89" name="Groep 88">
              <a:extLst>
                <a:ext uri="{FF2B5EF4-FFF2-40B4-BE49-F238E27FC236}">
                  <a16:creationId xmlns:a16="http://schemas.microsoft.com/office/drawing/2014/main" id="{E33958E0-1F49-458C-9428-AA6F0A8C876F}"/>
                </a:ext>
              </a:extLst>
            </p:cNvPr>
            <p:cNvGrpSpPr/>
            <p:nvPr userDrawn="1"/>
          </p:nvGrpSpPr>
          <p:grpSpPr>
            <a:xfrm>
              <a:off x="-3408294" y="3643742"/>
              <a:ext cx="622283" cy="612920"/>
              <a:chOff x="12617641" y="3403239"/>
              <a:chExt cx="752963" cy="741634"/>
            </a:xfrm>
          </p:grpSpPr>
          <p:grpSp>
            <p:nvGrpSpPr>
              <p:cNvPr id="93" name="Groep 92">
                <a:extLst>
                  <a:ext uri="{FF2B5EF4-FFF2-40B4-BE49-F238E27FC236}">
                    <a16:creationId xmlns:a16="http://schemas.microsoft.com/office/drawing/2014/main" id="{4AAA2738-F44A-43DF-9697-9B7E7FF0D953}"/>
                  </a:ext>
                </a:extLst>
              </p:cNvPr>
              <p:cNvGrpSpPr/>
              <p:nvPr userDrawn="1"/>
            </p:nvGrpSpPr>
            <p:grpSpPr>
              <a:xfrm>
                <a:off x="12771530" y="3403239"/>
                <a:ext cx="467176" cy="448491"/>
                <a:chOff x="12782157" y="3403239"/>
                <a:chExt cx="467176" cy="448491"/>
              </a:xfrm>
            </p:grpSpPr>
            <p:grpSp>
              <p:nvGrpSpPr>
                <p:cNvPr id="96" name="Groep 95">
                  <a:extLst>
                    <a:ext uri="{FF2B5EF4-FFF2-40B4-BE49-F238E27FC236}">
                      <a16:creationId xmlns:a16="http://schemas.microsoft.com/office/drawing/2014/main" id="{8B99DE61-205B-4A4D-85D7-109B3D875DE6}"/>
                    </a:ext>
                  </a:extLst>
                </p:cNvPr>
                <p:cNvGrpSpPr/>
                <p:nvPr userDrawn="1"/>
              </p:nvGrpSpPr>
              <p:grpSpPr>
                <a:xfrm>
                  <a:off x="12782157" y="3403239"/>
                  <a:ext cx="412976" cy="396132"/>
                  <a:chOff x="13554906" y="3320109"/>
                  <a:chExt cx="443917" cy="425811"/>
                </a:xfrm>
              </p:grpSpPr>
              <p:grpSp>
                <p:nvGrpSpPr>
                  <p:cNvPr id="103" name="Groep 102">
                    <a:extLst>
                      <a:ext uri="{FF2B5EF4-FFF2-40B4-BE49-F238E27FC236}">
                        <a16:creationId xmlns:a16="http://schemas.microsoft.com/office/drawing/2014/main" id="{CA077F3D-CDF8-4024-9BED-3825DBC387A7}"/>
                      </a:ext>
                    </a:extLst>
                  </p:cNvPr>
                  <p:cNvGrpSpPr/>
                  <p:nvPr userDrawn="1"/>
                </p:nvGrpSpPr>
                <p:grpSpPr>
                  <a:xfrm>
                    <a:off x="13554906" y="3320109"/>
                    <a:ext cx="443917" cy="425811"/>
                    <a:chOff x="12909684" y="1276143"/>
                    <a:chExt cx="443917" cy="425811"/>
                  </a:xfrm>
                </p:grpSpPr>
                <p:sp>
                  <p:nvSpPr>
                    <p:cNvPr id="106" name="Rechthoek 105">
                      <a:extLst>
                        <a:ext uri="{FF2B5EF4-FFF2-40B4-BE49-F238E27FC236}">
                          <a16:creationId xmlns:a16="http://schemas.microsoft.com/office/drawing/2014/main" id="{4E4B731A-69B4-48AF-9429-4198D991131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57E09D79-7F25-4E9A-BF38-DCDE87CF0B61}"/>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08" name="Ovaal 107">
                      <a:extLst>
                        <a:ext uri="{FF2B5EF4-FFF2-40B4-BE49-F238E27FC236}">
                          <a16:creationId xmlns:a16="http://schemas.microsoft.com/office/drawing/2014/main" id="{96FF040B-D490-4DB6-9493-DA39CF6A8035}"/>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104" name="Afbeelding 103">
                    <a:extLst>
                      <a:ext uri="{FF2B5EF4-FFF2-40B4-BE49-F238E27FC236}">
                        <a16:creationId xmlns:a16="http://schemas.microsoft.com/office/drawing/2014/main" id="{ED5A7793-4171-4E32-A3C2-5FB392EA67DE}"/>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5" name="Afbeelding 104">
                    <a:extLst>
                      <a:ext uri="{FF2B5EF4-FFF2-40B4-BE49-F238E27FC236}">
                        <a16:creationId xmlns:a16="http://schemas.microsoft.com/office/drawing/2014/main" id="{BA05734F-9633-4E48-B64A-AA9B49F5C74B}"/>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97" name="Groep 96">
                  <a:extLst>
                    <a:ext uri="{FF2B5EF4-FFF2-40B4-BE49-F238E27FC236}">
                      <a16:creationId xmlns:a16="http://schemas.microsoft.com/office/drawing/2014/main" id="{E1230EE7-D175-43A2-8FB6-0BAE393ABE4F}"/>
                    </a:ext>
                  </a:extLst>
                </p:cNvPr>
                <p:cNvGrpSpPr/>
                <p:nvPr userDrawn="1"/>
              </p:nvGrpSpPr>
              <p:grpSpPr>
                <a:xfrm>
                  <a:off x="13103513" y="3705268"/>
                  <a:ext cx="145820" cy="146462"/>
                  <a:chOff x="13096169" y="3602278"/>
                  <a:chExt cx="145820" cy="146462"/>
                </a:xfrm>
              </p:grpSpPr>
              <p:sp>
                <p:nvSpPr>
                  <p:cNvPr id="101" name="Rechthoek 100">
                    <a:extLst>
                      <a:ext uri="{FF2B5EF4-FFF2-40B4-BE49-F238E27FC236}">
                        <a16:creationId xmlns:a16="http://schemas.microsoft.com/office/drawing/2014/main" id="{FB19DE6E-5543-4942-8492-438C783AFBD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2" name="Rechthoek 101">
                    <a:extLst>
                      <a:ext uri="{FF2B5EF4-FFF2-40B4-BE49-F238E27FC236}">
                        <a16:creationId xmlns:a16="http://schemas.microsoft.com/office/drawing/2014/main" id="{FC1ED3DF-C759-49B4-A109-14BB0290041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98" name="Groep 97">
                  <a:extLst>
                    <a:ext uri="{FF2B5EF4-FFF2-40B4-BE49-F238E27FC236}">
                      <a16:creationId xmlns:a16="http://schemas.microsoft.com/office/drawing/2014/main" id="{B5CCA9F2-29AA-4548-992C-D6376424A74C}"/>
                    </a:ext>
                  </a:extLst>
                </p:cNvPr>
                <p:cNvGrpSpPr/>
                <p:nvPr userDrawn="1"/>
              </p:nvGrpSpPr>
              <p:grpSpPr>
                <a:xfrm rot="10800000">
                  <a:off x="13061402" y="3665637"/>
                  <a:ext cx="145820" cy="146462"/>
                  <a:chOff x="13096169" y="3602278"/>
                  <a:chExt cx="145820" cy="146462"/>
                </a:xfrm>
              </p:grpSpPr>
              <p:sp>
                <p:nvSpPr>
                  <p:cNvPr id="99" name="Rechthoek 98">
                    <a:extLst>
                      <a:ext uri="{FF2B5EF4-FFF2-40B4-BE49-F238E27FC236}">
                        <a16:creationId xmlns:a16="http://schemas.microsoft.com/office/drawing/2014/main" id="{DFDA1F4D-B791-4B62-B160-510B687558D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0" name="Rechthoek 99">
                    <a:extLst>
                      <a:ext uri="{FF2B5EF4-FFF2-40B4-BE49-F238E27FC236}">
                        <a16:creationId xmlns:a16="http://schemas.microsoft.com/office/drawing/2014/main" id="{1C9B0265-3324-48F5-AE01-1FFABAD5FBC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94" name="Rechthoek 93">
                <a:extLst>
                  <a:ext uri="{FF2B5EF4-FFF2-40B4-BE49-F238E27FC236}">
                    <a16:creationId xmlns:a16="http://schemas.microsoft.com/office/drawing/2014/main" id="{7E387FEE-6611-487E-B4D3-ECFB8F5DBF41}"/>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95" name="Gelijkbenige driehoek 94">
                <a:extLst>
                  <a:ext uri="{FF2B5EF4-FFF2-40B4-BE49-F238E27FC236}">
                    <a16:creationId xmlns:a16="http://schemas.microsoft.com/office/drawing/2014/main" id="{275003DC-9391-43A8-AAB8-D872F3F992B9}"/>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90" name="ICOON_info">
              <a:extLst>
                <a:ext uri="{FF2B5EF4-FFF2-40B4-BE49-F238E27FC236}">
                  <a16:creationId xmlns:a16="http://schemas.microsoft.com/office/drawing/2014/main" id="{9DD0C71B-85B3-4556-A9CA-2625DE01B632}"/>
                </a:ext>
              </a:extLst>
            </p:cNvPr>
            <p:cNvGrpSpPr/>
            <p:nvPr userDrawn="1"/>
          </p:nvGrpSpPr>
          <p:grpSpPr>
            <a:xfrm>
              <a:off x="-376736" y="4271597"/>
              <a:ext cx="283685" cy="283685"/>
              <a:chOff x="-510741" y="5913713"/>
              <a:chExt cx="267555" cy="267555"/>
            </a:xfrm>
          </p:grpSpPr>
          <p:sp>
            <p:nvSpPr>
              <p:cNvPr id="91" name="Ovaal 90">
                <a:extLst>
                  <a:ext uri="{FF2B5EF4-FFF2-40B4-BE49-F238E27FC236}">
                    <a16:creationId xmlns:a16="http://schemas.microsoft.com/office/drawing/2014/main" id="{B146D096-C3CA-4D4E-8201-779318A37B1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92" name="Graphic 163" descr="Informatie">
                <a:extLst>
                  <a:ext uri="{FF2B5EF4-FFF2-40B4-BE49-F238E27FC236}">
                    <a16:creationId xmlns:a16="http://schemas.microsoft.com/office/drawing/2014/main" id="{AAB245DE-BCD8-40F9-8EB8-57AC37F4142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333526126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 IMAGE">
    <p:spTree>
      <p:nvGrpSpPr>
        <p:cNvPr id="1" name=""/>
        <p:cNvGrpSpPr/>
        <p:nvPr/>
      </p:nvGrpSpPr>
      <p:grpSpPr>
        <a:xfrm>
          <a:off x="0" y="0"/>
          <a:ext cx="0" cy="0"/>
          <a:chOff x="0" y="0"/>
          <a:chExt cx="0" cy="0"/>
        </a:xfrm>
      </p:grpSpPr>
      <p:sp>
        <p:nvSpPr>
          <p:cNvPr id="121" name="Rechthoek 120">
            <a:extLst>
              <a:ext uri="{FF2B5EF4-FFF2-40B4-BE49-F238E27FC236}">
                <a16:creationId xmlns:a16="http://schemas.microsoft.com/office/drawing/2014/main" id="{44990E67-14A7-4550-BC03-D6D3D1799712}"/>
              </a:ext>
            </a:extLst>
          </p:cNvPr>
          <p:cNvSpPr/>
          <p:nvPr userDrawn="1"/>
        </p:nvSpPr>
        <p:spPr>
          <a:xfrm>
            <a:off x="7474857" y="2083832"/>
            <a:ext cx="4195984" cy="37945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85750" indent="-285750" algn="ctr">
              <a:lnSpc>
                <a:spcPct val="90000"/>
              </a:lnSpc>
              <a:spcBef>
                <a:spcPts val="200"/>
              </a:spcBef>
              <a:spcAft>
                <a:spcPts val="200"/>
              </a:spcAft>
              <a:buFont typeface="Arial" panose="020B0604020202020204" pitchFamily="34" charset="0"/>
              <a:buChar char="•"/>
            </a:pPr>
            <a:endParaRPr lang="en-GB" sz="100" err="1">
              <a:solidFill>
                <a:schemeClr val="bg1">
                  <a:lumMod val="95000"/>
                  <a:alpha val="0"/>
                </a:schemeClr>
              </a:solidFill>
            </a:endParaRP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4800" y="1069200"/>
            <a:ext cx="5217206" cy="1823729"/>
          </a:xfrm>
        </p:spPr>
        <p:txBody>
          <a:bodyPr/>
          <a:lstStyle>
            <a:lvl1pPr>
              <a:defRPr/>
            </a:lvl1p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r>
              <a:rPr lang="nl-NL" noProof="0" dirty="0"/>
              <a:t> </a:t>
            </a:r>
            <a:br>
              <a:rPr lang="nl-NL" noProof="0" dirty="0"/>
            </a:br>
            <a:r>
              <a:rPr lang="nl-NL" noProof="0" dirty="0"/>
              <a:t>max. 2 </a:t>
            </a:r>
            <a:r>
              <a:rPr lang="nl-NL" noProof="0" dirty="0" err="1"/>
              <a:t>lines</a:t>
            </a:r>
            <a:endParaRPr lang="nl-NL" noProof="0" dirty="0"/>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4800" y="3294000"/>
            <a:ext cx="5217205" cy="1098245"/>
          </a:xfrm>
        </p:spPr>
        <p:txBody>
          <a:bodyPr vert="horz"/>
          <a:lstStyle>
            <a:lvl1pPr>
              <a:defRPr/>
            </a:lvl1pPr>
            <a:lvl2pPr>
              <a:defRPr/>
            </a:lvl2pPr>
            <a:lvl3pPr>
              <a:defRPr/>
            </a:lvl3pPr>
            <a:lvl4pPr>
              <a:spcBef>
                <a:spcPts val="0"/>
              </a:spcBef>
              <a:spcAft>
                <a:spcPts val="0"/>
              </a:spcAft>
              <a:defRPr sz="1800"/>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p:txBody>
          <a:bodyPr/>
          <a:lstStyle/>
          <a:p>
            <a:endParaRPr lang="nl-NL" noProof="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p:txBody>
          <a:bodyPr/>
          <a:lstStyle/>
          <a:p>
            <a:r>
              <a:rPr lang="en-US" noProof="0"/>
              <a:t>Analytics for a Better World, Lecture 1</a:t>
            </a:r>
            <a:endParaRPr lang="nl-NL" noProof="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p:txBody>
          <a:bodyPr/>
          <a:lstStyle/>
          <a:p>
            <a:fld id="{D7B5DC5B-6873-43DB-ADC7-B15ACCE0DFDB}" type="slidenum">
              <a:rPr lang="nl-NL" noProof="0" smtClean="0"/>
              <a:t>‹#›</a:t>
            </a:fld>
            <a:endParaRPr lang="nl-NL" noProof="0"/>
          </a:p>
        </p:txBody>
      </p:sp>
      <p:sp>
        <p:nvSpPr>
          <p:cNvPr id="9" name="Rechthoek: afgeronde hoeken 8">
            <a:extLst>
              <a:ext uri="{FF2B5EF4-FFF2-40B4-BE49-F238E27FC236}">
                <a16:creationId xmlns:a16="http://schemas.microsoft.com/office/drawing/2014/main" id="{4B7DA797-64C2-4840-9FF9-C16041AF84AF}"/>
              </a:ext>
            </a:extLst>
          </p:cNvPr>
          <p:cNvSpPr/>
          <p:nvPr userDrawn="1"/>
        </p:nvSpPr>
        <p:spPr>
          <a:xfrm>
            <a:off x="0" y="-429492"/>
            <a:ext cx="2238626"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err="1">
                <a:solidFill>
                  <a:schemeClr val="accent2"/>
                </a:solidFill>
                <a:latin typeface="+mj-lt"/>
              </a:rPr>
              <a:t>TeXt</a:t>
            </a:r>
            <a:r>
              <a:rPr lang="nl-NL" sz="2400" b="1" cap="all" baseline="0" noProof="0">
                <a:solidFill>
                  <a:schemeClr val="accent2"/>
                </a:solidFill>
                <a:latin typeface="+mj-lt"/>
              </a:rPr>
              <a:t> + IMAGE</a:t>
            </a:r>
          </a:p>
        </p:txBody>
      </p:sp>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p:nvPr>
        </p:nvSpPr>
        <p:spPr>
          <a:xfrm>
            <a:off x="6234771" y="1064096"/>
            <a:ext cx="4512484" cy="3867843"/>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grpSp>
        <p:nvGrpSpPr>
          <p:cNvPr id="14" name="INSTRUCTIE">
            <a:extLst>
              <a:ext uri="{FF2B5EF4-FFF2-40B4-BE49-F238E27FC236}">
                <a16:creationId xmlns:a16="http://schemas.microsoft.com/office/drawing/2014/main" id="{9AF81D57-B70E-4F87-B510-1443F19D6A7A}"/>
              </a:ext>
            </a:extLst>
          </p:cNvPr>
          <p:cNvGrpSpPr/>
          <p:nvPr userDrawn="1"/>
        </p:nvGrpSpPr>
        <p:grpSpPr>
          <a:xfrm>
            <a:off x="-3786437" y="0"/>
            <a:ext cx="3693386" cy="5359349"/>
            <a:chOff x="-3786437" y="0"/>
            <a:chExt cx="3693386" cy="5359349"/>
          </a:xfrm>
        </p:grpSpPr>
        <p:sp>
          <p:nvSpPr>
            <p:cNvPr id="15" name="Rechthoek 14">
              <a:extLst>
                <a:ext uri="{FF2B5EF4-FFF2-40B4-BE49-F238E27FC236}">
                  <a16:creationId xmlns:a16="http://schemas.microsoft.com/office/drawing/2014/main" id="{524802F2-DC63-49A1-B03E-94FD1156E3A9}"/>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16" name="Ovaal 15">
              <a:extLst>
                <a:ext uri="{FF2B5EF4-FFF2-40B4-BE49-F238E27FC236}">
                  <a16:creationId xmlns:a16="http://schemas.microsoft.com/office/drawing/2014/main" id="{0C2F0367-4FEB-44DA-B209-6245499FA055}"/>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8" name="Rechthoek 17">
              <a:extLst>
                <a:ext uri="{FF2B5EF4-FFF2-40B4-BE49-F238E27FC236}">
                  <a16:creationId xmlns:a16="http://schemas.microsoft.com/office/drawing/2014/main" id="{53EB6166-89F1-4B32-9A25-C77920C80955}"/>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9" name="Ovaal 18">
              <a:extLst>
                <a:ext uri="{FF2B5EF4-FFF2-40B4-BE49-F238E27FC236}">
                  <a16:creationId xmlns:a16="http://schemas.microsoft.com/office/drawing/2014/main" id="{7CD7FF6F-940F-496E-9B4A-0AFCEBFE5335}"/>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0" name="Rechthoek 19">
              <a:extLst>
                <a:ext uri="{FF2B5EF4-FFF2-40B4-BE49-F238E27FC236}">
                  <a16:creationId xmlns:a16="http://schemas.microsoft.com/office/drawing/2014/main" id="{B56982F5-28FE-4EB5-806E-0CE9F89B40A0}"/>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1" name="Rechthoek 20">
              <a:extLst>
                <a:ext uri="{FF2B5EF4-FFF2-40B4-BE49-F238E27FC236}">
                  <a16:creationId xmlns:a16="http://schemas.microsoft.com/office/drawing/2014/main" id="{546EAD13-2FDA-49CD-93D0-FDF46390EBD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22" name="Ovaal 21">
              <a:extLst>
                <a:ext uri="{FF2B5EF4-FFF2-40B4-BE49-F238E27FC236}">
                  <a16:creationId xmlns:a16="http://schemas.microsoft.com/office/drawing/2014/main" id="{7A226FDF-CE39-4273-8FC2-D7AD02AB388E}"/>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 name="Rechthoek 22">
              <a:extLst>
                <a:ext uri="{FF2B5EF4-FFF2-40B4-BE49-F238E27FC236}">
                  <a16:creationId xmlns:a16="http://schemas.microsoft.com/office/drawing/2014/main" id="{57352972-F057-4A30-8B3E-47B405D6400C}"/>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4" name="Ovaal 23">
              <a:extLst>
                <a:ext uri="{FF2B5EF4-FFF2-40B4-BE49-F238E27FC236}">
                  <a16:creationId xmlns:a16="http://schemas.microsoft.com/office/drawing/2014/main" id="{28694636-617E-4222-B0F0-F2E3A29A971F}"/>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5" name="Rechthoek 24">
              <a:extLst>
                <a:ext uri="{FF2B5EF4-FFF2-40B4-BE49-F238E27FC236}">
                  <a16:creationId xmlns:a16="http://schemas.microsoft.com/office/drawing/2014/main" id="{ABF52C6F-18FF-40C1-B55B-D22819337793}"/>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6" name="Ovaal 25">
              <a:extLst>
                <a:ext uri="{FF2B5EF4-FFF2-40B4-BE49-F238E27FC236}">
                  <a16:creationId xmlns:a16="http://schemas.microsoft.com/office/drawing/2014/main" id="{FC01B321-2486-4E6F-822B-0B8CD7C1F60D}"/>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7" name="Rechthoek 26">
              <a:extLst>
                <a:ext uri="{FF2B5EF4-FFF2-40B4-BE49-F238E27FC236}">
                  <a16:creationId xmlns:a16="http://schemas.microsoft.com/office/drawing/2014/main" id="{D8D3A79B-70EC-4144-BB79-A39196005CF2}"/>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8" name="Ovaal 27">
              <a:extLst>
                <a:ext uri="{FF2B5EF4-FFF2-40B4-BE49-F238E27FC236}">
                  <a16:creationId xmlns:a16="http://schemas.microsoft.com/office/drawing/2014/main" id="{04613AF1-BBD8-49A7-BA6A-D61DEAAD7C7F}"/>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9" name="Rechthoek 28">
              <a:extLst>
                <a:ext uri="{FF2B5EF4-FFF2-40B4-BE49-F238E27FC236}">
                  <a16:creationId xmlns:a16="http://schemas.microsoft.com/office/drawing/2014/main" id="{705D1016-96DC-4BA9-9202-5ADDFC7AB1A0}"/>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0" name="Ovaal 29">
              <a:extLst>
                <a:ext uri="{FF2B5EF4-FFF2-40B4-BE49-F238E27FC236}">
                  <a16:creationId xmlns:a16="http://schemas.microsoft.com/office/drawing/2014/main" id="{35A4F532-503A-4399-B842-036ABBA90A86}"/>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31" name="Rechthoek 30">
              <a:extLst>
                <a:ext uri="{FF2B5EF4-FFF2-40B4-BE49-F238E27FC236}">
                  <a16:creationId xmlns:a16="http://schemas.microsoft.com/office/drawing/2014/main" id="{3E7F8175-9A89-4F6D-90B0-B2F2A74DAAC0}"/>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2" name="Ovaal 31">
              <a:extLst>
                <a:ext uri="{FF2B5EF4-FFF2-40B4-BE49-F238E27FC236}">
                  <a16:creationId xmlns:a16="http://schemas.microsoft.com/office/drawing/2014/main" id="{45693579-9CDA-47EF-8262-5A9E247BBEF6}"/>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3" name="Rechthoek 32">
              <a:extLst>
                <a:ext uri="{FF2B5EF4-FFF2-40B4-BE49-F238E27FC236}">
                  <a16:creationId xmlns:a16="http://schemas.microsoft.com/office/drawing/2014/main" id="{9751571B-8DEA-4752-9AC0-306FF88B1C7A}"/>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4" name="Ovaal 33">
              <a:extLst>
                <a:ext uri="{FF2B5EF4-FFF2-40B4-BE49-F238E27FC236}">
                  <a16:creationId xmlns:a16="http://schemas.microsoft.com/office/drawing/2014/main" id="{64DE546D-9A1F-44CD-85C7-0FBFBECF1DC5}"/>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5" name="Rechthoek 34">
              <a:extLst>
                <a:ext uri="{FF2B5EF4-FFF2-40B4-BE49-F238E27FC236}">
                  <a16:creationId xmlns:a16="http://schemas.microsoft.com/office/drawing/2014/main" id="{56FF4F4A-13D2-4F66-B6EB-852A6D6D3E01}"/>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6" name="Rechthoek 35">
              <a:extLst>
                <a:ext uri="{FF2B5EF4-FFF2-40B4-BE49-F238E27FC236}">
                  <a16:creationId xmlns:a16="http://schemas.microsoft.com/office/drawing/2014/main" id="{4FA089DE-249B-484B-A53B-7F3CBE6FE037}"/>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37" name="ICOON_info">
              <a:extLst>
                <a:ext uri="{FF2B5EF4-FFF2-40B4-BE49-F238E27FC236}">
                  <a16:creationId xmlns:a16="http://schemas.microsoft.com/office/drawing/2014/main" id="{6722C0E0-7D14-46C5-A7B6-AD1D3F09B955}"/>
                </a:ext>
              </a:extLst>
            </p:cNvPr>
            <p:cNvGrpSpPr/>
            <p:nvPr userDrawn="1"/>
          </p:nvGrpSpPr>
          <p:grpSpPr>
            <a:xfrm>
              <a:off x="-376736" y="4400186"/>
              <a:ext cx="283685" cy="283685"/>
              <a:chOff x="-510741" y="5913713"/>
              <a:chExt cx="267555" cy="267555"/>
            </a:xfrm>
          </p:grpSpPr>
          <p:sp>
            <p:nvSpPr>
              <p:cNvPr id="79" name="Ovaal 78">
                <a:extLst>
                  <a:ext uri="{FF2B5EF4-FFF2-40B4-BE49-F238E27FC236}">
                    <a16:creationId xmlns:a16="http://schemas.microsoft.com/office/drawing/2014/main" id="{CF5F7279-7578-4E66-82AF-4E7C82099506}"/>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80" name="Graphic 163" descr="Informatie">
                <a:extLst>
                  <a:ext uri="{FF2B5EF4-FFF2-40B4-BE49-F238E27FC236}">
                    <a16:creationId xmlns:a16="http://schemas.microsoft.com/office/drawing/2014/main" id="{0EC55B3B-6345-41C7-B109-C46E035F549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38" name="VOORBEELD">
              <a:extLst>
                <a:ext uri="{FF2B5EF4-FFF2-40B4-BE49-F238E27FC236}">
                  <a16:creationId xmlns:a16="http://schemas.microsoft.com/office/drawing/2014/main" id="{3B104D73-0750-400C-BA21-DB3D17C8ACF3}"/>
                </a:ext>
              </a:extLst>
            </p:cNvPr>
            <p:cNvGrpSpPr/>
            <p:nvPr userDrawn="1"/>
          </p:nvGrpSpPr>
          <p:grpSpPr>
            <a:xfrm>
              <a:off x="-3605171" y="458674"/>
              <a:ext cx="3234311" cy="558875"/>
              <a:chOff x="-3605171" y="458674"/>
              <a:chExt cx="3234311" cy="558875"/>
            </a:xfrm>
          </p:grpSpPr>
          <p:sp>
            <p:nvSpPr>
              <p:cNvPr id="39" name="Rechthoek 38">
                <a:extLst>
                  <a:ext uri="{FF2B5EF4-FFF2-40B4-BE49-F238E27FC236}">
                    <a16:creationId xmlns:a16="http://schemas.microsoft.com/office/drawing/2014/main" id="{80FFCD9E-48D6-4042-9A4C-D6D5C4A78194}"/>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40" name="Rechthoek 39">
                <a:extLst>
                  <a:ext uri="{FF2B5EF4-FFF2-40B4-BE49-F238E27FC236}">
                    <a16:creationId xmlns:a16="http://schemas.microsoft.com/office/drawing/2014/main" id="{72F65203-433D-416D-9CF2-2C909231265E}"/>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41" name="Groep 40">
                <a:extLst>
                  <a:ext uri="{FF2B5EF4-FFF2-40B4-BE49-F238E27FC236}">
                    <a16:creationId xmlns:a16="http://schemas.microsoft.com/office/drawing/2014/main" id="{DF66D544-9431-4092-8B27-EEAF5AEFD81C}"/>
                  </a:ext>
                </a:extLst>
              </p:cNvPr>
              <p:cNvGrpSpPr/>
              <p:nvPr userDrawn="1"/>
            </p:nvGrpSpPr>
            <p:grpSpPr>
              <a:xfrm>
                <a:off x="-3386247" y="830871"/>
                <a:ext cx="139423" cy="109566"/>
                <a:chOff x="-2866744" y="827071"/>
                <a:chExt cx="168701" cy="132575"/>
              </a:xfrm>
            </p:grpSpPr>
            <p:grpSp>
              <p:nvGrpSpPr>
                <p:cNvPr id="72" name="Groep 71">
                  <a:extLst>
                    <a:ext uri="{FF2B5EF4-FFF2-40B4-BE49-F238E27FC236}">
                      <a16:creationId xmlns:a16="http://schemas.microsoft.com/office/drawing/2014/main" id="{C3D83630-7AF1-4027-935A-D9A364799FA8}"/>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7C251729-2332-4A8D-93FF-B4C03EE366F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226B278A-A36E-48F2-BAC2-6CC3FF5CF1F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6DBC3B2C-1563-4634-B672-6926F391022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D0C2F92D-1B78-4BBB-8B70-44DE056A319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E6D28FA8-6F00-4717-BC7D-32AE35BA959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72">
                  <a:extLst>
                    <a:ext uri="{FF2B5EF4-FFF2-40B4-BE49-F238E27FC236}">
                      <a16:creationId xmlns:a16="http://schemas.microsoft.com/office/drawing/2014/main" id="{E0E8769A-6A31-4091-AEA8-D94CE6AF8469}"/>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42" name="Groep 41">
                <a:extLst>
                  <a:ext uri="{FF2B5EF4-FFF2-40B4-BE49-F238E27FC236}">
                    <a16:creationId xmlns:a16="http://schemas.microsoft.com/office/drawing/2014/main" id="{1857511D-BEC8-4CA9-BCAE-46C3D0DDD496}"/>
                  </a:ext>
                </a:extLst>
              </p:cNvPr>
              <p:cNvGrpSpPr/>
              <p:nvPr userDrawn="1"/>
            </p:nvGrpSpPr>
            <p:grpSpPr>
              <a:xfrm>
                <a:off x="-3605171" y="830871"/>
                <a:ext cx="139423" cy="109566"/>
                <a:chOff x="-2866744" y="518074"/>
                <a:chExt cx="168701" cy="132575"/>
              </a:xfrm>
            </p:grpSpPr>
            <p:grpSp>
              <p:nvGrpSpPr>
                <p:cNvPr id="65" name="Groep 64">
                  <a:extLst>
                    <a:ext uri="{FF2B5EF4-FFF2-40B4-BE49-F238E27FC236}">
                      <a16:creationId xmlns:a16="http://schemas.microsoft.com/office/drawing/2014/main" id="{F42B0F8E-0B74-436F-9AC3-2D741CDB5CED}"/>
                    </a:ext>
                  </a:extLst>
                </p:cNvPr>
                <p:cNvGrpSpPr/>
                <p:nvPr userDrawn="1"/>
              </p:nvGrpSpPr>
              <p:grpSpPr>
                <a:xfrm>
                  <a:off x="-2866744" y="518074"/>
                  <a:ext cx="168701" cy="132575"/>
                  <a:chOff x="-2866744" y="518074"/>
                  <a:chExt cx="168701" cy="132575"/>
                </a:xfrm>
              </p:grpSpPr>
              <p:cxnSp>
                <p:nvCxnSpPr>
                  <p:cNvPr id="67" name="Rechte verbindingslijn 66">
                    <a:extLst>
                      <a:ext uri="{FF2B5EF4-FFF2-40B4-BE49-F238E27FC236}">
                        <a16:creationId xmlns:a16="http://schemas.microsoft.com/office/drawing/2014/main" id="{99B655E4-13B3-44B2-8DD8-35CED94F779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1673CB5F-7A0E-4A3F-8DA9-E7C16B1C905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EC336711-EAFB-45A3-B864-140257CA852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968D5174-4B33-45DE-9691-2836028AC7E8}"/>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C044CDF8-070A-4619-8BA0-38F7514569C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6" name="Pijl: rechts 65">
                  <a:extLst>
                    <a:ext uri="{FF2B5EF4-FFF2-40B4-BE49-F238E27FC236}">
                      <a16:creationId xmlns:a16="http://schemas.microsoft.com/office/drawing/2014/main" id="{B3385BB0-3777-4809-9DE0-737AC40EB2A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43" name="Rechte verbindingslijn 42">
                <a:extLst>
                  <a:ext uri="{FF2B5EF4-FFF2-40B4-BE49-F238E27FC236}">
                    <a16:creationId xmlns:a16="http://schemas.microsoft.com/office/drawing/2014/main" id="{3862EFC9-0E2C-4DE4-B5E3-3F3F9EF3A295}"/>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4" name="Rechte verbindingslijn 43">
                <a:extLst>
                  <a:ext uri="{FF2B5EF4-FFF2-40B4-BE49-F238E27FC236}">
                    <a16:creationId xmlns:a16="http://schemas.microsoft.com/office/drawing/2014/main" id="{2A9DDA5A-10EB-47B7-901E-051FCA05D8F1}"/>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5" name="Rechthoek 44">
                <a:extLst>
                  <a:ext uri="{FF2B5EF4-FFF2-40B4-BE49-F238E27FC236}">
                    <a16:creationId xmlns:a16="http://schemas.microsoft.com/office/drawing/2014/main" id="{6681DDED-4FE2-4B3A-BAE2-4B0FD801E56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6" name="Rechthoek 45">
                <a:extLst>
                  <a:ext uri="{FF2B5EF4-FFF2-40B4-BE49-F238E27FC236}">
                    <a16:creationId xmlns:a16="http://schemas.microsoft.com/office/drawing/2014/main" id="{B9103D79-6726-45D8-9C5D-D612A4DAC488}"/>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7" name="Groep 46">
                <a:extLst>
                  <a:ext uri="{FF2B5EF4-FFF2-40B4-BE49-F238E27FC236}">
                    <a16:creationId xmlns:a16="http://schemas.microsoft.com/office/drawing/2014/main" id="{3EBF66B6-A9EA-48B1-A279-237C5CD7DE13}"/>
                  </a:ext>
                </a:extLst>
              </p:cNvPr>
              <p:cNvGrpSpPr/>
              <p:nvPr userDrawn="1"/>
            </p:nvGrpSpPr>
            <p:grpSpPr>
              <a:xfrm>
                <a:off x="-2916763" y="769168"/>
                <a:ext cx="268738" cy="248381"/>
                <a:chOff x="-2916763" y="769168"/>
                <a:chExt cx="268738" cy="248381"/>
              </a:xfrm>
            </p:grpSpPr>
            <p:sp>
              <p:nvSpPr>
                <p:cNvPr id="57" name="Rechthoek 56">
                  <a:extLst>
                    <a:ext uri="{FF2B5EF4-FFF2-40B4-BE49-F238E27FC236}">
                      <a16:creationId xmlns:a16="http://schemas.microsoft.com/office/drawing/2014/main" id="{EBDFA299-2F72-425E-AF12-501FA8916C01}"/>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58" name="Groep 57">
                  <a:extLst>
                    <a:ext uri="{FF2B5EF4-FFF2-40B4-BE49-F238E27FC236}">
                      <a16:creationId xmlns:a16="http://schemas.microsoft.com/office/drawing/2014/main" id="{40F4F72B-B057-42AA-A74F-4F0C333C9409}"/>
                    </a:ext>
                  </a:extLst>
                </p:cNvPr>
                <p:cNvGrpSpPr/>
                <p:nvPr userDrawn="1"/>
              </p:nvGrpSpPr>
              <p:grpSpPr>
                <a:xfrm>
                  <a:off x="-2866744" y="827071"/>
                  <a:ext cx="168701" cy="132575"/>
                  <a:chOff x="-2866744" y="827071"/>
                  <a:chExt cx="168701" cy="132575"/>
                </a:xfrm>
              </p:grpSpPr>
              <p:cxnSp>
                <p:nvCxnSpPr>
                  <p:cNvPr id="60" name="Rechte verbindingslijn 59">
                    <a:extLst>
                      <a:ext uri="{FF2B5EF4-FFF2-40B4-BE49-F238E27FC236}">
                        <a16:creationId xmlns:a16="http://schemas.microsoft.com/office/drawing/2014/main" id="{93752484-FC0C-4CA5-85CE-972101183FB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FD549085-4F31-422D-BBF6-D0C0D50058F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BC40655B-033E-4FEA-8079-5701A742F7C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7529C930-5CA3-4C10-A9DC-099FE5E35DB1}"/>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52CAF6A6-A9B8-4CA3-934D-DB4EACFFDB8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9" name="Pijl: rechts 58">
                  <a:extLst>
                    <a:ext uri="{FF2B5EF4-FFF2-40B4-BE49-F238E27FC236}">
                      <a16:creationId xmlns:a16="http://schemas.microsoft.com/office/drawing/2014/main" id="{A228B1C0-D1A1-4F26-A651-115ABC8A59F1}"/>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48" name="Groep 47">
                <a:extLst>
                  <a:ext uri="{FF2B5EF4-FFF2-40B4-BE49-F238E27FC236}">
                    <a16:creationId xmlns:a16="http://schemas.microsoft.com/office/drawing/2014/main" id="{9EEF4539-20B8-4FC6-82E6-7AC63F222EBC}"/>
                  </a:ext>
                </a:extLst>
              </p:cNvPr>
              <p:cNvGrpSpPr/>
              <p:nvPr userDrawn="1"/>
            </p:nvGrpSpPr>
            <p:grpSpPr>
              <a:xfrm>
                <a:off x="-2916763" y="460171"/>
                <a:ext cx="268738" cy="248381"/>
                <a:chOff x="-2916763" y="460171"/>
                <a:chExt cx="268738" cy="248381"/>
              </a:xfrm>
            </p:grpSpPr>
            <p:sp>
              <p:nvSpPr>
                <p:cNvPr id="49" name="Rechthoek 48">
                  <a:extLst>
                    <a:ext uri="{FF2B5EF4-FFF2-40B4-BE49-F238E27FC236}">
                      <a16:creationId xmlns:a16="http://schemas.microsoft.com/office/drawing/2014/main" id="{0C660787-64D1-4608-9015-60E7A8FE1BD1}"/>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50" name="Groep 49">
                  <a:extLst>
                    <a:ext uri="{FF2B5EF4-FFF2-40B4-BE49-F238E27FC236}">
                      <a16:creationId xmlns:a16="http://schemas.microsoft.com/office/drawing/2014/main" id="{D94B2726-4932-458E-B0E3-C2464726CBC6}"/>
                    </a:ext>
                  </a:extLst>
                </p:cNvPr>
                <p:cNvGrpSpPr/>
                <p:nvPr userDrawn="1"/>
              </p:nvGrpSpPr>
              <p:grpSpPr>
                <a:xfrm>
                  <a:off x="-2866744" y="518074"/>
                  <a:ext cx="168701" cy="132575"/>
                  <a:chOff x="-2866744" y="518074"/>
                  <a:chExt cx="168701" cy="132575"/>
                </a:xfrm>
              </p:grpSpPr>
              <p:cxnSp>
                <p:nvCxnSpPr>
                  <p:cNvPr id="52" name="Rechte verbindingslijn 51">
                    <a:extLst>
                      <a:ext uri="{FF2B5EF4-FFF2-40B4-BE49-F238E27FC236}">
                        <a16:creationId xmlns:a16="http://schemas.microsoft.com/office/drawing/2014/main" id="{919F8160-50B3-448E-8137-F2786C64DC9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EC065A8E-CE3B-4E08-AF78-CD5BF483C4D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A6C46970-2905-475F-9189-12627C20B52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9B85AF87-75D2-4FB2-9D86-20657820B11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F94CF601-D60B-41B6-90E5-26C9AECF5AB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1" name="Pijl: rechts 50">
                  <a:extLst>
                    <a:ext uri="{FF2B5EF4-FFF2-40B4-BE49-F238E27FC236}">
                      <a16:creationId xmlns:a16="http://schemas.microsoft.com/office/drawing/2014/main" id="{0FF9865E-65A8-4D54-B2E5-B8AF156049B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grpSp>
        <p:nvGrpSpPr>
          <p:cNvPr id="81" name="INSTRUCTIE">
            <a:extLst>
              <a:ext uri="{FF2B5EF4-FFF2-40B4-BE49-F238E27FC236}">
                <a16:creationId xmlns:a16="http://schemas.microsoft.com/office/drawing/2014/main" id="{3F3ADE8F-8A6F-4B93-9466-53DD983D84C2}"/>
              </a:ext>
            </a:extLst>
          </p:cNvPr>
          <p:cNvGrpSpPr/>
          <p:nvPr userDrawn="1"/>
        </p:nvGrpSpPr>
        <p:grpSpPr>
          <a:xfrm>
            <a:off x="12377595" y="0"/>
            <a:ext cx="3693386" cy="5270646"/>
            <a:chOff x="-3786437" y="0"/>
            <a:chExt cx="3693386" cy="5270646"/>
          </a:xfrm>
        </p:grpSpPr>
        <p:sp>
          <p:nvSpPr>
            <p:cNvPr id="82" name="Rechthoek 81">
              <a:extLst>
                <a:ext uri="{FF2B5EF4-FFF2-40B4-BE49-F238E27FC236}">
                  <a16:creationId xmlns:a16="http://schemas.microsoft.com/office/drawing/2014/main" id="{9C4731AE-26F4-4ADD-AB0C-6EB24AE14529}"/>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sp>
          <p:nvSpPr>
            <p:cNvPr id="83" name="Rechthoek 82">
              <a:extLst>
                <a:ext uri="{FF2B5EF4-FFF2-40B4-BE49-F238E27FC236}">
                  <a16:creationId xmlns:a16="http://schemas.microsoft.com/office/drawing/2014/main" id="{03120CCD-DE25-45F0-8748-BE24883AAE51}"/>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84" name="Ovaal 83">
              <a:extLst>
                <a:ext uri="{FF2B5EF4-FFF2-40B4-BE49-F238E27FC236}">
                  <a16:creationId xmlns:a16="http://schemas.microsoft.com/office/drawing/2014/main" id="{98CAA71C-F7B2-4700-B1D3-C57F0D3CB756}"/>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5" name="Rechthoek 84">
              <a:extLst>
                <a:ext uri="{FF2B5EF4-FFF2-40B4-BE49-F238E27FC236}">
                  <a16:creationId xmlns:a16="http://schemas.microsoft.com/office/drawing/2014/main" id="{280F4DAC-94D0-4203-918F-A2B102BC2F48}"/>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333FBDA3-C166-4B39-B9C1-B5DE6DE84BE0}"/>
                </a:ext>
              </a:extLst>
            </p:cNvPr>
            <p:cNvGrpSpPr/>
            <p:nvPr userDrawn="1"/>
          </p:nvGrpSpPr>
          <p:grpSpPr>
            <a:xfrm>
              <a:off x="-3316179" y="1231351"/>
              <a:ext cx="294789" cy="318834"/>
              <a:chOff x="14466489" y="1001522"/>
              <a:chExt cx="290627" cy="314333"/>
            </a:xfrm>
          </p:grpSpPr>
          <p:sp>
            <p:nvSpPr>
              <p:cNvPr id="115" name="Rechthoek 114">
                <a:extLst>
                  <a:ext uri="{FF2B5EF4-FFF2-40B4-BE49-F238E27FC236}">
                    <a16:creationId xmlns:a16="http://schemas.microsoft.com/office/drawing/2014/main" id="{2D896223-6CD9-40DC-882C-86CDB93C3DF7}"/>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16" name="Ovaal 115">
                <a:extLst>
                  <a:ext uri="{FF2B5EF4-FFF2-40B4-BE49-F238E27FC236}">
                    <a16:creationId xmlns:a16="http://schemas.microsoft.com/office/drawing/2014/main" id="{B94E9AA4-C604-461F-9F87-10AB6E628498}"/>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17" name="Vrije vorm: vorm 116">
                <a:extLst>
                  <a:ext uri="{FF2B5EF4-FFF2-40B4-BE49-F238E27FC236}">
                    <a16:creationId xmlns:a16="http://schemas.microsoft.com/office/drawing/2014/main" id="{9EF6968D-6720-4B33-9BC3-7BC48BD67665}"/>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18" name="Rechthoek: afgeronde hoeken 117">
                <a:extLst>
                  <a:ext uri="{FF2B5EF4-FFF2-40B4-BE49-F238E27FC236}">
                    <a16:creationId xmlns:a16="http://schemas.microsoft.com/office/drawing/2014/main" id="{4D76B1D9-C7CE-49B3-9463-B6368D1E2A61}"/>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119" name="Rechte verbindingslijn 118">
                <a:extLst>
                  <a:ext uri="{FF2B5EF4-FFF2-40B4-BE49-F238E27FC236}">
                    <a16:creationId xmlns:a16="http://schemas.microsoft.com/office/drawing/2014/main" id="{E5EF9C7B-C887-4083-9656-B7DA450B826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0" name="Rechte verbindingslijn 119">
                <a:extLst>
                  <a:ext uri="{FF2B5EF4-FFF2-40B4-BE49-F238E27FC236}">
                    <a16:creationId xmlns:a16="http://schemas.microsoft.com/office/drawing/2014/main" id="{B1003328-AD0B-4845-94C2-AA041324E689}"/>
                  </a:ext>
                </a:extLst>
              </p:cNvPr>
              <p:cNvCxnSpPr>
                <a:cxnSpLocks/>
                <a:stCxn id="118"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7" name="Ovaal 86">
              <a:extLst>
                <a:ext uri="{FF2B5EF4-FFF2-40B4-BE49-F238E27FC236}">
                  <a16:creationId xmlns:a16="http://schemas.microsoft.com/office/drawing/2014/main" id="{7D1EDFC0-C575-4614-8A9B-57FB45AE3CD0}"/>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8" name="Rechthoek 87">
              <a:extLst>
                <a:ext uri="{FF2B5EF4-FFF2-40B4-BE49-F238E27FC236}">
                  <a16:creationId xmlns:a16="http://schemas.microsoft.com/office/drawing/2014/main" id="{B777D4F7-A6A7-406A-B34B-A38907E0D1D9}"/>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9" name="Groep 88">
              <a:extLst>
                <a:ext uri="{FF2B5EF4-FFF2-40B4-BE49-F238E27FC236}">
                  <a16:creationId xmlns:a16="http://schemas.microsoft.com/office/drawing/2014/main" id="{B55671B6-CED1-4FCE-B794-AEB973BC60D9}"/>
                </a:ext>
              </a:extLst>
            </p:cNvPr>
            <p:cNvGrpSpPr/>
            <p:nvPr userDrawn="1"/>
          </p:nvGrpSpPr>
          <p:grpSpPr>
            <a:xfrm>
              <a:off x="-3311319" y="2164285"/>
              <a:ext cx="825500" cy="209550"/>
              <a:chOff x="13504624" y="2482850"/>
              <a:chExt cx="825500" cy="209550"/>
            </a:xfrm>
          </p:grpSpPr>
          <p:sp>
            <p:nvSpPr>
              <p:cNvPr id="112" name="Rechthoek 111">
                <a:extLst>
                  <a:ext uri="{FF2B5EF4-FFF2-40B4-BE49-F238E27FC236}">
                    <a16:creationId xmlns:a16="http://schemas.microsoft.com/office/drawing/2014/main" id="{887C7050-A1CB-4018-94C6-836BB006DE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113" name="Rechte verbindingslijn 112">
                <a:extLst>
                  <a:ext uri="{FF2B5EF4-FFF2-40B4-BE49-F238E27FC236}">
                    <a16:creationId xmlns:a16="http://schemas.microsoft.com/office/drawing/2014/main" id="{1367FCB9-FB08-423A-A629-376F2880B4E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4" name="Gelijkbenige driehoek 113">
                <a:extLst>
                  <a:ext uri="{FF2B5EF4-FFF2-40B4-BE49-F238E27FC236}">
                    <a16:creationId xmlns:a16="http://schemas.microsoft.com/office/drawing/2014/main" id="{FE780BF8-0673-41FC-ABF0-1D6ED06DCC9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90" name="Ovaal 89">
              <a:extLst>
                <a:ext uri="{FF2B5EF4-FFF2-40B4-BE49-F238E27FC236}">
                  <a16:creationId xmlns:a16="http://schemas.microsoft.com/office/drawing/2014/main" id="{670EB166-022F-4463-92B1-1EA7B9052E40}"/>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91" name="Rechthoek 90">
              <a:extLst>
                <a:ext uri="{FF2B5EF4-FFF2-40B4-BE49-F238E27FC236}">
                  <a16:creationId xmlns:a16="http://schemas.microsoft.com/office/drawing/2014/main" id="{C6CC484F-F5F1-4B59-AB32-D5B31990DC8B}"/>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92" name="Groep 91">
              <a:extLst>
                <a:ext uri="{FF2B5EF4-FFF2-40B4-BE49-F238E27FC236}">
                  <a16:creationId xmlns:a16="http://schemas.microsoft.com/office/drawing/2014/main" id="{605360F9-0DFD-4E58-925E-B08C1A837BC7}"/>
                </a:ext>
              </a:extLst>
            </p:cNvPr>
            <p:cNvGrpSpPr/>
            <p:nvPr userDrawn="1"/>
          </p:nvGrpSpPr>
          <p:grpSpPr>
            <a:xfrm>
              <a:off x="-3408294" y="3643742"/>
              <a:ext cx="622283" cy="612920"/>
              <a:chOff x="12617641" y="3403239"/>
              <a:chExt cx="752963" cy="741634"/>
            </a:xfrm>
          </p:grpSpPr>
          <p:grpSp>
            <p:nvGrpSpPr>
              <p:cNvPr id="96" name="Groep 95">
                <a:extLst>
                  <a:ext uri="{FF2B5EF4-FFF2-40B4-BE49-F238E27FC236}">
                    <a16:creationId xmlns:a16="http://schemas.microsoft.com/office/drawing/2014/main" id="{EFAB4F4F-1E3C-4122-A825-41334C018B72}"/>
                  </a:ext>
                </a:extLst>
              </p:cNvPr>
              <p:cNvGrpSpPr/>
              <p:nvPr userDrawn="1"/>
            </p:nvGrpSpPr>
            <p:grpSpPr>
              <a:xfrm>
                <a:off x="12771530" y="3403239"/>
                <a:ext cx="467176" cy="448491"/>
                <a:chOff x="12782157" y="3403239"/>
                <a:chExt cx="467176" cy="448491"/>
              </a:xfrm>
            </p:grpSpPr>
            <p:grpSp>
              <p:nvGrpSpPr>
                <p:cNvPr id="99" name="Groep 98">
                  <a:extLst>
                    <a:ext uri="{FF2B5EF4-FFF2-40B4-BE49-F238E27FC236}">
                      <a16:creationId xmlns:a16="http://schemas.microsoft.com/office/drawing/2014/main" id="{0F6AB0F2-17CA-4C75-B5FA-FF52D34F90F5}"/>
                    </a:ext>
                  </a:extLst>
                </p:cNvPr>
                <p:cNvGrpSpPr/>
                <p:nvPr userDrawn="1"/>
              </p:nvGrpSpPr>
              <p:grpSpPr>
                <a:xfrm>
                  <a:off x="12782157" y="3403239"/>
                  <a:ext cx="412976" cy="396132"/>
                  <a:chOff x="13554906" y="3320109"/>
                  <a:chExt cx="443917" cy="425811"/>
                </a:xfrm>
              </p:grpSpPr>
              <p:grpSp>
                <p:nvGrpSpPr>
                  <p:cNvPr id="106" name="Groep 105">
                    <a:extLst>
                      <a:ext uri="{FF2B5EF4-FFF2-40B4-BE49-F238E27FC236}">
                        <a16:creationId xmlns:a16="http://schemas.microsoft.com/office/drawing/2014/main" id="{B4123BFB-9EB1-4D70-B5C7-AAE7D48583B1}"/>
                      </a:ext>
                    </a:extLst>
                  </p:cNvPr>
                  <p:cNvGrpSpPr/>
                  <p:nvPr userDrawn="1"/>
                </p:nvGrpSpPr>
                <p:grpSpPr>
                  <a:xfrm>
                    <a:off x="13554906" y="3320109"/>
                    <a:ext cx="443917" cy="425811"/>
                    <a:chOff x="12909684" y="1276143"/>
                    <a:chExt cx="443917" cy="425811"/>
                  </a:xfrm>
                </p:grpSpPr>
                <p:sp>
                  <p:nvSpPr>
                    <p:cNvPr id="109" name="Rechthoek 108">
                      <a:extLst>
                        <a:ext uri="{FF2B5EF4-FFF2-40B4-BE49-F238E27FC236}">
                          <a16:creationId xmlns:a16="http://schemas.microsoft.com/office/drawing/2014/main" id="{1D84B87F-6F83-442C-8926-A6E628B879C3}"/>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10" name="Rechthoek 109">
                      <a:extLst>
                        <a:ext uri="{FF2B5EF4-FFF2-40B4-BE49-F238E27FC236}">
                          <a16:creationId xmlns:a16="http://schemas.microsoft.com/office/drawing/2014/main" id="{674CEFD6-0A26-4203-AA9F-FD0ACC77E3CD}"/>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11" name="Ovaal 110">
                      <a:extLst>
                        <a:ext uri="{FF2B5EF4-FFF2-40B4-BE49-F238E27FC236}">
                          <a16:creationId xmlns:a16="http://schemas.microsoft.com/office/drawing/2014/main" id="{01B13E6A-E84A-450C-B1FB-14A5C3FD2124}"/>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107" name="Afbeelding 106">
                    <a:extLst>
                      <a:ext uri="{FF2B5EF4-FFF2-40B4-BE49-F238E27FC236}">
                        <a16:creationId xmlns:a16="http://schemas.microsoft.com/office/drawing/2014/main" id="{62EE8067-179D-445B-A63A-58164F2989C4}"/>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8" name="Afbeelding 107">
                    <a:extLst>
                      <a:ext uri="{FF2B5EF4-FFF2-40B4-BE49-F238E27FC236}">
                        <a16:creationId xmlns:a16="http://schemas.microsoft.com/office/drawing/2014/main" id="{16D7F7C3-6400-4F8A-B91D-DFE387D6ADF2}"/>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00" name="Groep 99">
                  <a:extLst>
                    <a:ext uri="{FF2B5EF4-FFF2-40B4-BE49-F238E27FC236}">
                      <a16:creationId xmlns:a16="http://schemas.microsoft.com/office/drawing/2014/main" id="{D845D80B-DC83-4F24-A437-1F7811379BFF}"/>
                    </a:ext>
                  </a:extLst>
                </p:cNvPr>
                <p:cNvGrpSpPr/>
                <p:nvPr userDrawn="1"/>
              </p:nvGrpSpPr>
              <p:grpSpPr>
                <a:xfrm>
                  <a:off x="13103513" y="3705268"/>
                  <a:ext cx="145820" cy="146462"/>
                  <a:chOff x="13096169" y="3602278"/>
                  <a:chExt cx="145820" cy="146462"/>
                </a:xfrm>
              </p:grpSpPr>
              <p:sp>
                <p:nvSpPr>
                  <p:cNvPr id="104" name="Rechthoek 103">
                    <a:extLst>
                      <a:ext uri="{FF2B5EF4-FFF2-40B4-BE49-F238E27FC236}">
                        <a16:creationId xmlns:a16="http://schemas.microsoft.com/office/drawing/2014/main" id="{C85CC38C-220C-42D5-95C8-805BC85A78B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5" name="Rechthoek 104">
                    <a:extLst>
                      <a:ext uri="{FF2B5EF4-FFF2-40B4-BE49-F238E27FC236}">
                        <a16:creationId xmlns:a16="http://schemas.microsoft.com/office/drawing/2014/main" id="{F4D8BE97-9D99-4F90-A624-C3167F597D8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101" name="Groep 100">
                  <a:extLst>
                    <a:ext uri="{FF2B5EF4-FFF2-40B4-BE49-F238E27FC236}">
                      <a16:creationId xmlns:a16="http://schemas.microsoft.com/office/drawing/2014/main" id="{58271DEC-E963-4991-8836-065FA9E1BCA8}"/>
                    </a:ext>
                  </a:extLst>
                </p:cNvPr>
                <p:cNvGrpSpPr/>
                <p:nvPr userDrawn="1"/>
              </p:nvGrpSpPr>
              <p:grpSpPr>
                <a:xfrm rot="10800000">
                  <a:off x="13061402" y="3665637"/>
                  <a:ext cx="145820" cy="146462"/>
                  <a:chOff x="13096169" y="3602278"/>
                  <a:chExt cx="145820" cy="146462"/>
                </a:xfrm>
              </p:grpSpPr>
              <p:sp>
                <p:nvSpPr>
                  <p:cNvPr id="102" name="Rechthoek 101">
                    <a:extLst>
                      <a:ext uri="{FF2B5EF4-FFF2-40B4-BE49-F238E27FC236}">
                        <a16:creationId xmlns:a16="http://schemas.microsoft.com/office/drawing/2014/main" id="{71443EC1-7F26-482A-94F5-51C9C3473E0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3" name="Rechthoek 102">
                    <a:extLst>
                      <a:ext uri="{FF2B5EF4-FFF2-40B4-BE49-F238E27FC236}">
                        <a16:creationId xmlns:a16="http://schemas.microsoft.com/office/drawing/2014/main" id="{A12D309C-CE9C-4B57-9489-DA8159E99721}"/>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97" name="Rechthoek 96">
                <a:extLst>
                  <a:ext uri="{FF2B5EF4-FFF2-40B4-BE49-F238E27FC236}">
                    <a16:creationId xmlns:a16="http://schemas.microsoft.com/office/drawing/2014/main" id="{C050B095-0FF7-4927-94BD-962FA3C4DB5C}"/>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98" name="Gelijkbenige driehoek 97">
                <a:extLst>
                  <a:ext uri="{FF2B5EF4-FFF2-40B4-BE49-F238E27FC236}">
                    <a16:creationId xmlns:a16="http://schemas.microsoft.com/office/drawing/2014/main" id="{94DD1F2D-E45E-44D8-9557-CAFDCDC06ECB}"/>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93" name="ICOON_info">
              <a:extLst>
                <a:ext uri="{FF2B5EF4-FFF2-40B4-BE49-F238E27FC236}">
                  <a16:creationId xmlns:a16="http://schemas.microsoft.com/office/drawing/2014/main" id="{B99A3963-9BC7-4BA8-B891-5B610B400604}"/>
                </a:ext>
              </a:extLst>
            </p:cNvPr>
            <p:cNvGrpSpPr/>
            <p:nvPr userDrawn="1"/>
          </p:nvGrpSpPr>
          <p:grpSpPr>
            <a:xfrm>
              <a:off x="-376736" y="4271597"/>
              <a:ext cx="283685" cy="283685"/>
              <a:chOff x="-510741" y="5913713"/>
              <a:chExt cx="267555" cy="267555"/>
            </a:xfrm>
          </p:grpSpPr>
          <p:sp>
            <p:nvSpPr>
              <p:cNvPr id="94" name="Ovaal 93">
                <a:extLst>
                  <a:ext uri="{FF2B5EF4-FFF2-40B4-BE49-F238E27FC236}">
                    <a16:creationId xmlns:a16="http://schemas.microsoft.com/office/drawing/2014/main" id="{02319905-4381-4672-A47C-264965655D86}"/>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95" name="Graphic 163" descr="Informatie">
                <a:extLst>
                  <a:ext uri="{FF2B5EF4-FFF2-40B4-BE49-F238E27FC236}">
                    <a16:creationId xmlns:a16="http://schemas.microsoft.com/office/drawing/2014/main" id="{0AF42EBA-D3AE-4D1C-BF2F-061CE3615A13}"/>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244728976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 TITLE">
    <p:spTree>
      <p:nvGrpSpPr>
        <p:cNvPr id="1" name=""/>
        <p:cNvGrpSpPr/>
        <p:nvPr/>
      </p:nvGrpSpPr>
      <p:grpSpPr>
        <a:xfrm>
          <a:off x="0" y="0"/>
          <a:ext cx="0" cy="0"/>
          <a:chOff x="0" y="0"/>
          <a:chExt cx="0" cy="0"/>
        </a:xfrm>
      </p:grpSpPr>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p:nvPr>
        </p:nvSpPr>
        <p:spPr>
          <a:xfrm>
            <a:off x="0" y="0"/>
            <a:ext cx="12192001" cy="685799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1082845"/>
            <a:ext cx="3945531" cy="1435714"/>
          </a:xfrm>
        </p:spPr>
        <p:txBody>
          <a:bodyPr wrap="square">
            <a:spAutoFit/>
          </a:bodyPr>
          <a:lstStyle>
            <a:lvl1pPr>
              <a:lnSpc>
                <a:spcPct val="110000"/>
              </a:lnSpc>
              <a:defRPr baseline="0">
                <a:solidFill>
                  <a:schemeClr val="bg1">
                    <a:lumMod val="95000"/>
                  </a:schemeClr>
                </a:solidFill>
                <a:highlight>
                  <a:srgbClr val="BC0031"/>
                </a:highlight>
              </a:defRPr>
            </a:lvl1pPr>
          </a:lstStyle>
          <a:p>
            <a:r>
              <a:rPr lang="nl-NL" noProof="0" dirty="0"/>
              <a:t> 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2341218"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Image + </a:t>
            </a:r>
            <a:r>
              <a:rPr lang="nl-NL" sz="2400" b="1" cap="all" baseline="0" noProof="0" err="1">
                <a:solidFill>
                  <a:schemeClr val="accent2"/>
                </a:solidFill>
                <a:latin typeface="+mj-lt"/>
              </a:rPr>
              <a:t>title</a:t>
            </a:r>
            <a:endParaRPr lang="nl-NL" sz="2400" b="1" cap="all" baseline="0" noProof="0">
              <a:solidFill>
                <a:schemeClr val="accent2"/>
              </a:solidFill>
              <a:latin typeface="+mj-lt"/>
            </a:endParaRPr>
          </a:p>
        </p:txBody>
      </p:sp>
      <p:grpSp>
        <p:nvGrpSpPr>
          <p:cNvPr id="49" name="INSTRUCTIE">
            <a:extLst>
              <a:ext uri="{FF2B5EF4-FFF2-40B4-BE49-F238E27FC236}">
                <a16:creationId xmlns:a16="http://schemas.microsoft.com/office/drawing/2014/main" id="{0FB159B1-9589-4279-B683-90FB5ED89E2F}"/>
              </a:ext>
            </a:extLst>
          </p:cNvPr>
          <p:cNvGrpSpPr/>
          <p:nvPr userDrawn="1"/>
        </p:nvGrpSpPr>
        <p:grpSpPr>
          <a:xfrm>
            <a:off x="-3786437" y="0"/>
            <a:ext cx="3693386" cy="6452863"/>
            <a:chOff x="-3786437" y="0"/>
            <a:chExt cx="3693386" cy="6452863"/>
          </a:xfrm>
        </p:grpSpPr>
        <p:sp>
          <p:nvSpPr>
            <p:cNvPr id="50" name="Rechthoek 49">
              <a:extLst>
                <a:ext uri="{FF2B5EF4-FFF2-40B4-BE49-F238E27FC236}">
                  <a16:creationId xmlns:a16="http://schemas.microsoft.com/office/drawing/2014/main" id="{E603A57D-5461-449A-A44E-DD1BF0625B2B}"/>
                </a:ext>
              </a:extLst>
            </p:cNvPr>
            <p:cNvSpPr/>
            <p:nvPr userDrawn="1"/>
          </p:nvSpPr>
          <p:spPr>
            <a:xfrm>
              <a:off x="-3786437" y="562486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51" name="INSTRUCTIE">
              <a:extLst>
                <a:ext uri="{FF2B5EF4-FFF2-40B4-BE49-F238E27FC236}">
                  <a16:creationId xmlns:a16="http://schemas.microsoft.com/office/drawing/2014/main" id="{C4D6D371-F61B-4C3C-802A-9233747F7CCE}"/>
                </a:ext>
              </a:extLst>
            </p:cNvPr>
            <p:cNvGrpSpPr/>
            <p:nvPr userDrawn="1"/>
          </p:nvGrpSpPr>
          <p:grpSpPr>
            <a:xfrm>
              <a:off x="-3786165" y="0"/>
              <a:ext cx="3693114" cy="5782322"/>
              <a:chOff x="-3786165" y="0"/>
              <a:chExt cx="3693114" cy="5782322"/>
            </a:xfrm>
          </p:grpSpPr>
          <p:sp>
            <p:nvSpPr>
              <p:cNvPr id="52" name="Rechthoek 51">
                <a:extLst>
                  <a:ext uri="{FF2B5EF4-FFF2-40B4-BE49-F238E27FC236}">
                    <a16:creationId xmlns:a16="http://schemas.microsoft.com/office/drawing/2014/main" id="{ED9727A9-41DA-4AAB-933E-52F559EB55C2}"/>
                  </a:ext>
                </a:extLst>
              </p:cNvPr>
              <p:cNvSpPr/>
              <p:nvPr userDrawn="1"/>
            </p:nvSpPr>
            <p:spPr>
              <a:xfrm>
                <a:off x="-3786165" y="0"/>
                <a:ext cx="3593091" cy="562486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53" name="Ovaal 52">
                <a:extLst>
                  <a:ext uri="{FF2B5EF4-FFF2-40B4-BE49-F238E27FC236}">
                    <a16:creationId xmlns:a16="http://schemas.microsoft.com/office/drawing/2014/main" id="{76BD3043-58E8-4570-A5F6-8B4F9184242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54" name="Rechthoek 53">
                <a:extLst>
                  <a:ext uri="{FF2B5EF4-FFF2-40B4-BE49-F238E27FC236}">
                    <a16:creationId xmlns:a16="http://schemas.microsoft.com/office/drawing/2014/main" id="{4AD08929-33B2-44C7-8F97-728D4FF115C9}"/>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55" name="Groep 54">
                <a:extLst>
                  <a:ext uri="{FF2B5EF4-FFF2-40B4-BE49-F238E27FC236}">
                    <a16:creationId xmlns:a16="http://schemas.microsoft.com/office/drawing/2014/main" id="{9EF634B1-0C25-42FB-A2B9-8D526D35E207}"/>
                  </a:ext>
                </a:extLst>
              </p:cNvPr>
              <p:cNvGrpSpPr/>
              <p:nvPr userDrawn="1"/>
            </p:nvGrpSpPr>
            <p:grpSpPr>
              <a:xfrm>
                <a:off x="-3316179" y="1231351"/>
                <a:ext cx="294789" cy="318834"/>
                <a:chOff x="14466489" y="1001522"/>
                <a:chExt cx="290627" cy="314333"/>
              </a:xfrm>
            </p:grpSpPr>
            <p:sp>
              <p:nvSpPr>
                <p:cNvPr id="101" name="Rechthoek 100">
                  <a:extLst>
                    <a:ext uri="{FF2B5EF4-FFF2-40B4-BE49-F238E27FC236}">
                      <a16:creationId xmlns:a16="http://schemas.microsoft.com/office/drawing/2014/main" id="{7DADE768-6DC2-4EF5-9714-DAC39EEFD556}"/>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02" name="Ovaal 101">
                  <a:extLst>
                    <a:ext uri="{FF2B5EF4-FFF2-40B4-BE49-F238E27FC236}">
                      <a16:creationId xmlns:a16="http://schemas.microsoft.com/office/drawing/2014/main" id="{B7B4677E-0C63-441A-9284-9ED1F2BA5746}"/>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03" name="Vrije vorm: vorm 102">
                  <a:extLst>
                    <a:ext uri="{FF2B5EF4-FFF2-40B4-BE49-F238E27FC236}">
                      <a16:creationId xmlns:a16="http://schemas.microsoft.com/office/drawing/2014/main" id="{E04BD046-D4E0-4FD4-9B87-78FE0C196DFA}"/>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04" name="Rechthoek: afgeronde hoeken 103">
                  <a:extLst>
                    <a:ext uri="{FF2B5EF4-FFF2-40B4-BE49-F238E27FC236}">
                      <a16:creationId xmlns:a16="http://schemas.microsoft.com/office/drawing/2014/main" id="{9C9615CD-8613-41C4-BAE7-9B72B7298B7F}"/>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105" name="Rechte verbindingslijn 104">
                  <a:extLst>
                    <a:ext uri="{FF2B5EF4-FFF2-40B4-BE49-F238E27FC236}">
                      <a16:creationId xmlns:a16="http://schemas.microsoft.com/office/drawing/2014/main" id="{9DC7EF92-474B-4043-AABE-7D27BE7E2D8B}"/>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 name="Rechte verbindingslijn 105">
                  <a:extLst>
                    <a:ext uri="{FF2B5EF4-FFF2-40B4-BE49-F238E27FC236}">
                      <a16:creationId xmlns:a16="http://schemas.microsoft.com/office/drawing/2014/main" id="{4190373C-B246-495F-A875-9D9A940F0A98}"/>
                    </a:ext>
                  </a:extLst>
                </p:cNvPr>
                <p:cNvCxnSpPr>
                  <a:cxnSpLocks/>
                  <a:stCxn id="10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56" name="Ovaal 55">
                <a:extLst>
                  <a:ext uri="{FF2B5EF4-FFF2-40B4-BE49-F238E27FC236}">
                    <a16:creationId xmlns:a16="http://schemas.microsoft.com/office/drawing/2014/main" id="{25720D5C-D6C1-44E6-A44E-073B913598F4}"/>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57" name="Rechthoek 56">
                <a:extLst>
                  <a:ext uri="{FF2B5EF4-FFF2-40B4-BE49-F238E27FC236}">
                    <a16:creationId xmlns:a16="http://schemas.microsoft.com/office/drawing/2014/main" id="{3B4EF05E-9761-4612-BD2E-76E349806911}"/>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58" name="Groep 57">
                <a:extLst>
                  <a:ext uri="{FF2B5EF4-FFF2-40B4-BE49-F238E27FC236}">
                    <a16:creationId xmlns:a16="http://schemas.microsoft.com/office/drawing/2014/main" id="{2FD80689-89C2-4470-B03A-6375725A1FD4}"/>
                  </a:ext>
                </a:extLst>
              </p:cNvPr>
              <p:cNvGrpSpPr/>
              <p:nvPr userDrawn="1"/>
            </p:nvGrpSpPr>
            <p:grpSpPr>
              <a:xfrm>
                <a:off x="-3311319" y="2164285"/>
                <a:ext cx="825500" cy="209550"/>
                <a:chOff x="13504624" y="2482850"/>
                <a:chExt cx="825500" cy="209550"/>
              </a:xfrm>
            </p:grpSpPr>
            <p:sp>
              <p:nvSpPr>
                <p:cNvPr id="98" name="Rechthoek 97">
                  <a:extLst>
                    <a:ext uri="{FF2B5EF4-FFF2-40B4-BE49-F238E27FC236}">
                      <a16:creationId xmlns:a16="http://schemas.microsoft.com/office/drawing/2014/main" id="{595DE6A7-D7F3-49E7-97C6-8ED896C0BC6E}"/>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99" name="Rechte verbindingslijn 98">
                  <a:extLst>
                    <a:ext uri="{FF2B5EF4-FFF2-40B4-BE49-F238E27FC236}">
                      <a16:creationId xmlns:a16="http://schemas.microsoft.com/office/drawing/2014/main" id="{FC169971-A36B-4415-BEBC-2AC87A9848D3}"/>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00" name="Gelijkbenige driehoek 99">
                  <a:extLst>
                    <a:ext uri="{FF2B5EF4-FFF2-40B4-BE49-F238E27FC236}">
                      <a16:creationId xmlns:a16="http://schemas.microsoft.com/office/drawing/2014/main" id="{682E8BFF-DF52-4291-B3B9-A3510CDF9B2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59" name="Ovaal 58">
                <a:extLst>
                  <a:ext uri="{FF2B5EF4-FFF2-40B4-BE49-F238E27FC236}">
                    <a16:creationId xmlns:a16="http://schemas.microsoft.com/office/drawing/2014/main" id="{92171AA5-AB52-415E-8EC3-B8EB75865F18}"/>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60" name="Rechthoek 59">
                <a:extLst>
                  <a:ext uri="{FF2B5EF4-FFF2-40B4-BE49-F238E27FC236}">
                    <a16:creationId xmlns:a16="http://schemas.microsoft.com/office/drawing/2014/main" id="{340E9A09-759F-4567-9DDC-989ACCCF0DF2}"/>
                  </a:ext>
                </a:extLst>
              </p:cNvPr>
              <p:cNvSpPr/>
              <p:nvPr userDrawn="1"/>
            </p:nvSpPr>
            <p:spPr>
              <a:xfrm>
                <a:off x="-3319415" y="2553360"/>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Klik met de rechter muisknop op de afbeelding en kies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‘Naar achtergrond’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sp>
            <p:nvSpPr>
              <p:cNvPr id="61" name="Ovaal 60">
                <a:extLst>
                  <a:ext uri="{FF2B5EF4-FFF2-40B4-BE49-F238E27FC236}">
                    <a16:creationId xmlns:a16="http://schemas.microsoft.com/office/drawing/2014/main" id="{10FB6105-2F02-4D41-A5F4-741A50B41905}"/>
                  </a:ext>
                </a:extLst>
              </p:cNvPr>
              <p:cNvSpPr/>
              <p:nvPr userDrawn="1"/>
            </p:nvSpPr>
            <p:spPr>
              <a:xfrm>
                <a:off x="-3603587" y="3744237"/>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62" name="Rechthoek 61">
                <a:extLst>
                  <a:ext uri="{FF2B5EF4-FFF2-40B4-BE49-F238E27FC236}">
                    <a16:creationId xmlns:a16="http://schemas.microsoft.com/office/drawing/2014/main" id="{54D4FCD1-4493-48F0-B8C2-CCBF8651B4F6}"/>
                  </a:ext>
                </a:extLst>
              </p:cNvPr>
              <p:cNvSpPr/>
              <p:nvPr userDrawn="1"/>
            </p:nvSpPr>
            <p:spPr>
              <a:xfrm>
                <a:off x="-3319415" y="3744238"/>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63" name="Groep 62">
                <a:extLst>
                  <a:ext uri="{FF2B5EF4-FFF2-40B4-BE49-F238E27FC236}">
                    <a16:creationId xmlns:a16="http://schemas.microsoft.com/office/drawing/2014/main" id="{BEE3D5EC-6279-45AE-BCDC-ABDC2BAB7442}"/>
                  </a:ext>
                </a:extLst>
              </p:cNvPr>
              <p:cNvGrpSpPr/>
              <p:nvPr userDrawn="1"/>
            </p:nvGrpSpPr>
            <p:grpSpPr>
              <a:xfrm>
                <a:off x="-3408294" y="4834615"/>
                <a:ext cx="622283" cy="612919"/>
                <a:chOff x="12617641" y="3403239"/>
                <a:chExt cx="752963" cy="741634"/>
              </a:xfrm>
            </p:grpSpPr>
            <p:grpSp>
              <p:nvGrpSpPr>
                <p:cNvPr id="82" name="Groep 81">
                  <a:extLst>
                    <a:ext uri="{FF2B5EF4-FFF2-40B4-BE49-F238E27FC236}">
                      <a16:creationId xmlns:a16="http://schemas.microsoft.com/office/drawing/2014/main" id="{C521B988-F336-4E56-BFD9-C1AC5EBC224B}"/>
                    </a:ext>
                  </a:extLst>
                </p:cNvPr>
                <p:cNvGrpSpPr/>
                <p:nvPr userDrawn="1"/>
              </p:nvGrpSpPr>
              <p:grpSpPr>
                <a:xfrm>
                  <a:off x="12771550" y="3403239"/>
                  <a:ext cx="467156" cy="448491"/>
                  <a:chOff x="12782177" y="3403239"/>
                  <a:chExt cx="467156" cy="448491"/>
                </a:xfrm>
              </p:grpSpPr>
              <p:grpSp>
                <p:nvGrpSpPr>
                  <p:cNvPr id="85" name="Groep 84">
                    <a:extLst>
                      <a:ext uri="{FF2B5EF4-FFF2-40B4-BE49-F238E27FC236}">
                        <a16:creationId xmlns:a16="http://schemas.microsoft.com/office/drawing/2014/main" id="{99CCD295-BF0A-4D90-B70C-E551F18F0794}"/>
                      </a:ext>
                    </a:extLst>
                  </p:cNvPr>
                  <p:cNvGrpSpPr/>
                  <p:nvPr userDrawn="1"/>
                </p:nvGrpSpPr>
                <p:grpSpPr>
                  <a:xfrm>
                    <a:off x="12782177" y="3403239"/>
                    <a:ext cx="412972" cy="396132"/>
                    <a:chOff x="13554906" y="3320109"/>
                    <a:chExt cx="443912" cy="425811"/>
                  </a:xfrm>
                </p:grpSpPr>
                <p:grpSp>
                  <p:nvGrpSpPr>
                    <p:cNvPr id="92" name="Groep 91">
                      <a:extLst>
                        <a:ext uri="{FF2B5EF4-FFF2-40B4-BE49-F238E27FC236}">
                          <a16:creationId xmlns:a16="http://schemas.microsoft.com/office/drawing/2014/main" id="{409E8F3D-E011-4489-9BFD-A64B5A81433A}"/>
                        </a:ext>
                      </a:extLst>
                    </p:cNvPr>
                    <p:cNvGrpSpPr/>
                    <p:nvPr userDrawn="1"/>
                  </p:nvGrpSpPr>
                  <p:grpSpPr>
                    <a:xfrm>
                      <a:off x="13554906" y="3320109"/>
                      <a:ext cx="443912" cy="425811"/>
                      <a:chOff x="12909684" y="1276143"/>
                      <a:chExt cx="443912" cy="425811"/>
                    </a:xfrm>
                  </p:grpSpPr>
                  <p:sp>
                    <p:nvSpPr>
                      <p:cNvPr id="95" name="Rechthoek 94">
                        <a:extLst>
                          <a:ext uri="{FF2B5EF4-FFF2-40B4-BE49-F238E27FC236}">
                            <a16:creationId xmlns:a16="http://schemas.microsoft.com/office/drawing/2014/main" id="{28ADDDA0-C139-446E-BB71-9D72F5D324AF}"/>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96" name="Rechthoek 95">
                        <a:extLst>
                          <a:ext uri="{FF2B5EF4-FFF2-40B4-BE49-F238E27FC236}">
                            <a16:creationId xmlns:a16="http://schemas.microsoft.com/office/drawing/2014/main" id="{5B0B562E-B5BD-495C-B6D5-6BE8457B0EEA}"/>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97" name="Ovaal 96">
                        <a:extLst>
                          <a:ext uri="{FF2B5EF4-FFF2-40B4-BE49-F238E27FC236}">
                            <a16:creationId xmlns:a16="http://schemas.microsoft.com/office/drawing/2014/main" id="{6B145992-1B9F-4611-9F67-7234604C3277}"/>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93" name="Afbeelding 92">
                      <a:extLst>
                        <a:ext uri="{FF2B5EF4-FFF2-40B4-BE49-F238E27FC236}">
                          <a16:creationId xmlns:a16="http://schemas.microsoft.com/office/drawing/2014/main" id="{26279C79-26BD-4038-94C4-9D96EF01F7F5}"/>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2"/>
                      <a:ext cx="173367" cy="140220"/>
                    </a:xfrm>
                    <a:prstGeom prst="rect">
                      <a:avLst/>
                    </a:prstGeom>
                  </p:spPr>
                </p:pic>
                <p:pic>
                  <p:nvPicPr>
                    <p:cNvPr id="94" name="Afbeelding 93">
                      <a:extLst>
                        <a:ext uri="{FF2B5EF4-FFF2-40B4-BE49-F238E27FC236}">
                          <a16:creationId xmlns:a16="http://schemas.microsoft.com/office/drawing/2014/main" id="{EDF0FFBD-302D-490C-987A-E145A7E7FD4A}"/>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86" name="Groep 85">
                    <a:extLst>
                      <a:ext uri="{FF2B5EF4-FFF2-40B4-BE49-F238E27FC236}">
                        <a16:creationId xmlns:a16="http://schemas.microsoft.com/office/drawing/2014/main" id="{954753E0-F15E-4F19-B00C-88F700A593B5}"/>
                      </a:ext>
                    </a:extLst>
                  </p:cNvPr>
                  <p:cNvGrpSpPr/>
                  <p:nvPr userDrawn="1"/>
                </p:nvGrpSpPr>
                <p:grpSpPr>
                  <a:xfrm>
                    <a:off x="13103513" y="3705268"/>
                    <a:ext cx="145820" cy="146462"/>
                    <a:chOff x="13096169" y="3602278"/>
                    <a:chExt cx="145820" cy="146462"/>
                  </a:xfrm>
                </p:grpSpPr>
                <p:sp>
                  <p:nvSpPr>
                    <p:cNvPr id="90" name="Rechthoek 89">
                      <a:extLst>
                        <a:ext uri="{FF2B5EF4-FFF2-40B4-BE49-F238E27FC236}">
                          <a16:creationId xmlns:a16="http://schemas.microsoft.com/office/drawing/2014/main" id="{948A4634-585C-4560-A133-F592DAD65DFC}"/>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91" name="Rechthoek 90">
                      <a:extLst>
                        <a:ext uri="{FF2B5EF4-FFF2-40B4-BE49-F238E27FC236}">
                          <a16:creationId xmlns:a16="http://schemas.microsoft.com/office/drawing/2014/main" id="{F85A5D89-CB53-47E2-B6E5-191D735EBAA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87" name="Groep 86">
                    <a:extLst>
                      <a:ext uri="{FF2B5EF4-FFF2-40B4-BE49-F238E27FC236}">
                        <a16:creationId xmlns:a16="http://schemas.microsoft.com/office/drawing/2014/main" id="{2BE5B6AB-CF3B-44DB-BE7A-8E8AB62E1DFF}"/>
                      </a:ext>
                    </a:extLst>
                  </p:cNvPr>
                  <p:cNvGrpSpPr/>
                  <p:nvPr userDrawn="1"/>
                </p:nvGrpSpPr>
                <p:grpSpPr>
                  <a:xfrm rot="10800000">
                    <a:off x="13061402" y="3665637"/>
                    <a:ext cx="145820" cy="146462"/>
                    <a:chOff x="13096169" y="3602278"/>
                    <a:chExt cx="145820" cy="146462"/>
                  </a:xfrm>
                </p:grpSpPr>
                <p:sp>
                  <p:nvSpPr>
                    <p:cNvPr id="88" name="Rechthoek 87">
                      <a:extLst>
                        <a:ext uri="{FF2B5EF4-FFF2-40B4-BE49-F238E27FC236}">
                          <a16:creationId xmlns:a16="http://schemas.microsoft.com/office/drawing/2014/main" id="{ED39862B-BC07-490F-98E8-B68E5564824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89" name="Rechthoek 88">
                      <a:extLst>
                        <a:ext uri="{FF2B5EF4-FFF2-40B4-BE49-F238E27FC236}">
                          <a16:creationId xmlns:a16="http://schemas.microsoft.com/office/drawing/2014/main" id="{9876DB3F-3F00-4E80-A795-CEFF250A77A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83" name="Rechthoek 82">
                  <a:extLst>
                    <a:ext uri="{FF2B5EF4-FFF2-40B4-BE49-F238E27FC236}">
                      <a16:creationId xmlns:a16="http://schemas.microsoft.com/office/drawing/2014/main" id="{CF9CA65D-71F5-47C5-BA07-975DD8C39326}"/>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84" name="Gelijkbenige driehoek 83">
                  <a:extLst>
                    <a:ext uri="{FF2B5EF4-FFF2-40B4-BE49-F238E27FC236}">
                      <a16:creationId xmlns:a16="http://schemas.microsoft.com/office/drawing/2014/main" id="{925AED8E-22EE-430D-8B55-0241DFD5828A}"/>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64" name="Groep 63">
                <a:extLst>
                  <a:ext uri="{FF2B5EF4-FFF2-40B4-BE49-F238E27FC236}">
                    <a16:creationId xmlns:a16="http://schemas.microsoft.com/office/drawing/2014/main" id="{A633C47C-1009-438C-9A30-2250D5771BC7}"/>
                  </a:ext>
                </a:extLst>
              </p:cNvPr>
              <p:cNvGrpSpPr/>
              <p:nvPr userDrawn="1"/>
            </p:nvGrpSpPr>
            <p:grpSpPr>
              <a:xfrm>
                <a:off x="-3314821" y="2981448"/>
                <a:ext cx="1558053" cy="563933"/>
                <a:chOff x="-3314821" y="2981448"/>
                <a:chExt cx="1558053" cy="563933"/>
              </a:xfrm>
            </p:grpSpPr>
            <p:sp>
              <p:nvSpPr>
                <p:cNvPr id="68" name="Rechthoek 67">
                  <a:extLst>
                    <a:ext uri="{FF2B5EF4-FFF2-40B4-BE49-F238E27FC236}">
                      <a16:creationId xmlns:a16="http://schemas.microsoft.com/office/drawing/2014/main" id="{A77CD097-1A25-4EF3-991A-3A1ED3F23E74}"/>
                    </a:ext>
                  </a:extLst>
                </p:cNvPr>
                <p:cNvSpPr/>
                <p:nvPr userDrawn="1"/>
              </p:nvSpPr>
              <p:spPr>
                <a:xfrm>
                  <a:off x="-3314821" y="2981448"/>
                  <a:ext cx="1558053"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69" name="Rechthoek 68">
                  <a:extLst>
                    <a:ext uri="{FF2B5EF4-FFF2-40B4-BE49-F238E27FC236}">
                      <a16:creationId xmlns:a16="http://schemas.microsoft.com/office/drawing/2014/main" id="{90902D1B-93F8-46CF-8E53-5F6975D54078}"/>
                    </a:ext>
                  </a:extLst>
                </p:cNvPr>
                <p:cNvSpPr/>
                <p:nvPr userDrawn="1"/>
              </p:nvSpPr>
              <p:spPr>
                <a:xfrm>
                  <a:off x="-3304719" y="3235173"/>
                  <a:ext cx="15403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70" name="Tekstvak 69">
                  <a:extLst>
                    <a:ext uri="{FF2B5EF4-FFF2-40B4-BE49-F238E27FC236}">
                      <a16:creationId xmlns:a16="http://schemas.microsoft.com/office/drawing/2014/main" id="{EBA8BCE1-C6DF-4C1F-999B-19566F2E617C}"/>
                    </a:ext>
                  </a:extLst>
                </p:cNvPr>
                <p:cNvSpPr txBox="1"/>
                <p:nvPr userDrawn="1"/>
              </p:nvSpPr>
              <p:spPr>
                <a:xfrm>
                  <a:off x="-3069820" y="3038892"/>
                  <a:ext cx="1089248"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Naar voorgrond</a:t>
                  </a:r>
                </a:p>
              </p:txBody>
            </p:sp>
            <p:sp>
              <p:nvSpPr>
                <p:cNvPr id="71" name="Tekstvak 70">
                  <a:extLst>
                    <a:ext uri="{FF2B5EF4-FFF2-40B4-BE49-F238E27FC236}">
                      <a16:creationId xmlns:a16="http://schemas.microsoft.com/office/drawing/2014/main" id="{7750EBC4-0B45-49A6-98D9-9CEFF8ACA08A}"/>
                    </a:ext>
                  </a:extLst>
                </p:cNvPr>
                <p:cNvSpPr txBox="1"/>
                <p:nvPr userDrawn="1"/>
              </p:nvSpPr>
              <p:spPr>
                <a:xfrm>
                  <a:off x="-3069820" y="3295269"/>
                  <a:ext cx="109851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Naar achtergrond</a:t>
                  </a:r>
                </a:p>
              </p:txBody>
            </p:sp>
            <p:sp>
              <p:nvSpPr>
                <p:cNvPr id="72" name="Vrije vorm: vorm 71">
                  <a:extLst>
                    <a:ext uri="{FF2B5EF4-FFF2-40B4-BE49-F238E27FC236}">
                      <a16:creationId xmlns:a16="http://schemas.microsoft.com/office/drawing/2014/main" id="{55B6F338-5C9F-43B2-AB24-B92FA6162002}"/>
                    </a:ext>
                  </a:extLst>
                </p:cNvPr>
                <p:cNvSpPr/>
                <p:nvPr userDrawn="1"/>
              </p:nvSpPr>
              <p:spPr>
                <a:xfrm>
                  <a:off x="-2051274" y="3365381"/>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73" name="Gelijkbenige driehoek 72">
                  <a:extLst>
                    <a:ext uri="{FF2B5EF4-FFF2-40B4-BE49-F238E27FC236}">
                      <a16:creationId xmlns:a16="http://schemas.microsoft.com/office/drawing/2014/main" id="{B5DAB48F-2795-48AA-94BE-8BE7927C0CF6}"/>
                    </a:ext>
                  </a:extLst>
                </p:cNvPr>
                <p:cNvSpPr/>
                <p:nvPr userDrawn="1"/>
              </p:nvSpPr>
              <p:spPr>
                <a:xfrm rot="5400000">
                  <a:off x="-1900674" y="3332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74" name="Groep 73">
                  <a:extLst>
                    <a:ext uri="{FF2B5EF4-FFF2-40B4-BE49-F238E27FC236}">
                      <a16:creationId xmlns:a16="http://schemas.microsoft.com/office/drawing/2014/main" id="{7A207922-81BE-4BAB-8C7A-AF1B14A3A89D}"/>
                    </a:ext>
                  </a:extLst>
                </p:cNvPr>
                <p:cNvGrpSpPr/>
                <p:nvPr userDrawn="1"/>
              </p:nvGrpSpPr>
              <p:grpSpPr>
                <a:xfrm>
                  <a:off x="-3257052" y="3032066"/>
                  <a:ext cx="182309" cy="163794"/>
                  <a:chOff x="12832541" y="3162395"/>
                  <a:chExt cx="219532" cy="197236"/>
                </a:xfrm>
              </p:grpSpPr>
              <p:sp>
                <p:nvSpPr>
                  <p:cNvPr id="79" name="Rechthoek 78">
                    <a:extLst>
                      <a:ext uri="{FF2B5EF4-FFF2-40B4-BE49-F238E27FC236}">
                        <a16:creationId xmlns:a16="http://schemas.microsoft.com/office/drawing/2014/main" id="{EAF739ED-30B1-4355-95B4-B65EF2C760BB}"/>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80" name="Rechthoek 79">
                    <a:extLst>
                      <a:ext uri="{FF2B5EF4-FFF2-40B4-BE49-F238E27FC236}">
                        <a16:creationId xmlns:a16="http://schemas.microsoft.com/office/drawing/2014/main" id="{CCEF469C-A501-455C-95B2-3277A4C913BE}"/>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81" name="Rechthoek 80">
                    <a:extLst>
                      <a:ext uri="{FF2B5EF4-FFF2-40B4-BE49-F238E27FC236}">
                        <a16:creationId xmlns:a16="http://schemas.microsoft.com/office/drawing/2014/main" id="{0079302A-7947-4ED9-90A8-C4247A4D5BE1}"/>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grpSp>
              <p:nvGrpSpPr>
                <p:cNvPr id="75" name="Groep 74">
                  <a:extLst>
                    <a:ext uri="{FF2B5EF4-FFF2-40B4-BE49-F238E27FC236}">
                      <a16:creationId xmlns:a16="http://schemas.microsoft.com/office/drawing/2014/main" id="{D66D6F33-69D5-4F75-A744-35846C4F0E8B}"/>
                    </a:ext>
                  </a:extLst>
                </p:cNvPr>
                <p:cNvGrpSpPr/>
                <p:nvPr userDrawn="1"/>
              </p:nvGrpSpPr>
              <p:grpSpPr>
                <a:xfrm>
                  <a:off x="-3257053" y="3276580"/>
                  <a:ext cx="182309" cy="163794"/>
                  <a:chOff x="12832541" y="3162395"/>
                  <a:chExt cx="219532" cy="197236"/>
                </a:xfrm>
              </p:grpSpPr>
              <p:sp>
                <p:nvSpPr>
                  <p:cNvPr id="76" name="Rechthoek 75">
                    <a:extLst>
                      <a:ext uri="{FF2B5EF4-FFF2-40B4-BE49-F238E27FC236}">
                        <a16:creationId xmlns:a16="http://schemas.microsoft.com/office/drawing/2014/main" id="{434FA878-D5C3-4C69-85FB-6EA69BC1D05F}"/>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77" name="Rechthoek 76">
                    <a:extLst>
                      <a:ext uri="{FF2B5EF4-FFF2-40B4-BE49-F238E27FC236}">
                        <a16:creationId xmlns:a16="http://schemas.microsoft.com/office/drawing/2014/main" id="{652C7312-A479-4D08-BE56-A88095307761}"/>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010E3E63-9CF4-4C91-9561-74FDB7791EA2}"/>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grpSp>
          <p:grpSp>
            <p:nvGrpSpPr>
              <p:cNvPr id="65" name="ICOON_info">
                <a:extLst>
                  <a:ext uri="{FF2B5EF4-FFF2-40B4-BE49-F238E27FC236}">
                    <a16:creationId xmlns:a16="http://schemas.microsoft.com/office/drawing/2014/main" id="{A30F218F-5028-4093-A7CC-826208610E36}"/>
                  </a:ext>
                </a:extLst>
              </p:cNvPr>
              <p:cNvGrpSpPr/>
              <p:nvPr userDrawn="1"/>
            </p:nvGrpSpPr>
            <p:grpSpPr>
              <a:xfrm>
                <a:off x="-376736" y="5498637"/>
                <a:ext cx="283685" cy="283685"/>
                <a:chOff x="-510741" y="5913713"/>
                <a:chExt cx="267555" cy="267555"/>
              </a:xfrm>
            </p:grpSpPr>
            <p:sp>
              <p:nvSpPr>
                <p:cNvPr id="66" name="Ovaal 65">
                  <a:extLst>
                    <a:ext uri="{FF2B5EF4-FFF2-40B4-BE49-F238E27FC236}">
                      <a16:creationId xmlns:a16="http://schemas.microsoft.com/office/drawing/2014/main" id="{8F63B31A-D71F-4D83-814E-9D352CD1E9F0}"/>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67" name="Graphic 163" descr="Informatie">
                  <a:extLst>
                    <a:ext uri="{FF2B5EF4-FFF2-40B4-BE49-F238E27FC236}">
                      <a16:creationId xmlns:a16="http://schemas.microsoft.com/office/drawing/2014/main" id="{A46FF6CB-15C4-4DDE-884F-B919FA58EE3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a:solidFill>
                      <a:srgbClr val="211F26"/>
                    </a:solidFill>
                    <a:latin typeface="Calibri" panose="020F0502020204030204" pitchFamily="34" charset="0"/>
                    <a:cs typeface="Calibri" panose="020F0502020204030204" pitchFamily="34" charset="0"/>
                  </a:endParaRPr>
                </a:p>
              </p:txBody>
            </p:sp>
          </p:grpSp>
        </p:grpSp>
      </p:grpSp>
      <p:sp>
        <p:nvSpPr>
          <p:cNvPr id="107" name="Rechthoek 106">
            <a:extLst>
              <a:ext uri="{FF2B5EF4-FFF2-40B4-BE49-F238E27FC236}">
                <a16:creationId xmlns:a16="http://schemas.microsoft.com/office/drawing/2014/main" id="{EACAFA3E-FA8A-4960-99AE-5CCD75348282}"/>
              </a:ext>
            </a:extLst>
          </p:cNvPr>
          <p:cNvSpPr/>
          <p:nvPr userDrawn="1"/>
        </p:nvSpPr>
        <p:spPr>
          <a:xfrm>
            <a:off x="-6397338" y="-1"/>
            <a:ext cx="2507001" cy="112335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Let op!</a:t>
            </a:r>
          </a:p>
        </p:txBody>
      </p:sp>
      <p:sp>
        <p:nvSpPr>
          <p:cNvPr id="108" name="Rechthoek 107">
            <a:extLst>
              <a:ext uri="{FF2B5EF4-FFF2-40B4-BE49-F238E27FC236}">
                <a16:creationId xmlns:a16="http://schemas.microsoft.com/office/drawing/2014/main" id="{17460F03-4EE8-4133-A415-57EF618D8713}"/>
              </a:ext>
            </a:extLst>
          </p:cNvPr>
          <p:cNvSpPr/>
          <p:nvPr userDrawn="1"/>
        </p:nvSpPr>
        <p:spPr>
          <a:xfrm>
            <a:off x="-6225534" y="465324"/>
            <a:ext cx="2187560" cy="52527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bij de keuze van de afbeelding voor een goed contrast, zodat de tekst op de foto leesbaar blijft.</a:t>
            </a:r>
          </a:p>
        </p:txBody>
      </p:sp>
    </p:spTree>
    <p:extLst>
      <p:ext uri="{BB962C8B-B14F-4D97-AF65-F5344CB8AC3E}">
        <p14:creationId xmlns:p14="http://schemas.microsoft.com/office/powerpoint/2010/main" val="52739942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00% IMAGE">
    <p:spTree>
      <p:nvGrpSpPr>
        <p:cNvPr id="1" name=""/>
        <p:cNvGrpSpPr/>
        <p:nvPr/>
      </p:nvGrpSpPr>
      <p:grpSpPr>
        <a:xfrm>
          <a:off x="0" y="0"/>
          <a:ext cx="0" cy="0"/>
          <a:chOff x="0" y="0"/>
          <a:chExt cx="0" cy="0"/>
        </a:xfrm>
      </p:grpSpPr>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p:nvPr>
        </p:nvSpPr>
        <p:spPr>
          <a:xfrm>
            <a:off x="0" y="0"/>
            <a:ext cx="12192001" cy="685799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1923604"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100% image</a:t>
            </a:r>
          </a:p>
        </p:txBody>
      </p:sp>
      <p:grpSp>
        <p:nvGrpSpPr>
          <p:cNvPr id="78" name="INSTRUCTIE">
            <a:extLst>
              <a:ext uri="{FF2B5EF4-FFF2-40B4-BE49-F238E27FC236}">
                <a16:creationId xmlns:a16="http://schemas.microsoft.com/office/drawing/2014/main" id="{E7300668-BABE-4EF3-9A12-30ABD06D9911}"/>
              </a:ext>
            </a:extLst>
          </p:cNvPr>
          <p:cNvGrpSpPr/>
          <p:nvPr userDrawn="1"/>
        </p:nvGrpSpPr>
        <p:grpSpPr>
          <a:xfrm>
            <a:off x="-3786437" y="0"/>
            <a:ext cx="3693386" cy="6452863"/>
            <a:chOff x="-3786437" y="0"/>
            <a:chExt cx="3693386" cy="6452863"/>
          </a:xfrm>
        </p:grpSpPr>
        <p:sp>
          <p:nvSpPr>
            <p:cNvPr id="79" name="Rechthoek 78">
              <a:extLst>
                <a:ext uri="{FF2B5EF4-FFF2-40B4-BE49-F238E27FC236}">
                  <a16:creationId xmlns:a16="http://schemas.microsoft.com/office/drawing/2014/main" id="{E8BCEE4E-9377-4FA6-860A-FE33308D1455}"/>
                </a:ext>
              </a:extLst>
            </p:cNvPr>
            <p:cNvSpPr/>
            <p:nvPr userDrawn="1"/>
          </p:nvSpPr>
          <p:spPr>
            <a:xfrm>
              <a:off x="-3786437" y="562486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80" name="INSTRUCTIE">
              <a:extLst>
                <a:ext uri="{FF2B5EF4-FFF2-40B4-BE49-F238E27FC236}">
                  <a16:creationId xmlns:a16="http://schemas.microsoft.com/office/drawing/2014/main" id="{78778950-86E3-4B7B-8D80-17D3672AFF5F}"/>
                </a:ext>
              </a:extLst>
            </p:cNvPr>
            <p:cNvGrpSpPr/>
            <p:nvPr userDrawn="1"/>
          </p:nvGrpSpPr>
          <p:grpSpPr>
            <a:xfrm>
              <a:off x="-3786165" y="0"/>
              <a:ext cx="3693114" cy="5782322"/>
              <a:chOff x="-3786165" y="0"/>
              <a:chExt cx="3693114" cy="5782322"/>
            </a:xfrm>
          </p:grpSpPr>
          <p:sp>
            <p:nvSpPr>
              <p:cNvPr id="81" name="Rechthoek 80">
                <a:extLst>
                  <a:ext uri="{FF2B5EF4-FFF2-40B4-BE49-F238E27FC236}">
                    <a16:creationId xmlns:a16="http://schemas.microsoft.com/office/drawing/2014/main" id="{5D2ECE53-F269-49F4-8045-819667456A8C}"/>
                  </a:ext>
                </a:extLst>
              </p:cNvPr>
              <p:cNvSpPr/>
              <p:nvPr userDrawn="1"/>
            </p:nvSpPr>
            <p:spPr>
              <a:xfrm>
                <a:off x="-3786165" y="0"/>
                <a:ext cx="3593091" cy="562486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82" name="Ovaal 81">
                <a:extLst>
                  <a:ext uri="{FF2B5EF4-FFF2-40B4-BE49-F238E27FC236}">
                    <a16:creationId xmlns:a16="http://schemas.microsoft.com/office/drawing/2014/main" id="{ED5460DD-6A43-4EB2-A006-9768BE103AA1}"/>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3" name="Rechthoek 82">
                <a:extLst>
                  <a:ext uri="{FF2B5EF4-FFF2-40B4-BE49-F238E27FC236}">
                    <a16:creationId xmlns:a16="http://schemas.microsoft.com/office/drawing/2014/main" id="{E979F2AC-6320-4DE8-A2F8-1B3EDE0467A8}"/>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4" name="Groep 83">
                <a:extLst>
                  <a:ext uri="{FF2B5EF4-FFF2-40B4-BE49-F238E27FC236}">
                    <a16:creationId xmlns:a16="http://schemas.microsoft.com/office/drawing/2014/main" id="{22187056-999F-4D4D-BCB3-7CEC6571ED7E}"/>
                  </a:ext>
                </a:extLst>
              </p:cNvPr>
              <p:cNvGrpSpPr/>
              <p:nvPr userDrawn="1"/>
            </p:nvGrpSpPr>
            <p:grpSpPr>
              <a:xfrm>
                <a:off x="-3316179" y="1231351"/>
                <a:ext cx="294789" cy="318834"/>
                <a:chOff x="14466489" y="1001522"/>
                <a:chExt cx="290627" cy="314333"/>
              </a:xfrm>
            </p:grpSpPr>
            <p:sp>
              <p:nvSpPr>
                <p:cNvPr id="130" name="Rechthoek 129">
                  <a:extLst>
                    <a:ext uri="{FF2B5EF4-FFF2-40B4-BE49-F238E27FC236}">
                      <a16:creationId xmlns:a16="http://schemas.microsoft.com/office/drawing/2014/main" id="{820C98AA-C51D-464C-A2AB-97F80B1038CB}"/>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31" name="Ovaal 130">
                  <a:extLst>
                    <a:ext uri="{FF2B5EF4-FFF2-40B4-BE49-F238E27FC236}">
                      <a16:creationId xmlns:a16="http://schemas.microsoft.com/office/drawing/2014/main" id="{D4F9E080-3542-41FF-9F73-E4131712DA13}"/>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32" name="Vrije vorm: vorm 131">
                  <a:extLst>
                    <a:ext uri="{FF2B5EF4-FFF2-40B4-BE49-F238E27FC236}">
                      <a16:creationId xmlns:a16="http://schemas.microsoft.com/office/drawing/2014/main" id="{31F14B85-84B3-49A3-A491-7785B65563B3}"/>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33" name="Rechthoek: afgeronde hoeken 132">
                  <a:extLst>
                    <a:ext uri="{FF2B5EF4-FFF2-40B4-BE49-F238E27FC236}">
                      <a16:creationId xmlns:a16="http://schemas.microsoft.com/office/drawing/2014/main" id="{C0835E2D-DA99-4DDB-8906-C83C8439775B}"/>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134" name="Rechte verbindingslijn 133">
                  <a:extLst>
                    <a:ext uri="{FF2B5EF4-FFF2-40B4-BE49-F238E27FC236}">
                      <a16:creationId xmlns:a16="http://schemas.microsoft.com/office/drawing/2014/main" id="{4DA1419E-7098-4D20-94A2-278EB46C153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5" name="Rechte verbindingslijn 134">
                  <a:extLst>
                    <a:ext uri="{FF2B5EF4-FFF2-40B4-BE49-F238E27FC236}">
                      <a16:creationId xmlns:a16="http://schemas.microsoft.com/office/drawing/2014/main" id="{F0AF1EE2-5496-4A22-8C44-9AE7A1B340CE}"/>
                    </a:ext>
                  </a:extLst>
                </p:cNvPr>
                <p:cNvCxnSpPr>
                  <a:cxnSpLocks/>
                  <a:stCxn id="133"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5" name="Ovaal 84">
                <a:extLst>
                  <a:ext uri="{FF2B5EF4-FFF2-40B4-BE49-F238E27FC236}">
                    <a16:creationId xmlns:a16="http://schemas.microsoft.com/office/drawing/2014/main" id="{8007F987-54C2-490A-8CE8-0B35CBAAF598}"/>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6" name="Rechthoek 85">
                <a:extLst>
                  <a:ext uri="{FF2B5EF4-FFF2-40B4-BE49-F238E27FC236}">
                    <a16:creationId xmlns:a16="http://schemas.microsoft.com/office/drawing/2014/main" id="{65557D5D-64CF-4A8A-BA59-95044E7D740A}"/>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7" name="Groep 86">
                <a:extLst>
                  <a:ext uri="{FF2B5EF4-FFF2-40B4-BE49-F238E27FC236}">
                    <a16:creationId xmlns:a16="http://schemas.microsoft.com/office/drawing/2014/main" id="{FB9B40FF-D18F-4E7B-9DF4-CE925E0F66DF}"/>
                  </a:ext>
                </a:extLst>
              </p:cNvPr>
              <p:cNvGrpSpPr/>
              <p:nvPr userDrawn="1"/>
            </p:nvGrpSpPr>
            <p:grpSpPr>
              <a:xfrm>
                <a:off x="-3311319" y="2164285"/>
                <a:ext cx="825500" cy="209550"/>
                <a:chOff x="13504624" y="2482850"/>
                <a:chExt cx="825500" cy="209550"/>
              </a:xfrm>
            </p:grpSpPr>
            <p:sp>
              <p:nvSpPr>
                <p:cNvPr id="127" name="Rechthoek 126">
                  <a:extLst>
                    <a:ext uri="{FF2B5EF4-FFF2-40B4-BE49-F238E27FC236}">
                      <a16:creationId xmlns:a16="http://schemas.microsoft.com/office/drawing/2014/main" id="{33D40313-67F1-4DFC-933A-8ABC17571426}"/>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128" name="Rechte verbindingslijn 127">
                  <a:extLst>
                    <a:ext uri="{FF2B5EF4-FFF2-40B4-BE49-F238E27FC236}">
                      <a16:creationId xmlns:a16="http://schemas.microsoft.com/office/drawing/2014/main" id="{1A5C9064-F9C9-4832-B4AA-65C4264AC39B}"/>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9" name="Gelijkbenige driehoek 128">
                  <a:extLst>
                    <a:ext uri="{FF2B5EF4-FFF2-40B4-BE49-F238E27FC236}">
                      <a16:creationId xmlns:a16="http://schemas.microsoft.com/office/drawing/2014/main" id="{7439E554-07EC-470D-8549-38202B34F3C2}"/>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88" name="Ovaal 87">
                <a:extLst>
                  <a:ext uri="{FF2B5EF4-FFF2-40B4-BE49-F238E27FC236}">
                    <a16:creationId xmlns:a16="http://schemas.microsoft.com/office/drawing/2014/main" id="{D7046D54-0992-40E3-A348-438A34AF904F}"/>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9" name="Rechthoek 88">
                <a:extLst>
                  <a:ext uri="{FF2B5EF4-FFF2-40B4-BE49-F238E27FC236}">
                    <a16:creationId xmlns:a16="http://schemas.microsoft.com/office/drawing/2014/main" id="{4F890C0A-1ADE-4765-86C9-BA6C7D31830D}"/>
                  </a:ext>
                </a:extLst>
              </p:cNvPr>
              <p:cNvSpPr/>
              <p:nvPr userDrawn="1"/>
            </p:nvSpPr>
            <p:spPr>
              <a:xfrm>
                <a:off x="-3319415" y="2553360"/>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Klik met de rechter muisknop op de afbeelding en kies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‘Naar achtergrond’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sp>
            <p:nvSpPr>
              <p:cNvPr id="90" name="Ovaal 89">
                <a:extLst>
                  <a:ext uri="{FF2B5EF4-FFF2-40B4-BE49-F238E27FC236}">
                    <a16:creationId xmlns:a16="http://schemas.microsoft.com/office/drawing/2014/main" id="{B0D667B9-E79A-4F13-8587-EA0635F680B8}"/>
                  </a:ext>
                </a:extLst>
              </p:cNvPr>
              <p:cNvSpPr/>
              <p:nvPr userDrawn="1"/>
            </p:nvSpPr>
            <p:spPr>
              <a:xfrm>
                <a:off x="-3603587" y="3744237"/>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91" name="Rechthoek 90">
                <a:extLst>
                  <a:ext uri="{FF2B5EF4-FFF2-40B4-BE49-F238E27FC236}">
                    <a16:creationId xmlns:a16="http://schemas.microsoft.com/office/drawing/2014/main" id="{8246D84B-531C-4937-9061-C22D3C6257CF}"/>
                  </a:ext>
                </a:extLst>
              </p:cNvPr>
              <p:cNvSpPr/>
              <p:nvPr userDrawn="1"/>
            </p:nvSpPr>
            <p:spPr>
              <a:xfrm>
                <a:off x="-3319415" y="3744238"/>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92" name="Groep 91">
                <a:extLst>
                  <a:ext uri="{FF2B5EF4-FFF2-40B4-BE49-F238E27FC236}">
                    <a16:creationId xmlns:a16="http://schemas.microsoft.com/office/drawing/2014/main" id="{33DE33CD-EF8E-4705-9500-51D12F1B16DC}"/>
                  </a:ext>
                </a:extLst>
              </p:cNvPr>
              <p:cNvGrpSpPr/>
              <p:nvPr userDrawn="1"/>
            </p:nvGrpSpPr>
            <p:grpSpPr>
              <a:xfrm>
                <a:off x="-3408294" y="4834615"/>
                <a:ext cx="622283" cy="612919"/>
                <a:chOff x="12617641" y="3403239"/>
                <a:chExt cx="752963" cy="741634"/>
              </a:xfrm>
            </p:grpSpPr>
            <p:grpSp>
              <p:nvGrpSpPr>
                <p:cNvPr id="111" name="Groep 110">
                  <a:extLst>
                    <a:ext uri="{FF2B5EF4-FFF2-40B4-BE49-F238E27FC236}">
                      <a16:creationId xmlns:a16="http://schemas.microsoft.com/office/drawing/2014/main" id="{FBE34065-C16D-411F-B33B-92B6CC2F8E41}"/>
                    </a:ext>
                  </a:extLst>
                </p:cNvPr>
                <p:cNvGrpSpPr/>
                <p:nvPr userDrawn="1"/>
              </p:nvGrpSpPr>
              <p:grpSpPr>
                <a:xfrm>
                  <a:off x="12771550" y="3403239"/>
                  <a:ext cx="467156" cy="448491"/>
                  <a:chOff x="12782177" y="3403239"/>
                  <a:chExt cx="467156" cy="448491"/>
                </a:xfrm>
              </p:grpSpPr>
              <p:grpSp>
                <p:nvGrpSpPr>
                  <p:cNvPr id="114" name="Groep 113">
                    <a:extLst>
                      <a:ext uri="{FF2B5EF4-FFF2-40B4-BE49-F238E27FC236}">
                        <a16:creationId xmlns:a16="http://schemas.microsoft.com/office/drawing/2014/main" id="{635D0D83-8365-4129-B875-517D8B7CFE52}"/>
                      </a:ext>
                    </a:extLst>
                  </p:cNvPr>
                  <p:cNvGrpSpPr/>
                  <p:nvPr userDrawn="1"/>
                </p:nvGrpSpPr>
                <p:grpSpPr>
                  <a:xfrm>
                    <a:off x="12782177" y="3403239"/>
                    <a:ext cx="412972" cy="396132"/>
                    <a:chOff x="13554906" y="3320109"/>
                    <a:chExt cx="443912" cy="425811"/>
                  </a:xfrm>
                </p:grpSpPr>
                <p:grpSp>
                  <p:nvGrpSpPr>
                    <p:cNvPr id="121" name="Groep 120">
                      <a:extLst>
                        <a:ext uri="{FF2B5EF4-FFF2-40B4-BE49-F238E27FC236}">
                          <a16:creationId xmlns:a16="http://schemas.microsoft.com/office/drawing/2014/main" id="{908FCE34-4114-45B7-B7B1-CE1C48E8586A}"/>
                        </a:ext>
                      </a:extLst>
                    </p:cNvPr>
                    <p:cNvGrpSpPr/>
                    <p:nvPr userDrawn="1"/>
                  </p:nvGrpSpPr>
                  <p:grpSpPr>
                    <a:xfrm>
                      <a:off x="13554906" y="3320109"/>
                      <a:ext cx="443912" cy="425811"/>
                      <a:chOff x="12909684" y="1276143"/>
                      <a:chExt cx="443912" cy="425811"/>
                    </a:xfrm>
                  </p:grpSpPr>
                  <p:sp>
                    <p:nvSpPr>
                      <p:cNvPr id="124" name="Rechthoek 123">
                        <a:extLst>
                          <a:ext uri="{FF2B5EF4-FFF2-40B4-BE49-F238E27FC236}">
                            <a16:creationId xmlns:a16="http://schemas.microsoft.com/office/drawing/2014/main" id="{F4DBBD78-9A8E-4BF5-8F6A-5885759E62F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25" name="Rechthoek 124">
                        <a:extLst>
                          <a:ext uri="{FF2B5EF4-FFF2-40B4-BE49-F238E27FC236}">
                            <a16:creationId xmlns:a16="http://schemas.microsoft.com/office/drawing/2014/main" id="{B544A8E8-444D-448B-9166-9179C48545A8}"/>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26" name="Ovaal 125">
                        <a:extLst>
                          <a:ext uri="{FF2B5EF4-FFF2-40B4-BE49-F238E27FC236}">
                            <a16:creationId xmlns:a16="http://schemas.microsoft.com/office/drawing/2014/main" id="{4D91E10D-07C7-4EC5-BDEF-A9B42E6067E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122" name="Afbeelding 121">
                      <a:extLst>
                        <a:ext uri="{FF2B5EF4-FFF2-40B4-BE49-F238E27FC236}">
                          <a16:creationId xmlns:a16="http://schemas.microsoft.com/office/drawing/2014/main" id="{7EE67F6E-F3E6-4BB3-85AB-2B039EA24454}"/>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2"/>
                      <a:ext cx="173367" cy="140220"/>
                    </a:xfrm>
                    <a:prstGeom prst="rect">
                      <a:avLst/>
                    </a:prstGeom>
                  </p:spPr>
                </p:pic>
                <p:pic>
                  <p:nvPicPr>
                    <p:cNvPr id="123" name="Afbeelding 122">
                      <a:extLst>
                        <a:ext uri="{FF2B5EF4-FFF2-40B4-BE49-F238E27FC236}">
                          <a16:creationId xmlns:a16="http://schemas.microsoft.com/office/drawing/2014/main" id="{DABADF5E-4BF1-4FBA-AE60-44305FCA1450}"/>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115" name="Groep 114">
                    <a:extLst>
                      <a:ext uri="{FF2B5EF4-FFF2-40B4-BE49-F238E27FC236}">
                        <a16:creationId xmlns:a16="http://schemas.microsoft.com/office/drawing/2014/main" id="{7BCA3084-29FA-4C73-BEB7-CB6C9129AA5F}"/>
                      </a:ext>
                    </a:extLst>
                  </p:cNvPr>
                  <p:cNvGrpSpPr/>
                  <p:nvPr userDrawn="1"/>
                </p:nvGrpSpPr>
                <p:grpSpPr>
                  <a:xfrm>
                    <a:off x="13103513" y="3705268"/>
                    <a:ext cx="145820" cy="146462"/>
                    <a:chOff x="13096169" y="3602278"/>
                    <a:chExt cx="145820" cy="146462"/>
                  </a:xfrm>
                </p:grpSpPr>
                <p:sp>
                  <p:nvSpPr>
                    <p:cNvPr id="119" name="Rechthoek 118">
                      <a:extLst>
                        <a:ext uri="{FF2B5EF4-FFF2-40B4-BE49-F238E27FC236}">
                          <a16:creationId xmlns:a16="http://schemas.microsoft.com/office/drawing/2014/main" id="{C2AAA274-4ECD-4D07-9D3E-C11B6D7BD04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20" name="Rechthoek 119">
                      <a:extLst>
                        <a:ext uri="{FF2B5EF4-FFF2-40B4-BE49-F238E27FC236}">
                          <a16:creationId xmlns:a16="http://schemas.microsoft.com/office/drawing/2014/main" id="{F153B895-5822-4EF6-B397-670B0AE12255}"/>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116" name="Groep 115">
                    <a:extLst>
                      <a:ext uri="{FF2B5EF4-FFF2-40B4-BE49-F238E27FC236}">
                        <a16:creationId xmlns:a16="http://schemas.microsoft.com/office/drawing/2014/main" id="{80A8E6A7-0ACC-44F1-BABA-70EC34966DAC}"/>
                      </a:ext>
                    </a:extLst>
                  </p:cNvPr>
                  <p:cNvGrpSpPr/>
                  <p:nvPr userDrawn="1"/>
                </p:nvGrpSpPr>
                <p:grpSpPr>
                  <a:xfrm rot="10800000">
                    <a:off x="13061402" y="3665637"/>
                    <a:ext cx="145820" cy="146462"/>
                    <a:chOff x="13096169" y="3602278"/>
                    <a:chExt cx="145820" cy="146462"/>
                  </a:xfrm>
                </p:grpSpPr>
                <p:sp>
                  <p:nvSpPr>
                    <p:cNvPr id="117" name="Rechthoek 116">
                      <a:extLst>
                        <a:ext uri="{FF2B5EF4-FFF2-40B4-BE49-F238E27FC236}">
                          <a16:creationId xmlns:a16="http://schemas.microsoft.com/office/drawing/2014/main" id="{E7D64877-67A8-437B-9122-92C5E2BE3A5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18" name="Rechthoek 117">
                      <a:extLst>
                        <a:ext uri="{FF2B5EF4-FFF2-40B4-BE49-F238E27FC236}">
                          <a16:creationId xmlns:a16="http://schemas.microsoft.com/office/drawing/2014/main" id="{8D8617CF-329F-42A1-8AC6-2E675D9E07B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112" name="Rechthoek 111">
                  <a:extLst>
                    <a:ext uri="{FF2B5EF4-FFF2-40B4-BE49-F238E27FC236}">
                      <a16:creationId xmlns:a16="http://schemas.microsoft.com/office/drawing/2014/main" id="{511BF109-4F14-41B2-863C-9F5A58B9250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113" name="Gelijkbenige driehoek 112">
                  <a:extLst>
                    <a:ext uri="{FF2B5EF4-FFF2-40B4-BE49-F238E27FC236}">
                      <a16:creationId xmlns:a16="http://schemas.microsoft.com/office/drawing/2014/main" id="{C60D5988-A0C7-4129-81B1-8FAFF1FC06AA}"/>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93" name="Groep 92">
                <a:extLst>
                  <a:ext uri="{FF2B5EF4-FFF2-40B4-BE49-F238E27FC236}">
                    <a16:creationId xmlns:a16="http://schemas.microsoft.com/office/drawing/2014/main" id="{472FF6DD-20D9-47DA-8411-EC07A287C1FA}"/>
                  </a:ext>
                </a:extLst>
              </p:cNvPr>
              <p:cNvGrpSpPr/>
              <p:nvPr userDrawn="1"/>
            </p:nvGrpSpPr>
            <p:grpSpPr>
              <a:xfrm>
                <a:off x="-3314821" y="2981448"/>
                <a:ext cx="1558053" cy="563933"/>
                <a:chOff x="-3314821" y="2981448"/>
                <a:chExt cx="1558053" cy="563933"/>
              </a:xfrm>
            </p:grpSpPr>
            <p:sp>
              <p:nvSpPr>
                <p:cNvPr id="97" name="Rechthoek 96">
                  <a:extLst>
                    <a:ext uri="{FF2B5EF4-FFF2-40B4-BE49-F238E27FC236}">
                      <a16:creationId xmlns:a16="http://schemas.microsoft.com/office/drawing/2014/main" id="{5FBF0202-D16E-4B54-9DA2-20651F4CC4A1}"/>
                    </a:ext>
                  </a:extLst>
                </p:cNvPr>
                <p:cNvSpPr/>
                <p:nvPr userDrawn="1"/>
              </p:nvSpPr>
              <p:spPr>
                <a:xfrm>
                  <a:off x="-3314821" y="2981448"/>
                  <a:ext cx="1558053"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98" name="Rechthoek 97">
                  <a:extLst>
                    <a:ext uri="{FF2B5EF4-FFF2-40B4-BE49-F238E27FC236}">
                      <a16:creationId xmlns:a16="http://schemas.microsoft.com/office/drawing/2014/main" id="{FBD347AB-2D49-462E-A71E-30F7DA13C372}"/>
                    </a:ext>
                  </a:extLst>
                </p:cNvPr>
                <p:cNvSpPr/>
                <p:nvPr userDrawn="1"/>
              </p:nvSpPr>
              <p:spPr>
                <a:xfrm>
                  <a:off x="-3304719" y="3235173"/>
                  <a:ext cx="15403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99" name="Tekstvak 98">
                  <a:extLst>
                    <a:ext uri="{FF2B5EF4-FFF2-40B4-BE49-F238E27FC236}">
                      <a16:creationId xmlns:a16="http://schemas.microsoft.com/office/drawing/2014/main" id="{D8A0A28B-1097-429C-8E56-1C507E844C99}"/>
                    </a:ext>
                  </a:extLst>
                </p:cNvPr>
                <p:cNvSpPr txBox="1"/>
                <p:nvPr userDrawn="1"/>
              </p:nvSpPr>
              <p:spPr>
                <a:xfrm>
                  <a:off x="-3069820" y="3038892"/>
                  <a:ext cx="1089248"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Naar voorgrond</a:t>
                  </a:r>
                </a:p>
              </p:txBody>
            </p:sp>
            <p:sp>
              <p:nvSpPr>
                <p:cNvPr id="100" name="Tekstvak 99">
                  <a:extLst>
                    <a:ext uri="{FF2B5EF4-FFF2-40B4-BE49-F238E27FC236}">
                      <a16:creationId xmlns:a16="http://schemas.microsoft.com/office/drawing/2014/main" id="{0C2E6D0F-523A-4AF8-9B69-8561FC7DB24D}"/>
                    </a:ext>
                  </a:extLst>
                </p:cNvPr>
                <p:cNvSpPr txBox="1"/>
                <p:nvPr userDrawn="1"/>
              </p:nvSpPr>
              <p:spPr>
                <a:xfrm>
                  <a:off x="-3069820" y="3295269"/>
                  <a:ext cx="109851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Naar achtergrond</a:t>
                  </a:r>
                </a:p>
              </p:txBody>
            </p:sp>
            <p:sp>
              <p:nvSpPr>
                <p:cNvPr id="101" name="Vrije vorm: vorm 100">
                  <a:extLst>
                    <a:ext uri="{FF2B5EF4-FFF2-40B4-BE49-F238E27FC236}">
                      <a16:creationId xmlns:a16="http://schemas.microsoft.com/office/drawing/2014/main" id="{72CF7F63-2010-4C71-A298-6E70A5C2A128}"/>
                    </a:ext>
                  </a:extLst>
                </p:cNvPr>
                <p:cNvSpPr/>
                <p:nvPr userDrawn="1"/>
              </p:nvSpPr>
              <p:spPr>
                <a:xfrm>
                  <a:off x="-2051274" y="3365381"/>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102" name="Gelijkbenige driehoek 101">
                  <a:extLst>
                    <a:ext uri="{FF2B5EF4-FFF2-40B4-BE49-F238E27FC236}">
                      <a16:creationId xmlns:a16="http://schemas.microsoft.com/office/drawing/2014/main" id="{09E3E282-2204-4AAF-A08A-35D068089DE3}"/>
                    </a:ext>
                  </a:extLst>
                </p:cNvPr>
                <p:cNvSpPr/>
                <p:nvPr userDrawn="1"/>
              </p:nvSpPr>
              <p:spPr>
                <a:xfrm rot="5400000">
                  <a:off x="-1900674" y="3332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103" name="Groep 102">
                  <a:extLst>
                    <a:ext uri="{FF2B5EF4-FFF2-40B4-BE49-F238E27FC236}">
                      <a16:creationId xmlns:a16="http://schemas.microsoft.com/office/drawing/2014/main" id="{01CE405F-D1AA-4E40-9698-25DF964B8E16}"/>
                    </a:ext>
                  </a:extLst>
                </p:cNvPr>
                <p:cNvGrpSpPr/>
                <p:nvPr userDrawn="1"/>
              </p:nvGrpSpPr>
              <p:grpSpPr>
                <a:xfrm>
                  <a:off x="-3257052" y="3032066"/>
                  <a:ext cx="182309" cy="163794"/>
                  <a:chOff x="12832541" y="3162395"/>
                  <a:chExt cx="219532" cy="197236"/>
                </a:xfrm>
              </p:grpSpPr>
              <p:sp>
                <p:nvSpPr>
                  <p:cNvPr id="108" name="Rechthoek 107">
                    <a:extLst>
                      <a:ext uri="{FF2B5EF4-FFF2-40B4-BE49-F238E27FC236}">
                        <a16:creationId xmlns:a16="http://schemas.microsoft.com/office/drawing/2014/main" id="{E4F2361C-800F-4043-B685-5E5E2839E752}"/>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09" name="Rechthoek 108">
                    <a:extLst>
                      <a:ext uri="{FF2B5EF4-FFF2-40B4-BE49-F238E27FC236}">
                        <a16:creationId xmlns:a16="http://schemas.microsoft.com/office/drawing/2014/main" id="{7C1D604B-8717-4444-BA02-159FF7259CBA}"/>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10" name="Rechthoek 109">
                    <a:extLst>
                      <a:ext uri="{FF2B5EF4-FFF2-40B4-BE49-F238E27FC236}">
                        <a16:creationId xmlns:a16="http://schemas.microsoft.com/office/drawing/2014/main" id="{A94DEC2D-A39B-4807-A843-F6BBCAFBDA4B}"/>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grpSp>
              <p:nvGrpSpPr>
                <p:cNvPr id="104" name="Groep 103">
                  <a:extLst>
                    <a:ext uri="{FF2B5EF4-FFF2-40B4-BE49-F238E27FC236}">
                      <a16:creationId xmlns:a16="http://schemas.microsoft.com/office/drawing/2014/main" id="{0405581F-2C5D-4519-8DC1-F4BBA2BE08F4}"/>
                    </a:ext>
                  </a:extLst>
                </p:cNvPr>
                <p:cNvGrpSpPr/>
                <p:nvPr userDrawn="1"/>
              </p:nvGrpSpPr>
              <p:grpSpPr>
                <a:xfrm>
                  <a:off x="-3257053" y="3276580"/>
                  <a:ext cx="182309" cy="163794"/>
                  <a:chOff x="12832541" y="3162395"/>
                  <a:chExt cx="219532" cy="197236"/>
                </a:xfrm>
              </p:grpSpPr>
              <p:sp>
                <p:nvSpPr>
                  <p:cNvPr id="105" name="Rechthoek 104">
                    <a:extLst>
                      <a:ext uri="{FF2B5EF4-FFF2-40B4-BE49-F238E27FC236}">
                        <a16:creationId xmlns:a16="http://schemas.microsoft.com/office/drawing/2014/main" id="{C2C5D3F2-DE8E-40A9-AEB6-D75984A4245C}"/>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06" name="Rechthoek 105">
                    <a:extLst>
                      <a:ext uri="{FF2B5EF4-FFF2-40B4-BE49-F238E27FC236}">
                        <a16:creationId xmlns:a16="http://schemas.microsoft.com/office/drawing/2014/main" id="{0B3A8071-0689-4E2E-B6F8-391DD09FE0A3}"/>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21CF1812-4D77-42B8-B062-B90287D9C2DF}"/>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grpSp>
          <p:grpSp>
            <p:nvGrpSpPr>
              <p:cNvPr id="94" name="ICOON_info">
                <a:extLst>
                  <a:ext uri="{FF2B5EF4-FFF2-40B4-BE49-F238E27FC236}">
                    <a16:creationId xmlns:a16="http://schemas.microsoft.com/office/drawing/2014/main" id="{7EBDBCD7-A054-4E7A-AE68-4CCB303CC075}"/>
                  </a:ext>
                </a:extLst>
              </p:cNvPr>
              <p:cNvGrpSpPr/>
              <p:nvPr userDrawn="1"/>
            </p:nvGrpSpPr>
            <p:grpSpPr>
              <a:xfrm>
                <a:off x="-376736" y="5498637"/>
                <a:ext cx="283685" cy="283685"/>
                <a:chOff x="-510741" y="5913713"/>
                <a:chExt cx="267555" cy="267555"/>
              </a:xfrm>
            </p:grpSpPr>
            <p:sp>
              <p:nvSpPr>
                <p:cNvPr id="95" name="Ovaal 94">
                  <a:extLst>
                    <a:ext uri="{FF2B5EF4-FFF2-40B4-BE49-F238E27FC236}">
                      <a16:creationId xmlns:a16="http://schemas.microsoft.com/office/drawing/2014/main" id="{5B924EAA-2BFA-41B9-857D-1964FFF7C62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96" name="Graphic 163" descr="Informatie">
                  <a:extLst>
                    <a:ext uri="{FF2B5EF4-FFF2-40B4-BE49-F238E27FC236}">
                      <a16:creationId xmlns:a16="http://schemas.microsoft.com/office/drawing/2014/main" id="{BD3A4D96-FA49-46F3-AF26-449B1A24336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425274062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x IMAGES + TIT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5"/>
            <a:ext cx="11160125" cy="877888"/>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296638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2x images + </a:t>
            </a:r>
            <a:r>
              <a:rPr lang="nl-NL" sz="2400" b="1" cap="all" baseline="0" noProof="0" err="1">
                <a:solidFill>
                  <a:schemeClr val="accent2"/>
                </a:solidFill>
                <a:latin typeface="+mj-lt"/>
              </a:rPr>
              <a:t>title</a:t>
            </a:r>
            <a:endParaRPr lang="nl-NL" sz="2400" b="1" cap="all" baseline="0" noProof="0">
              <a:solidFill>
                <a:schemeClr val="accent2"/>
              </a:solidFill>
              <a:latin typeface="+mj-lt"/>
            </a:endParaRPr>
          </a:p>
        </p:txBody>
      </p:sp>
      <p:sp>
        <p:nvSpPr>
          <p:cNvPr id="13" name="Tijdelijke aanduiding voor afbeelding 16">
            <a:extLst>
              <a:ext uri="{FF2B5EF4-FFF2-40B4-BE49-F238E27FC236}">
                <a16:creationId xmlns:a16="http://schemas.microsoft.com/office/drawing/2014/main" id="{07987DB0-D3F2-4F97-A9CD-E66B3D902705}"/>
              </a:ext>
            </a:extLst>
          </p:cNvPr>
          <p:cNvSpPr>
            <a:spLocks noGrp="1"/>
          </p:cNvSpPr>
          <p:nvPr>
            <p:ph type="pic" sz="quarter" idx="16"/>
          </p:nvPr>
        </p:nvSpPr>
        <p:spPr>
          <a:xfrm>
            <a:off x="6276062" y="1760574"/>
            <a:ext cx="5400000" cy="4579901"/>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14" name="Tijdelijke aanduiding voor afbeelding 16">
            <a:extLst>
              <a:ext uri="{FF2B5EF4-FFF2-40B4-BE49-F238E27FC236}">
                <a16:creationId xmlns:a16="http://schemas.microsoft.com/office/drawing/2014/main" id="{C49090C3-74B0-4B99-A5B0-00B9DBE531C0}"/>
              </a:ext>
            </a:extLst>
          </p:cNvPr>
          <p:cNvSpPr>
            <a:spLocks noGrp="1"/>
          </p:cNvSpPr>
          <p:nvPr>
            <p:ph type="pic" sz="quarter" idx="17"/>
          </p:nvPr>
        </p:nvSpPr>
        <p:spPr>
          <a:xfrm>
            <a:off x="515937" y="1760574"/>
            <a:ext cx="5400000" cy="4579901"/>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grpSp>
        <p:nvGrpSpPr>
          <p:cNvPr id="11" name="INSTRUCTIE">
            <a:extLst>
              <a:ext uri="{FF2B5EF4-FFF2-40B4-BE49-F238E27FC236}">
                <a16:creationId xmlns:a16="http://schemas.microsoft.com/office/drawing/2014/main" id="{81221B75-809F-405A-AB5F-EEDFD508AF17}"/>
              </a:ext>
            </a:extLst>
          </p:cNvPr>
          <p:cNvGrpSpPr/>
          <p:nvPr userDrawn="1"/>
        </p:nvGrpSpPr>
        <p:grpSpPr>
          <a:xfrm>
            <a:off x="-3786437" y="0"/>
            <a:ext cx="3693386" cy="5270646"/>
            <a:chOff x="-3786437" y="0"/>
            <a:chExt cx="3693386" cy="5270646"/>
          </a:xfrm>
        </p:grpSpPr>
        <p:sp>
          <p:nvSpPr>
            <p:cNvPr id="12" name="Rechthoek 11">
              <a:extLst>
                <a:ext uri="{FF2B5EF4-FFF2-40B4-BE49-F238E27FC236}">
                  <a16:creationId xmlns:a16="http://schemas.microsoft.com/office/drawing/2014/main" id="{2A0F20E5-E9C3-4876-BD10-405568606319}"/>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sp>
          <p:nvSpPr>
            <p:cNvPr id="15" name="Rechthoek 14">
              <a:extLst>
                <a:ext uri="{FF2B5EF4-FFF2-40B4-BE49-F238E27FC236}">
                  <a16:creationId xmlns:a16="http://schemas.microsoft.com/office/drawing/2014/main" id="{F4811793-36E3-4D37-A45E-165304BE1F72}"/>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16" name="Ovaal 15">
              <a:extLst>
                <a:ext uri="{FF2B5EF4-FFF2-40B4-BE49-F238E27FC236}">
                  <a16:creationId xmlns:a16="http://schemas.microsoft.com/office/drawing/2014/main" id="{80BF1722-8986-4DBB-9208-5F7CFF4D1FEB}"/>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5E4DEA0B-D2F7-4ED3-BF30-E5814B6ACF1B}"/>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8" name="Groep 17">
              <a:extLst>
                <a:ext uri="{FF2B5EF4-FFF2-40B4-BE49-F238E27FC236}">
                  <a16:creationId xmlns:a16="http://schemas.microsoft.com/office/drawing/2014/main" id="{DA4D3AAE-3AD6-48C3-849A-68C70438F4DA}"/>
                </a:ext>
              </a:extLst>
            </p:cNvPr>
            <p:cNvGrpSpPr/>
            <p:nvPr userDrawn="1"/>
          </p:nvGrpSpPr>
          <p:grpSpPr>
            <a:xfrm>
              <a:off x="-3316179" y="1231351"/>
              <a:ext cx="294789" cy="318834"/>
              <a:chOff x="14466489" y="1001522"/>
              <a:chExt cx="290627" cy="314333"/>
            </a:xfrm>
          </p:grpSpPr>
          <p:sp>
            <p:nvSpPr>
              <p:cNvPr id="47" name="Rechthoek 46">
                <a:extLst>
                  <a:ext uri="{FF2B5EF4-FFF2-40B4-BE49-F238E27FC236}">
                    <a16:creationId xmlns:a16="http://schemas.microsoft.com/office/drawing/2014/main" id="{69900D6B-D247-4D7B-AC67-AD9DE6A195F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48" name="Ovaal 47">
                <a:extLst>
                  <a:ext uri="{FF2B5EF4-FFF2-40B4-BE49-F238E27FC236}">
                    <a16:creationId xmlns:a16="http://schemas.microsoft.com/office/drawing/2014/main" id="{1AE0EB41-22C3-4846-804D-7CC707A0AEB8}"/>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49" name="Vrije vorm: vorm 48">
                <a:extLst>
                  <a:ext uri="{FF2B5EF4-FFF2-40B4-BE49-F238E27FC236}">
                    <a16:creationId xmlns:a16="http://schemas.microsoft.com/office/drawing/2014/main" id="{2658B829-3D1D-4994-8FAC-460B6431659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50" name="Rechthoek: afgeronde hoeken 49">
                <a:extLst>
                  <a:ext uri="{FF2B5EF4-FFF2-40B4-BE49-F238E27FC236}">
                    <a16:creationId xmlns:a16="http://schemas.microsoft.com/office/drawing/2014/main" id="{C968A917-5693-46F2-BCB3-429C83FEBACD}"/>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51" name="Rechte verbindingslijn 50">
                <a:extLst>
                  <a:ext uri="{FF2B5EF4-FFF2-40B4-BE49-F238E27FC236}">
                    <a16:creationId xmlns:a16="http://schemas.microsoft.com/office/drawing/2014/main" id="{F25890DF-8A2A-448D-9FD1-CE59BC339C44}"/>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Rechte verbindingslijn 51">
                <a:extLst>
                  <a:ext uri="{FF2B5EF4-FFF2-40B4-BE49-F238E27FC236}">
                    <a16:creationId xmlns:a16="http://schemas.microsoft.com/office/drawing/2014/main" id="{57376660-21C6-42D0-9854-38149697BB06}"/>
                  </a:ext>
                </a:extLst>
              </p:cNvPr>
              <p:cNvCxnSpPr>
                <a:cxnSpLocks/>
                <a:stCxn id="50"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9" name="Ovaal 18">
              <a:extLst>
                <a:ext uri="{FF2B5EF4-FFF2-40B4-BE49-F238E27FC236}">
                  <a16:creationId xmlns:a16="http://schemas.microsoft.com/office/drawing/2014/main" id="{98E2E392-5A83-49CB-9C70-65C0438FFA97}"/>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0" name="Rechthoek 19">
              <a:extLst>
                <a:ext uri="{FF2B5EF4-FFF2-40B4-BE49-F238E27FC236}">
                  <a16:creationId xmlns:a16="http://schemas.microsoft.com/office/drawing/2014/main" id="{04703E02-A835-47B8-8DAD-C823E7F3824C}"/>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21" name="Groep 20">
              <a:extLst>
                <a:ext uri="{FF2B5EF4-FFF2-40B4-BE49-F238E27FC236}">
                  <a16:creationId xmlns:a16="http://schemas.microsoft.com/office/drawing/2014/main" id="{E5E35800-4083-410E-9103-E537945BBD19}"/>
                </a:ext>
              </a:extLst>
            </p:cNvPr>
            <p:cNvGrpSpPr/>
            <p:nvPr userDrawn="1"/>
          </p:nvGrpSpPr>
          <p:grpSpPr>
            <a:xfrm>
              <a:off x="-3311319" y="2164285"/>
              <a:ext cx="825500" cy="209550"/>
              <a:chOff x="13504624" y="2482850"/>
              <a:chExt cx="825500" cy="209550"/>
            </a:xfrm>
          </p:grpSpPr>
          <p:sp>
            <p:nvSpPr>
              <p:cNvPr id="44" name="Rechthoek 43">
                <a:extLst>
                  <a:ext uri="{FF2B5EF4-FFF2-40B4-BE49-F238E27FC236}">
                    <a16:creationId xmlns:a16="http://schemas.microsoft.com/office/drawing/2014/main" id="{CE711FD9-6503-409F-BF2B-A5BE79F312F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45" name="Rechte verbindingslijn 44">
                <a:extLst>
                  <a:ext uri="{FF2B5EF4-FFF2-40B4-BE49-F238E27FC236}">
                    <a16:creationId xmlns:a16="http://schemas.microsoft.com/office/drawing/2014/main" id="{EFE75007-8B5E-46D9-B4BA-18B2300F2B6B}"/>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6" name="Gelijkbenige driehoek 45">
                <a:extLst>
                  <a:ext uri="{FF2B5EF4-FFF2-40B4-BE49-F238E27FC236}">
                    <a16:creationId xmlns:a16="http://schemas.microsoft.com/office/drawing/2014/main" id="{C785BCD0-89C3-4FE5-8128-BBC6896132E4}"/>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22" name="Ovaal 21">
              <a:extLst>
                <a:ext uri="{FF2B5EF4-FFF2-40B4-BE49-F238E27FC236}">
                  <a16:creationId xmlns:a16="http://schemas.microsoft.com/office/drawing/2014/main" id="{AADA5504-C5A6-4B6E-AC8E-6E2FC496165B}"/>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 name="Rechthoek 22">
              <a:extLst>
                <a:ext uri="{FF2B5EF4-FFF2-40B4-BE49-F238E27FC236}">
                  <a16:creationId xmlns:a16="http://schemas.microsoft.com/office/drawing/2014/main" id="{1116932B-DDA7-4975-B1DC-A07C7BB43492}"/>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24" name="Groep 23">
              <a:extLst>
                <a:ext uri="{FF2B5EF4-FFF2-40B4-BE49-F238E27FC236}">
                  <a16:creationId xmlns:a16="http://schemas.microsoft.com/office/drawing/2014/main" id="{0B11423A-7214-45A4-8A73-7869BCDA56C2}"/>
                </a:ext>
              </a:extLst>
            </p:cNvPr>
            <p:cNvGrpSpPr/>
            <p:nvPr userDrawn="1"/>
          </p:nvGrpSpPr>
          <p:grpSpPr>
            <a:xfrm>
              <a:off x="-3408294" y="3643742"/>
              <a:ext cx="622283" cy="612920"/>
              <a:chOff x="12617641" y="3403239"/>
              <a:chExt cx="752963" cy="741634"/>
            </a:xfrm>
          </p:grpSpPr>
          <p:grpSp>
            <p:nvGrpSpPr>
              <p:cNvPr id="28" name="Groep 27">
                <a:extLst>
                  <a:ext uri="{FF2B5EF4-FFF2-40B4-BE49-F238E27FC236}">
                    <a16:creationId xmlns:a16="http://schemas.microsoft.com/office/drawing/2014/main" id="{19B03FE0-7AC9-49C4-9041-99E353DC9AA4}"/>
                  </a:ext>
                </a:extLst>
              </p:cNvPr>
              <p:cNvGrpSpPr/>
              <p:nvPr userDrawn="1"/>
            </p:nvGrpSpPr>
            <p:grpSpPr>
              <a:xfrm>
                <a:off x="12771530" y="3403239"/>
                <a:ext cx="467176" cy="448491"/>
                <a:chOff x="12782157" y="3403239"/>
                <a:chExt cx="467176" cy="448491"/>
              </a:xfrm>
            </p:grpSpPr>
            <p:grpSp>
              <p:nvGrpSpPr>
                <p:cNvPr id="31" name="Groep 30">
                  <a:extLst>
                    <a:ext uri="{FF2B5EF4-FFF2-40B4-BE49-F238E27FC236}">
                      <a16:creationId xmlns:a16="http://schemas.microsoft.com/office/drawing/2014/main" id="{03DA04B3-0C0E-41BA-8AFF-82766E430DA1}"/>
                    </a:ext>
                  </a:extLst>
                </p:cNvPr>
                <p:cNvGrpSpPr/>
                <p:nvPr userDrawn="1"/>
              </p:nvGrpSpPr>
              <p:grpSpPr>
                <a:xfrm>
                  <a:off x="12782157" y="3403239"/>
                  <a:ext cx="412976" cy="396132"/>
                  <a:chOff x="13554906" y="3320109"/>
                  <a:chExt cx="443917" cy="425811"/>
                </a:xfrm>
              </p:grpSpPr>
              <p:grpSp>
                <p:nvGrpSpPr>
                  <p:cNvPr id="38" name="Groep 37">
                    <a:extLst>
                      <a:ext uri="{FF2B5EF4-FFF2-40B4-BE49-F238E27FC236}">
                        <a16:creationId xmlns:a16="http://schemas.microsoft.com/office/drawing/2014/main" id="{382D138C-B14A-49A6-9B8A-1EF8FB3D6C14}"/>
                      </a:ext>
                    </a:extLst>
                  </p:cNvPr>
                  <p:cNvGrpSpPr/>
                  <p:nvPr userDrawn="1"/>
                </p:nvGrpSpPr>
                <p:grpSpPr>
                  <a:xfrm>
                    <a:off x="13554906" y="3320109"/>
                    <a:ext cx="443917" cy="425811"/>
                    <a:chOff x="12909684" y="1276143"/>
                    <a:chExt cx="443917" cy="425811"/>
                  </a:xfrm>
                </p:grpSpPr>
                <p:sp>
                  <p:nvSpPr>
                    <p:cNvPr id="41" name="Rechthoek 40">
                      <a:extLst>
                        <a:ext uri="{FF2B5EF4-FFF2-40B4-BE49-F238E27FC236}">
                          <a16:creationId xmlns:a16="http://schemas.microsoft.com/office/drawing/2014/main" id="{30197285-EC6C-469C-9E63-19EDB83268A3}"/>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42" name="Rechthoek 41">
                      <a:extLst>
                        <a:ext uri="{FF2B5EF4-FFF2-40B4-BE49-F238E27FC236}">
                          <a16:creationId xmlns:a16="http://schemas.microsoft.com/office/drawing/2014/main" id="{119B6BF3-E3AB-47A8-88C3-4785B98725C3}"/>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43" name="Ovaal 42">
                      <a:extLst>
                        <a:ext uri="{FF2B5EF4-FFF2-40B4-BE49-F238E27FC236}">
                          <a16:creationId xmlns:a16="http://schemas.microsoft.com/office/drawing/2014/main" id="{905A254C-A5EC-4C93-9200-CBA38DAB0D6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39" name="Afbeelding 38">
                    <a:extLst>
                      <a:ext uri="{FF2B5EF4-FFF2-40B4-BE49-F238E27FC236}">
                        <a16:creationId xmlns:a16="http://schemas.microsoft.com/office/drawing/2014/main" id="{754B8A2A-082B-4A3B-BCEE-3828D3391F75}"/>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0" name="Afbeelding 39">
                    <a:extLst>
                      <a:ext uri="{FF2B5EF4-FFF2-40B4-BE49-F238E27FC236}">
                        <a16:creationId xmlns:a16="http://schemas.microsoft.com/office/drawing/2014/main" id="{70A27AC6-A9CD-4EBD-A47A-CD3A9B923774}"/>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2" name="Groep 31">
                  <a:extLst>
                    <a:ext uri="{FF2B5EF4-FFF2-40B4-BE49-F238E27FC236}">
                      <a16:creationId xmlns:a16="http://schemas.microsoft.com/office/drawing/2014/main" id="{FD3AA6F7-9033-459B-AC99-A6B9F957F157}"/>
                    </a:ext>
                  </a:extLst>
                </p:cNvPr>
                <p:cNvGrpSpPr/>
                <p:nvPr userDrawn="1"/>
              </p:nvGrpSpPr>
              <p:grpSpPr>
                <a:xfrm>
                  <a:off x="13103513" y="3705268"/>
                  <a:ext cx="145820" cy="146462"/>
                  <a:chOff x="13096169" y="3602278"/>
                  <a:chExt cx="145820" cy="146462"/>
                </a:xfrm>
              </p:grpSpPr>
              <p:sp>
                <p:nvSpPr>
                  <p:cNvPr id="36" name="Rechthoek 35">
                    <a:extLst>
                      <a:ext uri="{FF2B5EF4-FFF2-40B4-BE49-F238E27FC236}">
                        <a16:creationId xmlns:a16="http://schemas.microsoft.com/office/drawing/2014/main" id="{F90FE05A-EA4E-463E-9DD9-B107E84274D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37" name="Rechthoek 36">
                    <a:extLst>
                      <a:ext uri="{FF2B5EF4-FFF2-40B4-BE49-F238E27FC236}">
                        <a16:creationId xmlns:a16="http://schemas.microsoft.com/office/drawing/2014/main" id="{018F30BE-B292-48C3-92FE-A7965CB50205}"/>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33" name="Groep 32">
                  <a:extLst>
                    <a:ext uri="{FF2B5EF4-FFF2-40B4-BE49-F238E27FC236}">
                      <a16:creationId xmlns:a16="http://schemas.microsoft.com/office/drawing/2014/main" id="{5680F1E2-3C4F-43FE-A019-CAEBACA24637}"/>
                    </a:ext>
                  </a:extLst>
                </p:cNvPr>
                <p:cNvGrpSpPr/>
                <p:nvPr userDrawn="1"/>
              </p:nvGrpSpPr>
              <p:grpSpPr>
                <a:xfrm rot="10800000">
                  <a:off x="13061402" y="3665637"/>
                  <a:ext cx="145820" cy="146462"/>
                  <a:chOff x="13096169" y="3602278"/>
                  <a:chExt cx="145820" cy="146462"/>
                </a:xfrm>
              </p:grpSpPr>
              <p:sp>
                <p:nvSpPr>
                  <p:cNvPr id="34" name="Rechthoek 33">
                    <a:extLst>
                      <a:ext uri="{FF2B5EF4-FFF2-40B4-BE49-F238E27FC236}">
                        <a16:creationId xmlns:a16="http://schemas.microsoft.com/office/drawing/2014/main" id="{C2EB2B0A-862D-4BBA-B64C-753D39212D52}"/>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35" name="Rechthoek 34">
                    <a:extLst>
                      <a:ext uri="{FF2B5EF4-FFF2-40B4-BE49-F238E27FC236}">
                        <a16:creationId xmlns:a16="http://schemas.microsoft.com/office/drawing/2014/main" id="{E25142C1-E7E5-4F5B-815D-39EE2B6F39A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29" name="Rechthoek 28">
                <a:extLst>
                  <a:ext uri="{FF2B5EF4-FFF2-40B4-BE49-F238E27FC236}">
                    <a16:creationId xmlns:a16="http://schemas.microsoft.com/office/drawing/2014/main" id="{083B5F0A-70FD-4494-BA6A-39E9B35467C7}"/>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30" name="Gelijkbenige driehoek 29">
                <a:extLst>
                  <a:ext uri="{FF2B5EF4-FFF2-40B4-BE49-F238E27FC236}">
                    <a16:creationId xmlns:a16="http://schemas.microsoft.com/office/drawing/2014/main" id="{52443F26-36F1-470F-A9DB-56BB024FDB6F}"/>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25" name="ICOON_info">
              <a:extLst>
                <a:ext uri="{FF2B5EF4-FFF2-40B4-BE49-F238E27FC236}">
                  <a16:creationId xmlns:a16="http://schemas.microsoft.com/office/drawing/2014/main" id="{4C1764D2-9681-40E0-A2A5-E08A32937002}"/>
                </a:ext>
              </a:extLst>
            </p:cNvPr>
            <p:cNvGrpSpPr/>
            <p:nvPr userDrawn="1"/>
          </p:nvGrpSpPr>
          <p:grpSpPr>
            <a:xfrm>
              <a:off x="-376736" y="4271597"/>
              <a:ext cx="283685" cy="283685"/>
              <a:chOff x="-510741" y="5913713"/>
              <a:chExt cx="267555" cy="267555"/>
            </a:xfrm>
          </p:grpSpPr>
          <p:sp>
            <p:nvSpPr>
              <p:cNvPr id="26" name="Ovaal 25">
                <a:extLst>
                  <a:ext uri="{FF2B5EF4-FFF2-40B4-BE49-F238E27FC236}">
                    <a16:creationId xmlns:a16="http://schemas.microsoft.com/office/drawing/2014/main" id="{83981862-70B3-4FB1-AA8C-413535ED38C9}"/>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27" name="Graphic 163" descr="Informatie">
                <a:extLst>
                  <a:ext uri="{FF2B5EF4-FFF2-40B4-BE49-F238E27FC236}">
                    <a16:creationId xmlns:a16="http://schemas.microsoft.com/office/drawing/2014/main" id="{71147A26-DEAE-4289-9C7E-B2A4A3CEE74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304199216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x IMAGES + TIT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5"/>
            <a:ext cx="11160125" cy="877888"/>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296638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3x images + </a:t>
            </a:r>
            <a:r>
              <a:rPr lang="nl-NL" sz="2400" b="1" cap="all" baseline="0" noProof="0" err="1">
                <a:solidFill>
                  <a:schemeClr val="accent2"/>
                </a:solidFill>
                <a:latin typeface="+mj-lt"/>
              </a:rPr>
              <a:t>title</a:t>
            </a:r>
            <a:endParaRPr lang="nl-NL" sz="2400" b="1" cap="all" baseline="0" noProof="0">
              <a:solidFill>
                <a:schemeClr val="accent2"/>
              </a:solidFill>
              <a:latin typeface="+mj-lt"/>
            </a:endParaRPr>
          </a:p>
        </p:txBody>
      </p:sp>
      <p:sp>
        <p:nvSpPr>
          <p:cNvPr id="15" name="Tijdelijke aanduiding voor afbeelding 16">
            <a:extLst>
              <a:ext uri="{FF2B5EF4-FFF2-40B4-BE49-F238E27FC236}">
                <a16:creationId xmlns:a16="http://schemas.microsoft.com/office/drawing/2014/main" id="{89D56B36-D765-411E-9916-8D83193BFE7E}"/>
              </a:ext>
            </a:extLst>
          </p:cNvPr>
          <p:cNvSpPr>
            <a:spLocks noGrp="1"/>
          </p:cNvSpPr>
          <p:nvPr>
            <p:ph type="pic" sz="quarter" idx="17"/>
          </p:nvPr>
        </p:nvSpPr>
        <p:spPr>
          <a:xfrm>
            <a:off x="515938" y="1754227"/>
            <a:ext cx="3509962" cy="4586248"/>
          </a:xfrm>
          <a:solidFill>
            <a:schemeClr val="bg1">
              <a:lumMod val="95000"/>
            </a:schemeClr>
          </a:solidFill>
        </p:spPr>
        <p:txBody>
          <a:bodyPr lIns="360000" tIns="0" rIns="360000" bIns="1080000" anchor="ctr" anchorCtr="0"/>
          <a:lstStyle>
            <a:lvl1pPr marL="0" indent="0" algn="ctr">
              <a:spcBef>
                <a:spcPts val="0"/>
              </a:spcBef>
              <a:spcAft>
                <a:spcPts val="0"/>
              </a:spcAft>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a:p>
            <a:endParaRPr lang="nl-NL"/>
          </a:p>
        </p:txBody>
      </p:sp>
      <p:sp>
        <p:nvSpPr>
          <p:cNvPr id="16" name="Tijdelijke aanduiding voor afbeelding 16">
            <a:extLst>
              <a:ext uri="{FF2B5EF4-FFF2-40B4-BE49-F238E27FC236}">
                <a16:creationId xmlns:a16="http://schemas.microsoft.com/office/drawing/2014/main" id="{161619E9-1A2B-454F-B005-46994466C9A6}"/>
              </a:ext>
            </a:extLst>
          </p:cNvPr>
          <p:cNvSpPr>
            <a:spLocks noGrp="1"/>
          </p:cNvSpPr>
          <p:nvPr>
            <p:ph type="pic" sz="quarter" idx="18"/>
          </p:nvPr>
        </p:nvSpPr>
        <p:spPr>
          <a:xfrm>
            <a:off x="4341018" y="1754227"/>
            <a:ext cx="3509962" cy="4586248"/>
          </a:xfrm>
          <a:solidFill>
            <a:schemeClr val="bg1">
              <a:lumMod val="95000"/>
            </a:schemeClr>
          </a:solidFill>
        </p:spPr>
        <p:txBody>
          <a:bodyPr lIns="360000" tIns="0" rIns="360000" bIns="1080000" anchor="ctr" anchorCtr="0"/>
          <a:lstStyle>
            <a:lvl1pPr marL="0" indent="0" algn="ctr">
              <a:spcBef>
                <a:spcPts val="0"/>
              </a:spcBef>
              <a:spcAft>
                <a:spcPts val="0"/>
              </a:spcAft>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a:p>
            <a:endParaRPr lang="nl-NL"/>
          </a:p>
        </p:txBody>
      </p:sp>
      <p:sp>
        <p:nvSpPr>
          <p:cNvPr id="17" name="Tijdelijke aanduiding voor afbeelding 16">
            <a:extLst>
              <a:ext uri="{FF2B5EF4-FFF2-40B4-BE49-F238E27FC236}">
                <a16:creationId xmlns:a16="http://schemas.microsoft.com/office/drawing/2014/main" id="{28ED2DC4-E3C2-4662-88E8-0880574424C2}"/>
              </a:ext>
            </a:extLst>
          </p:cNvPr>
          <p:cNvSpPr>
            <a:spLocks noGrp="1"/>
          </p:cNvSpPr>
          <p:nvPr>
            <p:ph type="pic" sz="quarter" idx="19"/>
          </p:nvPr>
        </p:nvSpPr>
        <p:spPr>
          <a:xfrm>
            <a:off x="8166101" y="1754227"/>
            <a:ext cx="3509962" cy="4586248"/>
          </a:xfrm>
          <a:solidFill>
            <a:schemeClr val="bg1">
              <a:lumMod val="95000"/>
            </a:schemeClr>
          </a:solidFill>
        </p:spPr>
        <p:txBody>
          <a:bodyPr lIns="360000" tIns="0" rIns="360000" bIns="1080000" anchor="ctr" anchorCtr="0"/>
          <a:lstStyle>
            <a:lvl1pPr marL="0" indent="0" algn="ctr">
              <a:spcBef>
                <a:spcPts val="0"/>
              </a:spcBef>
              <a:spcAft>
                <a:spcPts val="0"/>
              </a:spcAft>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grpSp>
        <p:nvGrpSpPr>
          <p:cNvPr id="54" name="INSTRUCTIE">
            <a:extLst>
              <a:ext uri="{FF2B5EF4-FFF2-40B4-BE49-F238E27FC236}">
                <a16:creationId xmlns:a16="http://schemas.microsoft.com/office/drawing/2014/main" id="{ED293C6E-5F97-40C6-8D58-C001D4BF7522}"/>
              </a:ext>
            </a:extLst>
          </p:cNvPr>
          <p:cNvGrpSpPr/>
          <p:nvPr userDrawn="1"/>
        </p:nvGrpSpPr>
        <p:grpSpPr>
          <a:xfrm>
            <a:off x="-3786437" y="0"/>
            <a:ext cx="3693386" cy="5270646"/>
            <a:chOff x="-3786437" y="0"/>
            <a:chExt cx="3693386" cy="5270646"/>
          </a:xfrm>
        </p:grpSpPr>
        <p:sp>
          <p:nvSpPr>
            <p:cNvPr id="55" name="Rechthoek 54">
              <a:extLst>
                <a:ext uri="{FF2B5EF4-FFF2-40B4-BE49-F238E27FC236}">
                  <a16:creationId xmlns:a16="http://schemas.microsoft.com/office/drawing/2014/main" id="{A640C1A8-4E98-4325-B763-BFB4E320C4C0}"/>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sp>
          <p:nvSpPr>
            <p:cNvPr id="56" name="Rechthoek 55">
              <a:extLst>
                <a:ext uri="{FF2B5EF4-FFF2-40B4-BE49-F238E27FC236}">
                  <a16:creationId xmlns:a16="http://schemas.microsoft.com/office/drawing/2014/main" id="{F45270FC-EA12-4408-AFAE-B449D770D95E}"/>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57" name="Ovaal 56">
              <a:extLst>
                <a:ext uri="{FF2B5EF4-FFF2-40B4-BE49-F238E27FC236}">
                  <a16:creationId xmlns:a16="http://schemas.microsoft.com/office/drawing/2014/main" id="{F4F7A986-7DD7-40CE-A0C3-2B62895EBCFC}"/>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58" name="Rechthoek 57">
              <a:extLst>
                <a:ext uri="{FF2B5EF4-FFF2-40B4-BE49-F238E27FC236}">
                  <a16:creationId xmlns:a16="http://schemas.microsoft.com/office/drawing/2014/main" id="{7B83CF78-7B6B-4AD5-9ED5-6CEDDB36C2F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59" name="Groep 58">
              <a:extLst>
                <a:ext uri="{FF2B5EF4-FFF2-40B4-BE49-F238E27FC236}">
                  <a16:creationId xmlns:a16="http://schemas.microsoft.com/office/drawing/2014/main" id="{925F3821-A96F-44F9-82F8-9B1A16A0F11C}"/>
                </a:ext>
              </a:extLst>
            </p:cNvPr>
            <p:cNvGrpSpPr/>
            <p:nvPr userDrawn="1"/>
          </p:nvGrpSpPr>
          <p:grpSpPr>
            <a:xfrm>
              <a:off x="-3316179" y="1231351"/>
              <a:ext cx="294789" cy="318834"/>
              <a:chOff x="14466489" y="1001522"/>
              <a:chExt cx="290627" cy="314333"/>
            </a:xfrm>
          </p:grpSpPr>
          <p:sp>
            <p:nvSpPr>
              <p:cNvPr id="88" name="Rechthoek 87">
                <a:extLst>
                  <a:ext uri="{FF2B5EF4-FFF2-40B4-BE49-F238E27FC236}">
                    <a16:creationId xmlns:a16="http://schemas.microsoft.com/office/drawing/2014/main" id="{4CB42E74-3551-432E-AC46-09B4FB3CBF24}"/>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89" name="Ovaal 88">
                <a:extLst>
                  <a:ext uri="{FF2B5EF4-FFF2-40B4-BE49-F238E27FC236}">
                    <a16:creationId xmlns:a16="http://schemas.microsoft.com/office/drawing/2014/main" id="{4C4D6DCF-7507-4BF0-8D5F-B2A3E60E298F}"/>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90" name="Vrije vorm: vorm 89">
                <a:extLst>
                  <a:ext uri="{FF2B5EF4-FFF2-40B4-BE49-F238E27FC236}">
                    <a16:creationId xmlns:a16="http://schemas.microsoft.com/office/drawing/2014/main" id="{0999B41D-D55B-48D7-A4F7-2E8999DD475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91" name="Rechthoek: afgeronde hoeken 90">
                <a:extLst>
                  <a:ext uri="{FF2B5EF4-FFF2-40B4-BE49-F238E27FC236}">
                    <a16:creationId xmlns:a16="http://schemas.microsoft.com/office/drawing/2014/main" id="{7F428687-14FE-42A2-A571-3933E4681DC0}"/>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92" name="Rechte verbindingslijn 91">
                <a:extLst>
                  <a:ext uri="{FF2B5EF4-FFF2-40B4-BE49-F238E27FC236}">
                    <a16:creationId xmlns:a16="http://schemas.microsoft.com/office/drawing/2014/main" id="{BE3469AE-DD01-4978-AB9E-8304547EC15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3" name="Rechte verbindingslijn 92">
                <a:extLst>
                  <a:ext uri="{FF2B5EF4-FFF2-40B4-BE49-F238E27FC236}">
                    <a16:creationId xmlns:a16="http://schemas.microsoft.com/office/drawing/2014/main" id="{3213BB01-89B1-4072-9DB3-82FAC7731CA8}"/>
                  </a:ext>
                </a:extLst>
              </p:cNvPr>
              <p:cNvCxnSpPr>
                <a:cxnSpLocks/>
                <a:stCxn id="91"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60" name="Ovaal 59">
              <a:extLst>
                <a:ext uri="{FF2B5EF4-FFF2-40B4-BE49-F238E27FC236}">
                  <a16:creationId xmlns:a16="http://schemas.microsoft.com/office/drawing/2014/main" id="{27429EFB-D708-4B37-9A84-4E26791D05D6}"/>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61" name="Rechthoek 60">
              <a:extLst>
                <a:ext uri="{FF2B5EF4-FFF2-40B4-BE49-F238E27FC236}">
                  <a16:creationId xmlns:a16="http://schemas.microsoft.com/office/drawing/2014/main" id="{EAC6880B-33B4-49BF-82C6-0E3808E5C0A2}"/>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62" name="Groep 61">
              <a:extLst>
                <a:ext uri="{FF2B5EF4-FFF2-40B4-BE49-F238E27FC236}">
                  <a16:creationId xmlns:a16="http://schemas.microsoft.com/office/drawing/2014/main" id="{616D82D8-CAD3-4960-AEBC-6B0D977BD7D1}"/>
                </a:ext>
              </a:extLst>
            </p:cNvPr>
            <p:cNvGrpSpPr/>
            <p:nvPr userDrawn="1"/>
          </p:nvGrpSpPr>
          <p:grpSpPr>
            <a:xfrm>
              <a:off x="-3311319" y="2164285"/>
              <a:ext cx="825500" cy="209550"/>
              <a:chOff x="13504624" y="2482850"/>
              <a:chExt cx="825500" cy="209550"/>
            </a:xfrm>
          </p:grpSpPr>
          <p:sp>
            <p:nvSpPr>
              <p:cNvPr id="85" name="Rechthoek 84">
                <a:extLst>
                  <a:ext uri="{FF2B5EF4-FFF2-40B4-BE49-F238E27FC236}">
                    <a16:creationId xmlns:a16="http://schemas.microsoft.com/office/drawing/2014/main" id="{F4581A12-9812-4014-9CAF-CFF7F37AFD8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86" name="Rechte verbindingslijn 85">
                <a:extLst>
                  <a:ext uri="{FF2B5EF4-FFF2-40B4-BE49-F238E27FC236}">
                    <a16:creationId xmlns:a16="http://schemas.microsoft.com/office/drawing/2014/main" id="{1907E929-0653-4C56-BA94-38171F1C5E7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87" name="Gelijkbenige driehoek 86">
                <a:extLst>
                  <a:ext uri="{FF2B5EF4-FFF2-40B4-BE49-F238E27FC236}">
                    <a16:creationId xmlns:a16="http://schemas.microsoft.com/office/drawing/2014/main" id="{41814860-12CA-4588-B7C6-91483FE54B6E}"/>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63" name="Ovaal 62">
              <a:extLst>
                <a:ext uri="{FF2B5EF4-FFF2-40B4-BE49-F238E27FC236}">
                  <a16:creationId xmlns:a16="http://schemas.microsoft.com/office/drawing/2014/main" id="{68165EC7-3F1C-44A3-85CB-8B0AD0574987}"/>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64" name="Rechthoek 63">
              <a:extLst>
                <a:ext uri="{FF2B5EF4-FFF2-40B4-BE49-F238E27FC236}">
                  <a16:creationId xmlns:a16="http://schemas.microsoft.com/office/drawing/2014/main" id="{99F8F4AE-67B7-41FA-B802-3FA3115C27D0}"/>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65" name="Groep 64">
              <a:extLst>
                <a:ext uri="{FF2B5EF4-FFF2-40B4-BE49-F238E27FC236}">
                  <a16:creationId xmlns:a16="http://schemas.microsoft.com/office/drawing/2014/main" id="{EAB0E4F3-9178-4B51-8D40-B3F7BF00E30F}"/>
                </a:ext>
              </a:extLst>
            </p:cNvPr>
            <p:cNvGrpSpPr/>
            <p:nvPr userDrawn="1"/>
          </p:nvGrpSpPr>
          <p:grpSpPr>
            <a:xfrm>
              <a:off x="-3408294" y="3643742"/>
              <a:ext cx="622283" cy="612920"/>
              <a:chOff x="12617641" y="3403239"/>
              <a:chExt cx="752963" cy="741634"/>
            </a:xfrm>
          </p:grpSpPr>
          <p:grpSp>
            <p:nvGrpSpPr>
              <p:cNvPr id="69" name="Groep 68">
                <a:extLst>
                  <a:ext uri="{FF2B5EF4-FFF2-40B4-BE49-F238E27FC236}">
                    <a16:creationId xmlns:a16="http://schemas.microsoft.com/office/drawing/2014/main" id="{F6429551-5AFF-4CD9-9FE9-3703258293B5}"/>
                  </a:ext>
                </a:extLst>
              </p:cNvPr>
              <p:cNvGrpSpPr/>
              <p:nvPr userDrawn="1"/>
            </p:nvGrpSpPr>
            <p:grpSpPr>
              <a:xfrm>
                <a:off x="12771530" y="3403239"/>
                <a:ext cx="467176" cy="448491"/>
                <a:chOff x="12782157" y="3403239"/>
                <a:chExt cx="467176" cy="448491"/>
              </a:xfrm>
            </p:grpSpPr>
            <p:grpSp>
              <p:nvGrpSpPr>
                <p:cNvPr id="72" name="Groep 71">
                  <a:extLst>
                    <a:ext uri="{FF2B5EF4-FFF2-40B4-BE49-F238E27FC236}">
                      <a16:creationId xmlns:a16="http://schemas.microsoft.com/office/drawing/2014/main" id="{8DB5D426-9E36-4FC0-93ED-0FCB99CF1383}"/>
                    </a:ext>
                  </a:extLst>
                </p:cNvPr>
                <p:cNvGrpSpPr/>
                <p:nvPr userDrawn="1"/>
              </p:nvGrpSpPr>
              <p:grpSpPr>
                <a:xfrm>
                  <a:off x="12782157" y="3403239"/>
                  <a:ext cx="412976" cy="396132"/>
                  <a:chOff x="13554906" y="3320109"/>
                  <a:chExt cx="443917" cy="425811"/>
                </a:xfrm>
              </p:grpSpPr>
              <p:grpSp>
                <p:nvGrpSpPr>
                  <p:cNvPr id="79" name="Groep 78">
                    <a:extLst>
                      <a:ext uri="{FF2B5EF4-FFF2-40B4-BE49-F238E27FC236}">
                        <a16:creationId xmlns:a16="http://schemas.microsoft.com/office/drawing/2014/main" id="{58AE02BC-FE3F-43B9-A31E-2F23B77C5D70}"/>
                      </a:ext>
                    </a:extLst>
                  </p:cNvPr>
                  <p:cNvGrpSpPr/>
                  <p:nvPr userDrawn="1"/>
                </p:nvGrpSpPr>
                <p:grpSpPr>
                  <a:xfrm>
                    <a:off x="13554906" y="3320109"/>
                    <a:ext cx="443917" cy="425811"/>
                    <a:chOff x="12909684" y="1276143"/>
                    <a:chExt cx="443917" cy="425811"/>
                  </a:xfrm>
                </p:grpSpPr>
                <p:sp>
                  <p:nvSpPr>
                    <p:cNvPr id="82" name="Rechthoek 81">
                      <a:extLst>
                        <a:ext uri="{FF2B5EF4-FFF2-40B4-BE49-F238E27FC236}">
                          <a16:creationId xmlns:a16="http://schemas.microsoft.com/office/drawing/2014/main" id="{CA1FC6F0-854A-43FF-80B0-01B180EECE9E}"/>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83" name="Rechthoek 82">
                      <a:extLst>
                        <a:ext uri="{FF2B5EF4-FFF2-40B4-BE49-F238E27FC236}">
                          <a16:creationId xmlns:a16="http://schemas.microsoft.com/office/drawing/2014/main" id="{C3B3CDCF-2153-4114-B4A1-E561012944E4}"/>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84" name="Ovaal 83">
                      <a:extLst>
                        <a:ext uri="{FF2B5EF4-FFF2-40B4-BE49-F238E27FC236}">
                          <a16:creationId xmlns:a16="http://schemas.microsoft.com/office/drawing/2014/main" id="{28899272-6D2D-4B6B-80C9-1BCCE52CECA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80" name="Afbeelding 79">
                    <a:extLst>
                      <a:ext uri="{FF2B5EF4-FFF2-40B4-BE49-F238E27FC236}">
                        <a16:creationId xmlns:a16="http://schemas.microsoft.com/office/drawing/2014/main" id="{09F04832-22B5-43B1-BE9B-C99E77A17328}"/>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81" name="Afbeelding 80">
                    <a:extLst>
                      <a:ext uri="{FF2B5EF4-FFF2-40B4-BE49-F238E27FC236}">
                        <a16:creationId xmlns:a16="http://schemas.microsoft.com/office/drawing/2014/main" id="{06B2D4E2-B26E-4F6F-9E8B-390D511426A8}"/>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73" name="Groep 72">
                  <a:extLst>
                    <a:ext uri="{FF2B5EF4-FFF2-40B4-BE49-F238E27FC236}">
                      <a16:creationId xmlns:a16="http://schemas.microsoft.com/office/drawing/2014/main" id="{309342A7-65AA-4B66-9C9C-A6C99AB23085}"/>
                    </a:ext>
                  </a:extLst>
                </p:cNvPr>
                <p:cNvGrpSpPr/>
                <p:nvPr userDrawn="1"/>
              </p:nvGrpSpPr>
              <p:grpSpPr>
                <a:xfrm>
                  <a:off x="13103513" y="3705268"/>
                  <a:ext cx="145820" cy="146462"/>
                  <a:chOff x="13096169" y="3602278"/>
                  <a:chExt cx="145820" cy="146462"/>
                </a:xfrm>
              </p:grpSpPr>
              <p:sp>
                <p:nvSpPr>
                  <p:cNvPr id="77" name="Rechthoek 76">
                    <a:extLst>
                      <a:ext uri="{FF2B5EF4-FFF2-40B4-BE49-F238E27FC236}">
                        <a16:creationId xmlns:a16="http://schemas.microsoft.com/office/drawing/2014/main" id="{FAB7B0A9-A4B1-4F81-A144-950F222C85D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FA9D294A-076D-4E46-9DA5-1DE4970A63A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74" name="Groep 73">
                  <a:extLst>
                    <a:ext uri="{FF2B5EF4-FFF2-40B4-BE49-F238E27FC236}">
                      <a16:creationId xmlns:a16="http://schemas.microsoft.com/office/drawing/2014/main" id="{37EBC32A-19F3-4D16-B0FF-F38A37E6E3CF}"/>
                    </a:ext>
                  </a:extLst>
                </p:cNvPr>
                <p:cNvGrpSpPr/>
                <p:nvPr userDrawn="1"/>
              </p:nvGrpSpPr>
              <p:grpSpPr>
                <a:xfrm rot="10800000">
                  <a:off x="13061402" y="3665637"/>
                  <a:ext cx="145820" cy="146462"/>
                  <a:chOff x="13096169" y="3602278"/>
                  <a:chExt cx="145820" cy="146462"/>
                </a:xfrm>
              </p:grpSpPr>
              <p:sp>
                <p:nvSpPr>
                  <p:cNvPr id="75" name="Rechthoek 74">
                    <a:extLst>
                      <a:ext uri="{FF2B5EF4-FFF2-40B4-BE49-F238E27FC236}">
                        <a16:creationId xmlns:a16="http://schemas.microsoft.com/office/drawing/2014/main" id="{E101B0B1-9686-43F6-A0DD-217FD38D0C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76" name="Rechthoek 75">
                    <a:extLst>
                      <a:ext uri="{FF2B5EF4-FFF2-40B4-BE49-F238E27FC236}">
                        <a16:creationId xmlns:a16="http://schemas.microsoft.com/office/drawing/2014/main" id="{EB428A74-6F85-473F-86CD-145B4D457C5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70" name="Rechthoek 69">
                <a:extLst>
                  <a:ext uri="{FF2B5EF4-FFF2-40B4-BE49-F238E27FC236}">
                    <a16:creationId xmlns:a16="http://schemas.microsoft.com/office/drawing/2014/main" id="{35C609E8-29F6-41FF-B934-38B289DB98D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71" name="Gelijkbenige driehoek 70">
                <a:extLst>
                  <a:ext uri="{FF2B5EF4-FFF2-40B4-BE49-F238E27FC236}">
                    <a16:creationId xmlns:a16="http://schemas.microsoft.com/office/drawing/2014/main" id="{D556DF4D-3800-48EE-86D6-14FA63983045}"/>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66" name="ICOON_info">
              <a:extLst>
                <a:ext uri="{FF2B5EF4-FFF2-40B4-BE49-F238E27FC236}">
                  <a16:creationId xmlns:a16="http://schemas.microsoft.com/office/drawing/2014/main" id="{88154E0D-A357-452E-8C93-D5394685773D}"/>
                </a:ext>
              </a:extLst>
            </p:cNvPr>
            <p:cNvGrpSpPr/>
            <p:nvPr userDrawn="1"/>
          </p:nvGrpSpPr>
          <p:grpSpPr>
            <a:xfrm>
              <a:off x="-376736" y="4271597"/>
              <a:ext cx="283685" cy="283685"/>
              <a:chOff x="-510741" y="5913713"/>
              <a:chExt cx="267555" cy="267555"/>
            </a:xfrm>
          </p:grpSpPr>
          <p:sp>
            <p:nvSpPr>
              <p:cNvPr id="67" name="Ovaal 66">
                <a:extLst>
                  <a:ext uri="{FF2B5EF4-FFF2-40B4-BE49-F238E27FC236}">
                    <a16:creationId xmlns:a16="http://schemas.microsoft.com/office/drawing/2014/main" id="{1102DD94-B713-4FD9-BE90-9E98FAB92B6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68" name="Graphic 163" descr="Informatie">
                <a:extLst>
                  <a:ext uri="{FF2B5EF4-FFF2-40B4-BE49-F238E27FC236}">
                    <a16:creationId xmlns:a16="http://schemas.microsoft.com/office/drawing/2014/main" id="{5B9B1BFA-9E59-4D7A-B505-020374125B0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415335005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x IMAGES +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4"/>
            <a:ext cx="11160125" cy="877889"/>
          </a:xfrm>
        </p:spPr>
        <p:txBody>
          <a:bodyPr/>
          <a:lstStyle>
            <a:lvl1pPr>
              <a:defRPr sz="4800"/>
            </a:lvl1p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08209"/>
            <a:ext cx="2933400" cy="151790"/>
          </a:xfrm>
        </p:spPr>
        <p:txBody>
          <a:bodyPr/>
          <a:lstStyle/>
          <a:p>
            <a:endParaRPr lang="nl-NL" noProof="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08209"/>
            <a:ext cx="4114800" cy="151790"/>
          </a:xfrm>
        </p:spPr>
        <p:txBody>
          <a:bodyPr/>
          <a:lstStyle/>
          <a:p>
            <a:r>
              <a:rPr lang="en-US" noProof="0"/>
              <a:t>Analytics for a Better World, Lecture 1</a:t>
            </a:r>
            <a:endParaRPr lang="nl-NL" noProof="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08209"/>
            <a:ext cx="284597" cy="151790"/>
          </a:xfrm>
        </p:spPr>
        <p:txBody>
          <a:bodyPr/>
          <a:lstStyle/>
          <a:p>
            <a:fld id="{D7B5DC5B-6873-43DB-ADC7-B15ACCE0DFDB}" type="slidenum">
              <a:rPr lang="nl-NL" noProof="0" smtClean="0"/>
              <a:t>‹#›</a:t>
            </a:fld>
            <a:endParaRPr lang="nl-NL" noProof="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2863797"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3x images + </a:t>
            </a:r>
            <a:r>
              <a:rPr lang="nl-NL" sz="2400" b="1" cap="all" baseline="0" noProof="0" err="1">
                <a:solidFill>
                  <a:schemeClr val="accent2"/>
                </a:solidFill>
                <a:latin typeface="+mj-lt"/>
              </a:rPr>
              <a:t>text</a:t>
            </a:r>
            <a:endParaRPr lang="nl-NL" sz="2400" b="1" cap="all" baseline="0" noProof="0">
              <a:solidFill>
                <a:schemeClr val="accent2"/>
              </a:solidFill>
              <a:latin typeface="+mj-lt"/>
            </a:endParaRPr>
          </a:p>
        </p:txBody>
      </p:sp>
      <p:sp>
        <p:nvSpPr>
          <p:cNvPr id="12" name="Tijdelijke aanduiding voor afbeelding 16">
            <a:extLst>
              <a:ext uri="{FF2B5EF4-FFF2-40B4-BE49-F238E27FC236}">
                <a16:creationId xmlns:a16="http://schemas.microsoft.com/office/drawing/2014/main" id="{E896F0B1-42B1-47AC-BED5-A6FB8258D4D7}"/>
              </a:ext>
            </a:extLst>
          </p:cNvPr>
          <p:cNvSpPr>
            <a:spLocks noGrp="1"/>
          </p:cNvSpPr>
          <p:nvPr>
            <p:ph type="pic" sz="quarter" idx="17"/>
          </p:nvPr>
        </p:nvSpPr>
        <p:spPr>
          <a:xfrm>
            <a:off x="515938" y="1754227"/>
            <a:ext cx="3509962"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Click icon </a:t>
            </a:r>
            <a:r>
              <a:rPr lang="nl-NL" dirty="0" err="1"/>
              <a:t>to</a:t>
            </a:r>
            <a:r>
              <a:rPr lang="nl-NL" dirty="0"/>
              <a:t> </a:t>
            </a:r>
            <a:r>
              <a:rPr lang="nl-NL" dirty="0" err="1"/>
              <a:t>add</a:t>
            </a:r>
            <a:r>
              <a:rPr lang="nl-NL" dirty="0"/>
              <a:t> picture</a:t>
            </a:r>
          </a:p>
        </p:txBody>
      </p:sp>
      <p:sp>
        <p:nvSpPr>
          <p:cNvPr id="18" name="Tijdelijke aanduiding voor afbeelding 16">
            <a:extLst>
              <a:ext uri="{FF2B5EF4-FFF2-40B4-BE49-F238E27FC236}">
                <a16:creationId xmlns:a16="http://schemas.microsoft.com/office/drawing/2014/main" id="{ED88A2A2-E890-4A1B-A8C2-E7D4ED2FE037}"/>
              </a:ext>
            </a:extLst>
          </p:cNvPr>
          <p:cNvSpPr>
            <a:spLocks noGrp="1"/>
          </p:cNvSpPr>
          <p:nvPr>
            <p:ph type="pic" sz="quarter" idx="18"/>
          </p:nvPr>
        </p:nvSpPr>
        <p:spPr>
          <a:xfrm>
            <a:off x="4341018" y="1754227"/>
            <a:ext cx="3509962"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19" name="Tijdelijke aanduiding voor afbeelding 16">
            <a:extLst>
              <a:ext uri="{FF2B5EF4-FFF2-40B4-BE49-F238E27FC236}">
                <a16:creationId xmlns:a16="http://schemas.microsoft.com/office/drawing/2014/main" id="{21EE98B7-13AC-4DF2-8E05-816B13B808A7}"/>
              </a:ext>
            </a:extLst>
          </p:cNvPr>
          <p:cNvSpPr>
            <a:spLocks noGrp="1"/>
          </p:cNvSpPr>
          <p:nvPr>
            <p:ph type="pic" sz="quarter" idx="19"/>
          </p:nvPr>
        </p:nvSpPr>
        <p:spPr>
          <a:xfrm>
            <a:off x="8166101" y="1754227"/>
            <a:ext cx="3509962"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20" name="Tijdelijke aanduiding voor tekst 28">
            <a:extLst>
              <a:ext uri="{FF2B5EF4-FFF2-40B4-BE49-F238E27FC236}">
                <a16:creationId xmlns:a16="http://schemas.microsoft.com/office/drawing/2014/main" id="{F1131722-DC1F-440F-BF52-66EC7391816A}"/>
              </a:ext>
            </a:extLst>
          </p:cNvPr>
          <p:cNvSpPr>
            <a:spLocks noGrp="1"/>
          </p:cNvSpPr>
          <p:nvPr>
            <p:ph type="body" sz="quarter" idx="16" hasCustomPrompt="1"/>
          </p:nvPr>
        </p:nvSpPr>
        <p:spPr>
          <a:xfrm>
            <a:off x="515938" y="3756063"/>
            <a:ext cx="3509959" cy="2584411"/>
          </a:xfrm>
          <a:solidFill>
            <a:schemeClr val="bg1"/>
          </a:solidFill>
        </p:spPr>
        <p:txBody>
          <a:bodyPr/>
          <a:lstStyle>
            <a:lvl1pPr marL="0" indent="0">
              <a:buNone/>
              <a:defRPr sz="100">
                <a:solidFill>
                  <a:schemeClr val="bg1"/>
                </a:solidFill>
              </a:defRPr>
            </a:lvl1pPr>
          </a:lstStyle>
          <a:p>
            <a:pPr lvl="0"/>
            <a:r>
              <a:rPr lang="nl-NL"/>
              <a:t> </a:t>
            </a:r>
            <a:endParaRPr lang="nl-NL" dirty="0"/>
          </a:p>
        </p:txBody>
      </p:sp>
      <p:sp>
        <p:nvSpPr>
          <p:cNvPr id="21" name="Tijdelijke aanduiding voor tekst 28">
            <a:extLst>
              <a:ext uri="{FF2B5EF4-FFF2-40B4-BE49-F238E27FC236}">
                <a16:creationId xmlns:a16="http://schemas.microsoft.com/office/drawing/2014/main" id="{CD37E532-3720-4BA1-AC0F-C02FCD05B3BE}"/>
              </a:ext>
            </a:extLst>
          </p:cNvPr>
          <p:cNvSpPr>
            <a:spLocks noGrp="1"/>
          </p:cNvSpPr>
          <p:nvPr>
            <p:ph type="body" sz="quarter" idx="20" hasCustomPrompt="1"/>
          </p:nvPr>
        </p:nvSpPr>
        <p:spPr>
          <a:xfrm>
            <a:off x="4341015" y="3756063"/>
            <a:ext cx="3509959" cy="2584411"/>
          </a:xfrm>
          <a:solidFill>
            <a:schemeClr val="bg1"/>
          </a:solidFill>
        </p:spPr>
        <p:txBody>
          <a:bodyPr/>
          <a:lstStyle>
            <a:lvl1pPr marL="0" indent="0">
              <a:buNone/>
              <a:defRPr sz="100">
                <a:solidFill>
                  <a:schemeClr val="bg1"/>
                </a:solidFill>
              </a:defRPr>
            </a:lvl1pPr>
          </a:lstStyle>
          <a:p>
            <a:pPr lvl="0"/>
            <a:r>
              <a:rPr lang="nl-NL"/>
              <a:t> </a:t>
            </a:r>
            <a:endParaRPr lang="nl-NL" dirty="0"/>
          </a:p>
        </p:txBody>
      </p:sp>
      <p:sp>
        <p:nvSpPr>
          <p:cNvPr id="22" name="Tijdelijke aanduiding voor tekst 28">
            <a:extLst>
              <a:ext uri="{FF2B5EF4-FFF2-40B4-BE49-F238E27FC236}">
                <a16:creationId xmlns:a16="http://schemas.microsoft.com/office/drawing/2014/main" id="{3CBC20AB-BFB3-44F1-97B2-D57A0123DE5E}"/>
              </a:ext>
            </a:extLst>
          </p:cNvPr>
          <p:cNvSpPr>
            <a:spLocks noGrp="1"/>
          </p:cNvSpPr>
          <p:nvPr>
            <p:ph type="body" sz="quarter" idx="21" hasCustomPrompt="1"/>
          </p:nvPr>
        </p:nvSpPr>
        <p:spPr>
          <a:xfrm>
            <a:off x="8166089" y="3756063"/>
            <a:ext cx="3509959" cy="2584411"/>
          </a:xfrm>
          <a:solidFill>
            <a:schemeClr val="bg1"/>
          </a:solidFill>
        </p:spPr>
        <p:txBody>
          <a:bodyPr/>
          <a:lstStyle>
            <a:lvl1pPr marL="0" indent="0">
              <a:buNone/>
              <a:defRPr sz="100">
                <a:solidFill>
                  <a:schemeClr val="bg1"/>
                </a:solidFill>
              </a:defRPr>
            </a:lvl1pPr>
          </a:lstStyle>
          <a:p>
            <a:pPr lvl="0"/>
            <a:r>
              <a:rPr lang="nl-NL"/>
              <a:t> </a:t>
            </a:r>
            <a:endParaRPr lang="nl-NL" dirty="0"/>
          </a:p>
        </p:txBody>
      </p:sp>
      <p:sp>
        <p:nvSpPr>
          <p:cNvPr id="25" name="Tijdelijke aanduiding voor verticale tekst 2">
            <a:extLst>
              <a:ext uri="{FF2B5EF4-FFF2-40B4-BE49-F238E27FC236}">
                <a16:creationId xmlns:a16="http://schemas.microsoft.com/office/drawing/2014/main" id="{8C8B6AC5-B51E-48E3-B0D8-C81AF20C1728}"/>
              </a:ext>
            </a:extLst>
          </p:cNvPr>
          <p:cNvSpPr>
            <a:spLocks noGrp="1"/>
          </p:cNvSpPr>
          <p:nvPr>
            <p:ph type="body" orient="vert" idx="1" hasCustomPrompt="1"/>
          </p:nvPr>
        </p:nvSpPr>
        <p:spPr>
          <a:xfrm>
            <a:off x="719985" y="4523798"/>
            <a:ext cx="3102715" cy="158490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err="1"/>
              <a:t>Lorem</a:t>
            </a:r>
            <a:r>
              <a:rPr lang="nl-NL" noProof="0" dirty="0"/>
              <a:t> </a:t>
            </a:r>
            <a:r>
              <a:rPr lang="nl-NL" noProof="0" dirty="0" err="1"/>
              <a:t>ipsum</a:t>
            </a:r>
            <a:r>
              <a:rPr lang="nl-NL" noProof="0" dirty="0"/>
              <a:t> </a:t>
            </a:r>
            <a:r>
              <a:rPr lang="nl-NL" noProof="0" dirty="0" err="1"/>
              <a:t>dolor</a:t>
            </a:r>
            <a:r>
              <a:rPr lang="nl-NL" noProof="0" dirty="0"/>
              <a:t> </a:t>
            </a:r>
            <a:r>
              <a:rPr lang="nl-NL" noProof="0" dirty="0" err="1"/>
              <a:t>sit</a:t>
            </a:r>
            <a:r>
              <a:rPr lang="nl-NL" noProof="0" dirty="0"/>
              <a:t> </a:t>
            </a:r>
            <a:r>
              <a:rPr lang="nl-NL" noProof="0" dirty="0" err="1"/>
              <a:t>amet</a:t>
            </a:r>
            <a:r>
              <a:rPr lang="nl-NL" noProof="0" dirty="0"/>
              <a:t>, </a:t>
            </a:r>
            <a:r>
              <a:rPr lang="nl-NL" noProof="0" dirty="0" err="1"/>
              <a:t>consectetuer</a:t>
            </a:r>
            <a:r>
              <a:rPr lang="nl-NL" noProof="0" dirty="0"/>
              <a:t> </a:t>
            </a:r>
            <a:r>
              <a:rPr lang="nl-NL" noProof="0" dirty="0" err="1"/>
              <a:t>adipiscing</a:t>
            </a:r>
            <a:r>
              <a:rPr lang="nl-NL" noProof="0" dirty="0"/>
              <a:t> </a:t>
            </a:r>
            <a:r>
              <a:rPr lang="nl-NL" noProof="0" dirty="0" err="1"/>
              <a:t>elit</a:t>
            </a:r>
            <a:r>
              <a:rPr lang="nl-NL" noProof="0" dirty="0"/>
              <a:t>. </a:t>
            </a:r>
            <a:r>
              <a:rPr lang="nl-NL" noProof="0" dirty="0" err="1"/>
              <a:t>Maecenas</a:t>
            </a:r>
            <a:r>
              <a:rPr lang="nl-NL" noProof="0" dirty="0"/>
              <a:t> </a:t>
            </a:r>
            <a:r>
              <a:rPr lang="nl-NL" noProof="0" dirty="0" err="1"/>
              <a:t>porttitor</a:t>
            </a:r>
            <a:r>
              <a:rPr lang="nl-NL" noProof="0" dirty="0"/>
              <a:t> </a:t>
            </a:r>
            <a:r>
              <a:rPr lang="nl-NL" noProof="0" dirty="0" err="1"/>
              <a:t>congue</a:t>
            </a:r>
            <a:r>
              <a:rPr lang="nl-NL" noProof="0" dirty="0"/>
              <a:t> massa. </a:t>
            </a:r>
            <a:r>
              <a:rPr lang="nl-NL" noProof="0" dirty="0" err="1"/>
              <a:t>Fusce</a:t>
            </a:r>
            <a:r>
              <a:rPr lang="nl-NL" noProof="0" dirty="0"/>
              <a:t> </a:t>
            </a:r>
            <a:r>
              <a:rPr lang="nl-NL" noProof="0" dirty="0" err="1"/>
              <a:t>posuere</a:t>
            </a:r>
            <a:r>
              <a:rPr lang="nl-NL" noProof="0" dirty="0"/>
              <a:t>, magna </a:t>
            </a:r>
            <a:r>
              <a:rPr lang="nl-NL" noProof="0" dirty="0" err="1"/>
              <a:t>sed</a:t>
            </a:r>
            <a:r>
              <a:rPr lang="nl-NL" noProof="0" dirty="0"/>
              <a:t> </a:t>
            </a:r>
            <a:r>
              <a:rPr lang="nl-NL" noProof="0" dirty="0" err="1"/>
              <a:t>pulvinar</a:t>
            </a:r>
            <a:r>
              <a:rPr lang="nl-NL" noProof="0" dirty="0"/>
              <a:t> </a:t>
            </a:r>
            <a:r>
              <a:rPr lang="nl-NL" noProof="0" dirty="0" err="1"/>
              <a:t>ultricies</a:t>
            </a:r>
            <a:r>
              <a:rPr lang="nl-NL" noProof="0" dirty="0"/>
              <a:t>, </a:t>
            </a:r>
            <a:r>
              <a:rPr lang="nl-NL" noProof="0" dirty="0" err="1"/>
              <a:t>purus</a:t>
            </a:r>
            <a:r>
              <a:rPr lang="nl-NL" noProof="0" dirty="0"/>
              <a:t> </a:t>
            </a:r>
            <a:r>
              <a:rPr lang="nl-NL" noProof="0" dirty="0" err="1"/>
              <a:t>lectus</a:t>
            </a:r>
            <a:r>
              <a:rPr lang="nl-NL" noProof="0" dirty="0"/>
              <a:t> </a:t>
            </a:r>
            <a:r>
              <a:rPr lang="nl-NL" noProof="0" dirty="0" err="1"/>
              <a:t>malesuada</a:t>
            </a:r>
            <a:r>
              <a:rPr lang="nl-NL" noProof="0" dirty="0"/>
              <a:t> libero, </a:t>
            </a:r>
            <a:r>
              <a:rPr lang="nl-NL" noProof="0" dirty="0" err="1"/>
              <a:t>sit</a:t>
            </a:r>
            <a:r>
              <a:rPr lang="nl-NL" noProof="0" dirty="0"/>
              <a:t> </a:t>
            </a:r>
            <a:r>
              <a:rPr lang="nl-NL" noProof="0" dirty="0" err="1"/>
              <a:t>amet</a:t>
            </a:r>
            <a:r>
              <a:rPr lang="nl-NL" noProof="0" dirty="0"/>
              <a:t> commodo magna eros </a:t>
            </a:r>
            <a:r>
              <a:rPr lang="nl-NL" noProof="0" dirty="0" err="1"/>
              <a:t>quis</a:t>
            </a:r>
            <a:r>
              <a:rPr lang="nl-NL" noProof="0" dirty="0"/>
              <a:t> </a:t>
            </a:r>
            <a:r>
              <a:rPr lang="nl-NL" noProof="0" dirty="0" err="1"/>
              <a:t>urna</a:t>
            </a:r>
            <a:r>
              <a:rPr lang="nl-NL" noProof="0" dirty="0"/>
              <a:t>.</a:t>
            </a:r>
          </a:p>
        </p:txBody>
      </p:sp>
      <p:sp>
        <p:nvSpPr>
          <p:cNvPr id="26" name="Tijdelijke aanduiding voor verticale tekst 2">
            <a:extLst>
              <a:ext uri="{FF2B5EF4-FFF2-40B4-BE49-F238E27FC236}">
                <a16:creationId xmlns:a16="http://schemas.microsoft.com/office/drawing/2014/main" id="{B6515488-F2FB-4494-A440-18B2F117FBFE}"/>
              </a:ext>
            </a:extLst>
          </p:cNvPr>
          <p:cNvSpPr>
            <a:spLocks noGrp="1"/>
          </p:cNvSpPr>
          <p:nvPr>
            <p:ph type="body" orient="vert" idx="22" hasCustomPrompt="1"/>
          </p:nvPr>
        </p:nvSpPr>
        <p:spPr>
          <a:xfrm>
            <a:off x="4544636" y="4523798"/>
            <a:ext cx="3102715" cy="158490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27" name="Tijdelijke aanduiding voor verticale tekst 2">
            <a:extLst>
              <a:ext uri="{FF2B5EF4-FFF2-40B4-BE49-F238E27FC236}">
                <a16:creationId xmlns:a16="http://schemas.microsoft.com/office/drawing/2014/main" id="{C9F7786B-24F3-4996-8168-993B4624568E}"/>
              </a:ext>
            </a:extLst>
          </p:cNvPr>
          <p:cNvSpPr>
            <a:spLocks noGrp="1"/>
          </p:cNvSpPr>
          <p:nvPr>
            <p:ph type="body" orient="vert" idx="23" hasCustomPrompt="1"/>
          </p:nvPr>
        </p:nvSpPr>
        <p:spPr>
          <a:xfrm>
            <a:off x="8369285" y="4523798"/>
            <a:ext cx="3102715" cy="158490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29" name="Tijdelijke aanduiding voor verticale tekst 2">
            <a:extLst>
              <a:ext uri="{FF2B5EF4-FFF2-40B4-BE49-F238E27FC236}">
                <a16:creationId xmlns:a16="http://schemas.microsoft.com/office/drawing/2014/main" id="{4BA1460F-32FF-439C-99C9-FF20D3AA1496}"/>
              </a:ext>
            </a:extLst>
          </p:cNvPr>
          <p:cNvSpPr>
            <a:spLocks noGrp="1"/>
          </p:cNvSpPr>
          <p:nvPr>
            <p:ph type="body" orient="vert" idx="25" hasCustomPrompt="1"/>
          </p:nvPr>
        </p:nvSpPr>
        <p:spPr>
          <a:xfrm>
            <a:off x="4544635" y="3948727"/>
            <a:ext cx="3102715" cy="343296"/>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30" name="Tijdelijke aanduiding voor verticale tekst 2">
            <a:extLst>
              <a:ext uri="{FF2B5EF4-FFF2-40B4-BE49-F238E27FC236}">
                <a16:creationId xmlns:a16="http://schemas.microsoft.com/office/drawing/2014/main" id="{79A384B1-0017-4E0A-B0BD-BA39D25995FD}"/>
              </a:ext>
            </a:extLst>
          </p:cNvPr>
          <p:cNvSpPr>
            <a:spLocks noGrp="1"/>
          </p:cNvSpPr>
          <p:nvPr>
            <p:ph type="body" orient="vert" idx="26" hasCustomPrompt="1"/>
          </p:nvPr>
        </p:nvSpPr>
        <p:spPr>
          <a:xfrm>
            <a:off x="8369285" y="3948727"/>
            <a:ext cx="3102715" cy="343296"/>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grpSp>
        <p:nvGrpSpPr>
          <p:cNvPr id="23" name="INSTRUCTIE">
            <a:extLst>
              <a:ext uri="{FF2B5EF4-FFF2-40B4-BE49-F238E27FC236}">
                <a16:creationId xmlns:a16="http://schemas.microsoft.com/office/drawing/2014/main" id="{5229EDE8-CD84-45C0-A718-E500DE18B9CF}"/>
              </a:ext>
            </a:extLst>
          </p:cNvPr>
          <p:cNvGrpSpPr/>
          <p:nvPr userDrawn="1"/>
        </p:nvGrpSpPr>
        <p:grpSpPr>
          <a:xfrm>
            <a:off x="-3786437" y="0"/>
            <a:ext cx="3693386" cy="5359349"/>
            <a:chOff x="-3786437" y="0"/>
            <a:chExt cx="3693386" cy="5359349"/>
          </a:xfrm>
        </p:grpSpPr>
        <p:sp>
          <p:nvSpPr>
            <p:cNvPr id="24" name="Rechthoek 23">
              <a:extLst>
                <a:ext uri="{FF2B5EF4-FFF2-40B4-BE49-F238E27FC236}">
                  <a16:creationId xmlns:a16="http://schemas.microsoft.com/office/drawing/2014/main" id="{D46F0259-6E41-4576-B0E5-2450D8E95510}"/>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31" name="Ovaal 30">
              <a:extLst>
                <a:ext uri="{FF2B5EF4-FFF2-40B4-BE49-F238E27FC236}">
                  <a16:creationId xmlns:a16="http://schemas.microsoft.com/office/drawing/2014/main" id="{591E4424-B375-4652-AF2E-52797CFB6332}"/>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32" name="Rechthoek 31">
              <a:extLst>
                <a:ext uri="{FF2B5EF4-FFF2-40B4-BE49-F238E27FC236}">
                  <a16:creationId xmlns:a16="http://schemas.microsoft.com/office/drawing/2014/main" id="{EDD6E959-42C3-4803-BD6A-0040463E43B6}"/>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3" name="Ovaal 32">
              <a:extLst>
                <a:ext uri="{FF2B5EF4-FFF2-40B4-BE49-F238E27FC236}">
                  <a16:creationId xmlns:a16="http://schemas.microsoft.com/office/drawing/2014/main" id="{41363F21-459A-4A40-8191-A1EF2AB41013}"/>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34" name="Rechthoek 33">
              <a:extLst>
                <a:ext uri="{FF2B5EF4-FFF2-40B4-BE49-F238E27FC236}">
                  <a16:creationId xmlns:a16="http://schemas.microsoft.com/office/drawing/2014/main" id="{6A25B1A5-E3A2-41EA-9D55-AB0204E9B363}"/>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35" name="Rechthoek 34">
              <a:extLst>
                <a:ext uri="{FF2B5EF4-FFF2-40B4-BE49-F238E27FC236}">
                  <a16:creationId xmlns:a16="http://schemas.microsoft.com/office/drawing/2014/main" id="{38DE6992-4E54-40EA-90F2-1FBE42A206C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36" name="Ovaal 35">
              <a:extLst>
                <a:ext uri="{FF2B5EF4-FFF2-40B4-BE49-F238E27FC236}">
                  <a16:creationId xmlns:a16="http://schemas.microsoft.com/office/drawing/2014/main" id="{249C77E7-383D-42F4-B536-616D4B4A6AEE}"/>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37" name="Rechthoek 36">
              <a:extLst>
                <a:ext uri="{FF2B5EF4-FFF2-40B4-BE49-F238E27FC236}">
                  <a16:creationId xmlns:a16="http://schemas.microsoft.com/office/drawing/2014/main" id="{E288050B-D5E1-4D92-A599-26DD3731A53E}"/>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38" name="Ovaal 37">
              <a:extLst>
                <a:ext uri="{FF2B5EF4-FFF2-40B4-BE49-F238E27FC236}">
                  <a16:creationId xmlns:a16="http://schemas.microsoft.com/office/drawing/2014/main" id="{6F2758F7-07F8-40C2-A16B-BA801D116D57}"/>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39" name="Rechthoek 38">
              <a:extLst>
                <a:ext uri="{FF2B5EF4-FFF2-40B4-BE49-F238E27FC236}">
                  <a16:creationId xmlns:a16="http://schemas.microsoft.com/office/drawing/2014/main" id="{8AE2339A-534D-467C-8279-04C0EF9A45AD}"/>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40" name="Ovaal 39">
              <a:extLst>
                <a:ext uri="{FF2B5EF4-FFF2-40B4-BE49-F238E27FC236}">
                  <a16:creationId xmlns:a16="http://schemas.microsoft.com/office/drawing/2014/main" id="{C350D8F0-0018-4D54-BCE6-A85DF86E0EF1}"/>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41" name="Rechthoek 40">
              <a:extLst>
                <a:ext uri="{FF2B5EF4-FFF2-40B4-BE49-F238E27FC236}">
                  <a16:creationId xmlns:a16="http://schemas.microsoft.com/office/drawing/2014/main" id="{B321376E-6BF5-473E-B201-AB7E842B3ACA}"/>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42" name="Ovaal 41">
              <a:extLst>
                <a:ext uri="{FF2B5EF4-FFF2-40B4-BE49-F238E27FC236}">
                  <a16:creationId xmlns:a16="http://schemas.microsoft.com/office/drawing/2014/main" id="{7B83C39A-BD69-4579-AD00-1F08BCFEE4FD}"/>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43" name="Rechthoek 42">
              <a:extLst>
                <a:ext uri="{FF2B5EF4-FFF2-40B4-BE49-F238E27FC236}">
                  <a16:creationId xmlns:a16="http://schemas.microsoft.com/office/drawing/2014/main" id="{84E3D949-0368-4802-A307-2C87AA8C933E}"/>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44" name="Ovaal 43">
              <a:extLst>
                <a:ext uri="{FF2B5EF4-FFF2-40B4-BE49-F238E27FC236}">
                  <a16:creationId xmlns:a16="http://schemas.microsoft.com/office/drawing/2014/main" id="{0031B7C2-3B71-44DB-AEFC-17C9FD6298B2}"/>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45" name="Rechthoek 44">
              <a:extLst>
                <a:ext uri="{FF2B5EF4-FFF2-40B4-BE49-F238E27FC236}">
                  <a16:creationId xmlns:a16="http://schemas.microsoft.com/office/drawing/2014/main" id="{D2748703-76E2-4987-A6EF-44F53C496421}"/>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46" name="Ovaal 45">
              <a:extLst>
                <a:ext uri="{FF2B5EF4-FFF2-40B4-BE49-F238E27FC236}">
                  <a16:creationId xmlns:a16="http://schemas.microsoft.com/office/drawing/2014/main" id="{6DC51F3B-8C71-42D5-B614-F775A96222E0}"/>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47" name="Rechthoek 46">
              <a:extLst>
                <a:ext uri="{FF2B5EF4-FFF2-40B4-BE49-F238E27FC236}">
                  <a16:creationId xmlns:a16="http://schemas.microsoft.com/office/drawing/2014/main" id="{6CA7CCCB-237B-4682-96BA-9EDC363BC1E4}"/>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48" name="Ovaal 47">
              <a:extLst>
                <a:ext uri="{FF2B5EF4-FFF2-40B4-BE49-F238E27FC236}">
                  <a16:creationId xmlns:a16="http://schemas.microsoft.com/office/drawing/2014/main" id="{89D1FA40-5702-46E6-BBCB-BA13663D1063}"/>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49" name="Rechthoek 48">
              <a:extLst>
                <a:ext uri="{FF2B5EF4-FFF2-40B4-BE49-F238E27FC236}">
                  <a16:creationId xmlns:a16="http://schemas.microsoft.com/office/drawing/2014/main" id="{A58D35CB-F743-40E8-BEF6-2F11E8AE27C5}"/>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50" name="Rechthoek 49">
              <a:extLst>
                <a:ext uri="{FF2B5EF4-FFF2-40B4-BE49-F238E27FC236}">
                  <a16:creationId xmlns:a16="http://schemas.microsoft.com/office/drawing/2014/main" id="{9C50F96F-E289-45E5-9B9A-4465625723C3}"/>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51" name="ICOON_info">
              <a:extLst>
                <a:ext uri="{FF2B5EF4-FFF2-40B4-BE49-F238E27FC236}">
                  <a16:creationId xmlns:a16="http://schemas.microsoft.com/office/drawing/2014/main" id="{54991ABD-1131-4786-AC55-D85D7D9F586E}"/>
                </a:ext>
              </a:extLst>
            </p:cNvPr>
            <p:cNvGrpSpPr/>
            <p:nvPr userDrawn="1"/>
          </p:nvGrpSpPr>
          <p:grpSpPr>
            <a:xfrm>
              <a:off x="-376736" y="4400186"/>
              <a:ext cx="283685" cy="283685"/>
              <a:chOff x="-510741" y="5913713"/>
              <a:chExt cx="267555" cy="267555"/>
            </a:xfrm>
          </p:grpSpPr>
          <p:sp>
            <p:nvSpPr>
              <p:cNvPr id="93" name="Ovaal 92">
                <a:extLst>
                  <a:ext uri="{FF2B5EF4-FFF2-40B4-BE49-F238E27FC236}">
                    <a16:creationId xmlns:a16="http://schemas.microsoft.com/office/drawing/2014/main" id="{33AC77BD-25D7-45B9-9530-6B4223E5990B}"/>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94" name="Graphic 163" descr="Informatie">
                <a:extLst>
                  <a:ext uri="{FF2B5EF4-FFF2-40B4-BE49-F238E27FC236}">
                    <a16:creationId xmlns:a16="http://schemas.microsoft.com/office/drawing/2014/main" id="{5E611146-DB1D-43F7-8D52-C52D88B7FD24}"/>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52" name="VOORBEELD">
              <a:extLst>
                <a:ext uri="{FF2B5EF4-FFF2-40B4-BE49-F238E27FC236}">
                  <a16:creationId xmlns:a16="http://schemas.microsoft.com/office/drawing/2014/main" id="{EB34C087-7272-4C7D-9DEA-F96FBCE7DCDE}"/>
                </a:ext>
              </a:extLst>
            </p:cNvPr>
            <p:cNvGrpSpPr/>
            <p:nvPr userDrawn="1"/>
          </p:nvGrpSpPr>
          <p:grpSpPr>
            <a:xfrm>
              <a:off x="-3605171" y="458674"/>
              <a:ext cx="3234311" cy="558875"/>
              <a:chOff x="-3605171" y="458674"/>
              <a:chExt cx="3234311" cy="558875"/>
            </a:xfrm>
          </p:grpSpPr>
          <p:sp>
            <p:nvSpPr>
              <p:cNvPr id="53" name="Rechthoek 52">
                <a:extLst>
                  <a:ext uri="{FF2B5EF4-FFF2-40B4-BE49-F238E27FC236}">
                    <a16:creationId xmlns:a16="http://schemas.microsoft.com/office/drawing/2014/main" id="{C8FF919C-DAAE-4277-84F8-5B6891BF9B4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54" name="Rechthoek 53">
                <a:extLst>
                  <a:ext uri="{FF2B5EF4-FFF2-40B4-BE49-F238E27FC236}">
                    <a16:creationId xmlns:a16="http://schemas.microsoft.com/office/drawing/2014/main" id="{6FF64704-96D2-48F9-A284-56809BB52613}"/>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EDDE5D4D-5C9C-4170-811D-B8E4E29A6988}"/>
                  </a:ext>
                </a:extLst>
              </p:cNvPr>
              <p:cNvGrpSpPr/>
              <p:nvPr userDrawn="1"/>
            </p:nvGrpSpPr>
            <p:grpSpPr>
              <a:xfrm>
                <a:off x="-3386247" y="830871"/>
                <a:ext cx="139423" cy="109566"/>
                <a:chOff x="-2866744" y="827071"/>
                <a:chExt cx="168701" cy="132575"/>
              </a:xfrm>
            </p:grpSpPr>
            <p:grpSp>
              <p:nvGrpSpPr>
                <p:cNvPr id="86" name="Groep 85">
                  <a:extLst>
                    <a:ext uri="{FF2B5EF4-FFF2-40B4-BE49-F238E27FC236}">
                      <a16:creationId xmlns:a16="http://schemas.microsoft.com/office/drawing/2014/main" id="{830AFC58-E8FB-42F7-BC89-B2DDBFFE63F6}"/>
                    </a:ext>
                  </a:extLst>
                </p:cNvPr>
                <p:cNvGrpSpPr/>
                <p:nvPr userDrawn="1"/>
              </p:nvGrpSpPr>
              <p:grpSpPr>
                <a:xfrm>
                  <a:off x="-2866744" y="827071"/>
                  <a:ext cx="168701" cy="132575"/>
                  <a:chOff x="-2866744" y="827071"/>
                  <a:chExt cx="168701" cy="132575"/>
                </a:xfrm>
              </p:grpSpPr>
              <p:cxnSp>
                <p:nvCxnSpPr>
                  <p:cNvPr id="88" name="Rechte verbindingslijn 87">
                    <a:extLst>
                      <a:ext uri="{FF2B5EF4-FFF2-40B4-BE49-F238E27FC236}">
                        <a16:creationId xmlns:a16="http://schemas.microsoft.com/office/drawing/2014/main" id="{97A1B6C8-F65D-4C2A-8508-F2BBB2D8A218}"/>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2BDFE8D5-6E74-482C-AA65-69AA6BFE30EE}"/>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0E89E947-B08B-474F-BF0E-520C2843186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0AA5235C-ACE0-4795-A797-4F5E400F0233}"/>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13D8AF3C-2B2D-47CB-B22E-A250A63F40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7" name="Pijl: rechts 86">
                  <a:extLst>
                    <a:ext uri="{FF2B5EF4-FFF2-40B4-BE49-F238E27FC236}">
                      <a16:creationId xmlns:a16="http://schemas.microsoft.com/office/drawing/2014/main" id="{E047DBD4-3C12-4689-8949-D2BDB5A57B6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56" name="Groep 55">
                <a:extLst>
                  <a:ext uri="{FF2B5EF4-FFF2-40B4-BE49-F238E27FC236}">
                    <a16:creationId xmlns:a16="http://schemas.microsoft.com/office/drawing/2014/main" id="{AEF7A58F-3CEE-46C8-8D61-729113A9AC3D}"/>
                  </a:ext>
                </a:extLst>
              </p:cNvPr>
              <p:cNvGrpSpPr/>
              <p:nvPr userDrawn="1"/>
            </p:nvGrpSpPr>
            <p:grpSpPr>
              <a:xfrm>
                <a:off x="-3605171" y="830871"/>
                <a:ext cx="139423" cy="109566"/>
                <a:chOff x="-2866744" y="518074"/>
                <a:chExt cx="168701" cy="132575"/>
              </a:xfrm>
            </p:grpSpPr>
            <p:grpSp>
              <p:nvGrpSpPr>
                <p:cNvPr id="79" name="Groep 78">
                  <a:extLst>
                    <a:ext uri="{FF2B5EF4-FFF2-40B4-BE49-F238E27FC236}">
                      <a16:creationId xmlns:a16="http://schemas.microsoft.com/office/drawing/2014/main" id="{50716C4E-F129-4749-AFDC-9123BDFB4013}"/>
                    </a:ext>
                  </a:extLst>
                </p:cNvPr>
                <p:cNvGrpSpPr/>
                <p:nvPr userDrawn="1"/>
              </p:nvGrpSpPr>
              <p:grpSpPr>
                <a:xfrm>
                  <a:off x="-2866744" y="518074"/>
                  <a:ext cx="168701" cy="132575"/>
                  <a:chOff x="-2866744" y="518074"/>
                  <a:chExt cx="168701" cy="132575"/>
                </a:xfrm>
              </p:grpSpPr>
              <p:cxnSp>
                <p:nvCxnSpPr>
                  <p:cNvPr id="81" name="Rechte verbindingslijn 80">
                    <a:extLst>
                      <a:ext uri="{FF2B5EF4-FFF2-40B4-BE49-F238E27FC236}">
                        <a16:creationId xmlns:a16="http://schemas.microsoft.com/office/drawing/2014/main" id="{30749CB1-D714-4B92-A8E2-0B00326393DF}"/>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71A4072D-562C-44D8-BDA7-F1120D2F503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9B9A41F1-76F4-4372-937D-D185605CD7C8}"/>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23905FFA-4383-4D5B-B1B4-4B0BD0263A9B}"/>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E5673D6E-CCCD-4CBE-95DB-C79FA1E910E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0" name="Pijl: rechts 79">
                  <a:extLst>
                    <a:ext uri="{FF2B5EF4-FFF2-40B4-BE49-F238E27FC236}">
                      <a16:creationId xmlns:a16="http://schemas.microsoft.com/office/drawing/2014/main" id="{B5C70D67-394F-4FB9-BFD4-5B827522559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57" name="Rechte verbindingslijn 56">
                <a:extLst>
                  <a:ext uri="{FF2B5EF4-FFF2-40B4-BE49-F238E27FC236}">
                    <a16:creationId xmlns:a16="http://schemas.microsoft.com/office/drawing/2014/main" id="{1CCE51E4-4E40-430A-BF76-DF90A153132E}"/>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58" name="Rechte verbindingslijn 57">
                <a:extLst>
                  <a:ext uri="{FF2B5EF4-FFF2-40B4-BE49-F238E27FC236}">
                    <a16:creationId xmlns:a16="http://schemas.microsoft.com/office/drawing/2014/main" id="{7E3E24E7-16A8-4A4F-850A-694EB81334CB}"/>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59" name="Rechthoek 58">
                <a:extLst>
                  <a:ext uri="{FF2B5EF4-FFF2-40B4-BE49-F238E27FC236}">
                    <a16:creationId xmlns:a16="http://schemas.microsoft.com/office/drawing/2014/main" id="{30957ADC-AC50-43EC-A48C-B61194321FA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60" name="Rechthoek 59">
                <a:extLst>
                  <a:ext uri="{FF2B5EF4-FFF2-40B4-BE49-F238E27FC236}">
                    <a16:creationId xmlns:a16="http://schemas.microsoft.com/office/drawing/2014/main" id="{6D0C3A52-4B14-48CB-BB1E-A3160A6EF3D1}"/>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61" name="Groep 60">
                <a:extLst>
                  <a:ext uri="{FF2B5EF4-FFF2-40B4-BE49-F238E27FC236}">
                    <a16:creationId xmlns:a16="http://schemas.microsoft.com/office/drawing/2014/main" id="{4D856D01-3791-4856-B765-AF6DF7F19278}"/>
                  </a:ext>
                </a:extLst>
              </p:cNvPr>
              <p:cNvGrpSpPr/>
              <p:nvPr userDrawn="1"/>
            </p:nvGrpSpPr>
            <p:grpSpPr>
              <a:xfrm>
                <a:off x="-2916763" y="769168"/>
                <a:ext cx="268738" cy="248381"/>
                <a:chOff x="-2916763" y="769168"/>
                <a:chExt cx="268738" cy="248381"/>
              </a:xfrm>
            </p:grpSpPr>
            <p:sp>
              <p:nvSpPr>
                <p:cNvPr id="71" name="Rechthoek 70">
                  <a:extLst>
                    <a:ext uri="{FF2B5EF4-FFF2-40B4-BE49-F238E27FC236}">
                      <a16:creationId xmlns:a16="http://schemas.microsoft.com/office/drawing/2014/main" id="{A5F5EE93-015C-4993-974D-36B87FDDF35B}"/>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72" name="Groep 71">
                  <a:extLst>
                    <a:ext uri="{FF2B5EF4-FFF2-40B4-BE49-F238E27FC236}">
                      <a16:creationId xmlns:a16="http://schemas.microsoft.com/office/drawing/2014/main" id="{73AF75AD-B20A-42E9-B224-B167D0851CBC}"/>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446AD881-898A-42D4-B9A3-5AAC08155B2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30BCDE50-D431-42C4-925E-B44C280FE9E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E5F09255-8F26-4C39-9ED7-493743C1540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5A380C3D-7028-4E80-9429-EE26094B3B7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5BF01824-717D-4386-8894-25E9DC00E2C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72">
                  <a:extLst>
                    <a:ext uri="{FF2B5EF4-FFF2-40B4-BE49-F238E27FC236}">
                      <a16:creationId xmlns:a16="http://schemas.microsoft.com/office/drawing/2014/main" id="{22BFFDCE-D431-4EF5-831C-91C8F8D9C2DC}"/>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62" name="Groep 61">
                <a:extLst>
                  <a:ext uri="{FF2B5EF4-FFF2-40B4-BE49-F238E27FC236}">
                    <a16:creationId xmlns:a16="http://schemas.microsoft.com/office/drawing/2014/main" id="{DA222E7E-649C-4F6F-BB23-86781951C4BF}"/>
                  </a:ext>
                </a:extLst>
              </p:cNvPr>
              <p:cNvGrpSpPr/>
              <p:nvPr userDrawn="1"/>
            </p:nvGrpSpPr>
            <p:grpSpPr>
              <a:xfrm>
                <a:off x="-2916763" y="460171"/>
                <a:ext cx="268738" cy="248381"/>
                <a:chOff x="-2916763" y="460171"/>
                <a:chExt cx="268738" cy="248381"/>
              </a:xfrm>
            </p:grpSpPr>
            <p:sp>
              <p:nvSpPr>
                <p:cNvPr id="63" name="Rechthoek 62">
                  <a:extLst>
                    <a:ext uri="{FF2B5EF4-FFF2-40B4-BE49-F238E27FC236}">
                      <a16:creationId xmlns:a16="http://schemas.microsoft.com/office/drawing/2014/main" id="{25B87D59-8BB6-4566-A480-F98810F9A23D}"/>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64" name="Groep 63">
                  <a:extLst>
                    <a:ext uri="{FF2B5EF4-FFF2-40B4-BE49-F238E27FC236}">
                      <a16:creationId xmlns:a16="http://schemas.microsoft.com/office/drawing/2014/main" id="{265EA7A1-D04E-4D20-90FB-4A5DA6D8AC56}"/>
                    </a:ext>
                  </a:extLst>
                </p:cNvPr>
                <p:cNvGrpSpPr/>
                <p:nvPr userDrawn="1"/>
              </p:nvGrpSpPr>
              <p:grpSpPr>
                <a:xfrm>
                  <a:off x="-2866744" y="518074"/>
                  <a:ext cx="168701" cy="132575"/>
                  <a:chOff x="-2866744" y="518074"/>
                  <a:chExt cx="168701" cy="132575"/>
                </a:xfrm>
              </p:grpSpPr>
              <p:cxnSp>
                <p:nvCxnSpPr>
                  <p:cNvPr id="66" name="Rechte verbindingslijn 65">
                    <a:extLst>
                      <a:ext uri="{FF2B5EF4-FFF2-40B4-BE49-F238E27FC236}">
                        <a16:creationId xmlns:a16="http://schemas.microsoft.com/office/drawing/2014/main" id="{3FE5BBC4-A8FE-440D-9387-A0549455C37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89104198-11A8-4B8F-A6AF-DC8B31AA90E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C8EDF891-3622-49AF-B0A4-76AD9F4C064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BCC64D3A-699A-4296-8E56-764015B329C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3CAE1BB5-0C9D-42AD-B071-E949773C72C9}"/>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5" name="Pijl: rechts 64">
                  <a:extLst>
                    <a:ext uri="{FF2B5EF4-FFF2-40B4-BE49-F238E27FC236}">
                      <a16:creationId xmlns:a16="http://schemas.microsoft.com/office/drawing/2014/main" id="{2ECBDB4B-4F4C-4C36-BE65-39850BB7999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grpSp>
        <p:nvGrpSpPr>
          <p:cNvPr id="95" name="INSTRUCTIE">
            <a:extLst>
              <a:ext uri="{FF2B5EF4-FFF2-40B4-BE49-F238E27FC236}">
                <a16:creationId xmlns:a16="http://schemas.microsoft.com/office/drawing/2014/main" id="{87B9A52A-7BA7-4D5E-8023-446C36C62361}"/>
              </a:ext>
            </a:extLst>
          </p:cNvPr>
          <p:cNvGrpSpPr/>
          <p:nvPr userDrawn="1"/>
        </p:nvGrpSpPr>
        <p:grpSpPr>
          <a:xfrm>
            <a:off x="12377595" y="0"/>
            <a:ext cx="3693386" cy="5270646"/>
            <a:chOff x="-3786437" y="0"/>
            <a:chExt cx="3693386" cy="5270646"/>
          </a:xfrm>
        </p:grpSpPr>
        <p:sp>
          <p:nvSpPr>
            <p:cNvPr id="96" name="Rechthoek 95">
              <a:extLst>
                <a:ext uri="{FF2B5EF4-FFF2-40B4-BE49-F238E27FC236}">
                  <a16:creationId xmlns:a16="http://schemas.microsoft.com/office/drawing/2014/main" id="{55E38911-8271-4DDE-BA07-4BAFEAEFA9D1}"/>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sp>
          <p:nvSpPr>
            <p:cNvPr id="97" name="Rechthoek 96">
              <a:extLst>
                <a:ext uri="{FF2B5EF4-FFF2-40B4-BE49-F238E27FC236}">
                  <a16:creationId xmlns:a16="http://schemas.microsoft.com/office/drawing/2014/main" id="{F6984FF2-E5F3-4099-B992-8393BDC7ACC6}"/>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98" name="Ovaal 97">
              <a:extLst>
                <a:ext uri="{FF2B5EF4-FFF2-40B4-BE49-F238E27FC236}">
                  <a16:creationId xmlns:a16="http://schemas.microsoft.com/office/drawing/2014/main" id="{4824A961-4B22-470B-A862-81FDEC6AAE6C}"/>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9" name="Rechthoek 98">
              <a:extLst>
                <a:ext uri="{FF2B5EF4-FFF2-40B4-BE49-F238E27FC236}">
                  <a16:creationId xmlns:a16="http://schemas.microsoft.com/office/drawing/2014/main" id="{6CB09827-47E4-4050-9C7A-2F3749758139}"/>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0" name="Groep 99">
              <a:extLst>
                <a:ext uri="{FF2B5EF4-FFF2-40B4-BE49-F238E27FC236}">
                  <a16:creationId xmlns:a16="http://schemas.microsoft.com/office/drawing/2014/main" id="{8B39D111-9786-4D4F-8756-1705FF8D0347}"/>
                </a:ext>
              </a:extLst>
            </p:cNvPr>
            <p:cNvGrpSpPr/>
            <p:nvPr userDrawn="1"/>
          </p:nvGrpSpPr>
          <p:grpSpPr>
            <a:xfrm>
              <a:off x="-3316179" y="1231351"/>
              <a:ext cx="294789" cy="318834"/>
              <a:chOff x="14466489" y="1001522"/>
              <a:chExt cx="290627" cy="314333"/>
            </a:xfrm>
          </p:grpSpPr>
          <p:sp>
            <p:nvSpPr>
              <p:cNvPr id="129" name="Rechthoek 128">
                <a:extLst>
                  <a:ext uri="{FF2B5EF4-FFF2-40B4-BE49-F238E27FC236}">
                    <a16:creationId xmlns:a16="http://schemas.microsoft.com/office/drawing/2014/main" id="{4EBDF4FC-59F0-46D9-9A34-226AC2E92AFD}"/>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30" name="Ovaal 129">
                <a:extLst>
                  <a:ext uri="{FF2B5EF4-FFF2-40B4-BE49-F238E27FC236}">
                    <a16:creationId xmlns:a16="http://schemas.microsoft.com/office/drawing/2014/main" id="{AB515986-6800-4561-9B87-38DAF6B56821}"/>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31" name="Vrije vorm: vorm 130">
                <a:extLst>
                  <a:ext uri="{FF2B5EF4-FFF2-40B4-BE49-F238E27FC236}">
                    <a16:creationId xmlns:a16="http://schemas.microsoft.com/office/drawing/2014/main" id="{2757A2CB-F371-4BCF-94B2-98A40CF8416E}"/>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32" name="Rechthoek: afgeronde hoeken 131">
                <a:extLst>
                  <a:ext uri="{FF2B5EF4-FFF2-40B4-BE49-F238E27FC236}">
                    <a16:creationId xmlns:a16="http://schemas.microsoft.com/office/drawing/2014/main" id="{9FC89245-29AF-43CF-9321-97C709DA7BFA}"/>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133" name="Rechte verbindingslijn 132">
                <a:extLst>
                  <a:ext uri="{FF2B5EF4-FFF2-40B4-BE49-F238E27FC236}">
                    <a16:creationId xmlns:a16="http://schemas.microsoft.com/office/drawing/2014/main" id="{872DD248-D46E-4649-BE55-F3C37A8376E3}"/>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4" name="Rechte verbindingslijn 133">
                <a:extLst>
                  <a:ext uri="{FF2B5EF4-FFF2-40B4-BE49-F238E27FC236}">
                    <a16:creationId xmlns:a16="http://schemas.microsoft.com/office/drawing/2014/main" id="{401A4AFB-CEAD-42D2-A0CF-A193E8E15F65}"/>
                  </a:ext>
                </a:extLst>
              </p:cNvPr>
              <p:cNvCxnSpPr>
                <a:cxnSpLocks/>
                <a:stCxn id="132"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01" name="Ovaal 100">
              <a:extLst>
                <a:ext uri="{FF2B5EF4-FFF2-40B4-BE49-F238E27FC236}">
                  <a16:creationId xmlns:a16="http://schemas.microsoft.com/office/drawing/2014/main" id="{8651EFA5-0558-4BB3-B646-4F9151570664}"/>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02" name="Rechthoek 101">
              <a:extLst>
                <a:ext uri="{FF2B5EF4-FFF2-40B4-BE49-F238E27FC236}">
                  <a16:creationId xmlns:a16="http://schemas.microsoft.com/office/drawing/2014/main" id="{DD2B2B68-1FB3-4EC7-8B24-71074E632AF3}"/>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3" name="Groep 102">
              <a:extLst>
                <a:ext uri="{FF2B5EF4-FFF2-40B4-BE49-F238E27FC236}">
                  <a16:creationId xmlns:a16="http://schemas.microsoft.com/office/drawing/2014/main" id="{4776097F-1E37-442A-AA5D-0F5675250F03}"/>
                </a:ext>
              </a:extLst>
            </p:cNvPr>
            <p:cNvGrpSpPr/>
            <p:nvPr userDrawn="1"/>
          </p:nvGrpSpPr>
          <p:grpSpPr>
            <a:xfrm>
              <a:off x="-3311319" y="2164285"/>
              <a:ext cx="825500" cy="209550"/>
              <a:chOff x="13504624" y="2482850"/>
              <a:chExt cx="825500" cy="209550"/>
            </a:xfrm>
          </p:grpSpPr>
          <p:sp>
            <p:nvSpPr>
              <p:cNvPr id="126" name="Rechthoek 125">
                <a:extLst>
                  <a:ext uri="{FF2B5EF4-FFF2-40B4-BE49-F238E27FC236}">
                    <a16:creationId xmlns:a16="http://schemas.microsoft.com/office/drawing/2014/main" id="{45D987BD-BE52-4C4D-8C53-F75027B46C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127" name="Rechte verbindingslijn 126">
                <a:extLst>
                  <a:ext uri="{FF2B5EF4-FFF2-40B4-BE49-F238E27FC236}">
                    <a16:creationId xmlns:a16="http://schemas.microsoft.com/office/drawing/2014/main" id="{E606E0C2-C392-4B73-8F42-123C3A6C7AB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8" name="Gelijkbenige driehoek 127">
                <a:extLst>
                  <a:ext uri="{FF2B5EF4-FFF2-40B4-BE49-F238E27FC236}">
                    <a16:creationId xmlns:a16="http://schemas.microsoft.com/office/drawing/2014/main" id="{3BF6C163-585D-43DC-A62A-D0D9B4001CEB}"/>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104" name="Ovaal 103">
              <a:extLst>
                <a:ext uri="{FF2B5EF4-FFF2-40B4-BE49-F238E27FC236}">
                  <a16:creationId xmlns:a16="http://schemas.microsoft.com/office/drawing/2014/main" id="{676BEFB0-6798-4663-8246-5F261BF5CDFB}"/>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05" name="Rechthoek 104">
              <a:extLst>
                <a:ext uri="{FF2B5EF4-FFF2-40B4-BE49-F238E27FC236}">
                  <a16:creationId xmlns:a16="http://schemas.microsoft.com/office/drawing/2014/main" id="{F21CF5B5-6580-43BA-ADD3-B440E53E4BAA}"/>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106" name="Groep 105">
              <a:extLst>
                <a:ext uri="{FF2B5EF4-FFF2-40B4-BE49-F238E27FC236}">
                  <a16:creationId xmlns:a16="http://schemas.microsoft.com/office/drawing/2014/main" id="{1AC9BD42-BD9A-49C0-889C-70BF2692B1AC}"/>
                </a:ext>
              </a:extLst>
            </p:cNvPr>
            <p:cNvGrpSpPr/>
            <p:nvPr userDrawn="1"/>
          </p:nvGrpSpPr>
          <p:grpSpPr>
            <a:xfrm>
              <a:off x="-3408294" y="3643742"/>
              <a:ext cx="622283" cy="612920"/>
              <a:chOff x="12617641" y="3403239"/>
              <a:chExt cx="752963" cy="741634"/>
            </a:xfrm>
          </p:grpSpPr>
          <p:grpSp>
            <p:nvGrpSpPr>
              <p:cNvPr id="110" name="Groep 109">
                <a:extLst>
                  <a:ext uri="{FF2B5EF4-FFF2-40B4-BE49-F238E27FC236}">
                    <a16:creationId xmlns:a16="http://schemas.microsoft.com/office/drawing/2014/main" id="{DD66243F-B472-499F-A7F3-0B184EAF4558}"/>
                  </a:ext>
                </a:extLst>
              </p:cNvPr>
              <p:cNvGrpSpPr/>
              <p:nvPr userDrawn="1"/>
            </p:nvGrpSpPr>
            <p:grpSpPr>
              <a:xfrm>
                <a:off x="12771530" y="3403239"/>
                <a:ext cx="467176" cy="448491"/>
                <a:chOff x="12782157" y="3403239"/>
                <a:chExt cx="467176" cy="448491"/>
              </a:xfrm>
            </p:grpSpPr>
            <p:grpSp>
              <p:nvGrpSpPr>
                <p:cNvPr id="113" name="Groep 112">
                  <a:extLst>
                    <a:ext uri="{FF2B5EF4-FFF2-40B4-BE49-F238E27FC236}">
                      <a16:creationId xmlns:a16="http://schemas.microsoft.com/office/drawing/2014/main" id="{59436D0A-08D7-4659-A46E-FC11EF9839C7}"/>
                    </a:ext>
                  </a:extLst>
                </p:cNvPr>
                <p:cNvGrpSpPr/>
                <p:nvPr userDrawn="1"/>
              </p:nvGrpSpPr>
              <p:grpSpPr>
                <a:xfrm>
                  <a:off x="12782157" y="3403239"/>
                  <a:ext cx="412976" cy="396132"/>
                  <a:chOff x="13554906" y="3320109"/>
                  <a:chExt cx="443917" cy="425811"/>
                </a:xfrm>
              </p:grpSpPr>
              <p:grpSp>
                <p:nvGrpSpPr>
                  <p:cNvPr id="120" name="Groep 119">
                    <a:extLst>
                      <a:ext uri="{FF2B5EF4-FFF2-40B4-BE49-F238E27FC236}">
                        <a16:creationId xmlns:a16="http://schemas.microsoft.com/office/drawing/2014/main" id="{1EA454FA-C411-4F3A-B36C-15FF39C2CD24}"/>
                      </a:ext>
                    </a:extLst>
                  </p:cNvPr>
                  <p:cNvGrpSpPr/>
                  <p:nvPr userDrawn="1"/>
                </p:nvGrpSpPr>
                <p:grpSpPr>
                  <a:xfrm>
                    <a:off x="13554906" y="3320109"/>
                    <a:ext cx="443917" cy="425811"/>
                    <a:chOff x="12909684" y="1276143"/>
                    <a:chExt cx="443917" cy="425811"/>
                  </a:xfrm>
                </p:grpSpPr>
                <p:sp>
                  <p:nvSpPr>
                    <p:cNvPr id="123" name="Rechthoek 122">
                      <a:extLst>
                        <a:ext uri="{FF2B5EF4-FFF2-40B4-BE49-F238E27FC236}">
                          <a16:creationId xmlns:a16="http://schemas.microsoft.com/office/drawing/2014/main" id="{9BD3C103-78D2-45B4-8ECE-7D7C9562B662}"/>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14948135-7CB1-433E-97DB-94D704D3927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25" name="Ovaal 124">
                      <a:extLst>
                        <a:ext uri="{FF2B5EF4-FFF2-40B4-BE49-F238E27FC236}">
                          <a16:creationId xmlns:a16="http://schemas.microsoft.com/office/drawing/2014/main" id="{D7186CFF-8B9D-4899-904B-994AE2A0FF5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121" name="Afbeelding 120">
                    <a:extLst>
                      <a:ext uri="{FF2B5EF4-FFF2-40B4-BE49-F238E27FC236}">
                        <a16:creationId xmlns:a16="http://schemas.microsoft.com/office/drawing/2014/main" id="{D7F9AAB9-0326-4E54-BF64-C289FAF2E34A}"/>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22" name="Afbeelding 121">
                    <a:extLst>
                      <a:ext uri="{FF2B5EF4-FFF2-40B4-BE49-F238E27FC236}">
                        <a16:creationId xmlns:a16="http://schemas.microsoft.com/office/drawing/2014/main" id="{BBC52934-8F6C-4587-A950-40F146E657F0}"/>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14" name="Groep 113">
                  <a:extLst>
                    <a:ext uri="{FF2B5EF4-FFF2-40B4-BE49-F238E27FC236}">
                      <a16:creationId xmlns:a16="http://schemas.microsoft.com/office/drawing/2014/main" id="{C50D7A0C-A307-46C3-BDCC-45814C85B02E}"/>
                    </a:ext>
                  </a:extLst>
                </p:cNvPr>
                <p:cNvGrpSpPr/>
                <p:nvPr userDrawn="1"/>
              </p:nvGrpSpPr>
              <p:grpSpPr>
                <a:xfrm>
                  <a:off x="13103513" y="3705268"/>
                  <a:ext cx="145820" cy="146462"/>
                  <a:chOff x="13096169" y="3602278"/>
                  <a:chExt cx="145820" cy="146462"/>
                </a:xfrm>
              </p:grpSpPr>
              <p:sp>
                <p:nvSpPr>
                  <p:cNvPr id="118" name="Rechthoek 117">
                    <a:extLst>
                      <a:ext uri="{FF2B5EF4-FFF2-40B4-BE49-F238E27FC236}">
                        <a16:creationId xmlns:a16="http://schemas.microsoft.com/office/drawing/2014/main" id="{7B5D7969-68C0-4D93-B89F-12209C15120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19" name="Rechthoek 118">
                    <a:extLst>
                      <a:ext uri="{FF2B5EF4-FFF2-40B4-BE49-F238E27FC236}">
                        <a16:creationId xmlns:a16="http://schemas.microsoft.com/office/drawing/2014/main" id="{484F60B8-82C3-481D-B239-07CD1B35E1D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115" name="Groep 114">
                  <a:extLst>
                    <a:ext uri="{FF2B5EF4-FFF2-40B4-BE49-F238E27FC236}">
                      <a16:creationId xmlns:a16="http://schemas.microsoft.com/office/drawing/2014/main" id="{D6AB4230-DCB6-409A-9F4C-9715535FB6AE}"/>
                    </a:ext>
                  </a:extLst>
                </p:cNvPr>
                <p:cNvGrpSpPr/>
                <p:nvPr userDrawn="1"/>
              </p:nvGrpSpPr>
              <p:grpSpPr>
                <a:xfrm rot="10800000">
                  <a:off x="13061402" y="3665637"/>
                  <a:ext cx="145820" cy="146462"/>
                  <a:chOff x="13096169" y="3602278"/>
                  <a:chExt cx="145820" cy="146462"/>
                </a:xfrm>
              </p:grpSpPr>
              <p:sp>
                <p:nvSpPr>
                  <p:cNvPr id="116" name="Rechthoek 115">
                    <a:extLst>
                      <a:ext uri="{FF2B5EF4-FFF2-40B4-BE49-F238E27FC236}">
                        <a16:creationId xmlns:a16="http://schemas.microsoft.com/office/drawing/2014/main" id="{D3471E54-D00B-4CA8-84FD-86E41EDEA51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17" name="Rechthoek 116">
                    <a:extLst>
                      <a:ext uri="{FF2B5EF4-FFF2-40B4-BE49-F238E27FC236}">
                        <a16:creationId xmlns:a16="http://schemas.microsoft.com/office/drawing/2014/main" id="{7FC65970-87BD-466C-81F2-6E997591C90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111" name="Rechthoek 110">
                <a:extLst>
                  <a:ext uri="{FF2B5EF4-FFF2-40B4-BE49-F238E27FC236}">
                    <a16:creationId xmlns:a16="http://schemas.microsoft.com/office/drawing/2014/main" id="{FAC788D8-D120-4DA2-95AC-2B97E576D38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112" name="Gelijkbenige driehoek 111">
                <a:extLst>
                  <a:ext uri="{FF2B5EF4-FFF2-40B4-BE49-F238E27FC236}">
                    <a16:creationId xmlns:a16="http://schemas.microsoft.com/office/drawing/2014/main" id="{70F563EA-8CCA-4002-838D-5166823656AC}"/>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107" name="ICOON_info">
              <a:extLst>
                <a:ext uri="{FF2B5EF4-FFF2-40B4-BE49-F238E27FC236}">
                  <a16:creationId xmlns:a16="http://schemas.microsoft.com/office/drawing/2014/main" id="{596E49B7-AB62-439C-A4F3-A5F80C6AB496}"/>
                </a:ext>
              </a:extLst>
            </p:cNvPr>
            <p:cNvGrpSpPr/>
            <p:nvPr userDrawn="1"/>
          </p:nvGrpSpPr>
          <p:grpSpPr>
            <a:xfrm>
              <a:off x="-376736" y="4271597"/>
              <a:ext cx="283685" cy="283685"/>
              <a:chOff x="-510741" y="5913713"/>
              <a:chExt cx="267555" cy="267555"/>
            </a:xfrm>
          </p:grpSpPr>
          <p:sp>
            <p:nvSpPr>
              <p:cNvPr id="108" name="Ovaal 107">
                <a:extLst>
                  <a:ext uri="{FF2B5EF4-FFF2-40B4-BE49-F238E27FC236}">
                    <a16:creationId xmlns:a16="http://schemas.microsoft.com/office/drawing/2014/main" id="{D71C7E50-D6F5-4F6F-BD93-8FF9EA1282B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109" name="Graphic 163" descr="Informatie">
                <a:extLst>
                  <a:ext uri="{FF2B5EF4-FFF2-40B4-BE49-F238E27FC236}">
                    <a16:creationId xmlns:a16="http://schemas.microsoft.com/office/drawing/2014/main" id="{2792F41D-65C0-42AD-B7CD-1778A38A5C0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sp>
        <p:nvSpPr>
          <p:cNvPr id="10" name="Tijdelijke aanduiding voor verticale tekst 2">
            <a:extLst>
              <a:ext uri="{FF2B5EF4-FFF2-40B4-BE49-F238E27FC236}">
                <a16:creationId xmlns:a16="http://schemas.microsoft.com/office/drawing/2014/main" id="{BDD09DDD-A138-E1C3-9E25-C52BBF13F68D}"/>
              </a:ext>
            </a:extLst>
          </p:cNvPr>
          <p:cNvSpPr>
            <a:spLocks noGrp="1"/>
          </p:cNvSpPr>
          <p:nvPr>
            <p:ph type="body" orient="vert" idx="24" hasCustomPrompt="1"/>
          </p:nvPr>
        </p:nvSpPr>
        <p:spPr>
          <a:xfrm>
            <a:off x="719969" y="3948727"/>
            <a:ext cx="3102715" cy="343296"/>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Tree>
    <p:extLst>
      <p:ext uri="{BB962C8B-B14F-4D97-AF65-F5344CB8AC3E}">
        <p14:creationId xmlns:p14="http://schemas.microsoft.com/office/powerpoint/2010/main" val="264204771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EME SLIDE + 4 IMAGES">
    <p:spTree>
      <p:nvGrpSpPr>
        <p:cNvPr id="1" name=""/>
        <p:cNvGrpSpPr/>
        <p:nvPr/>
      </p:nvGrpSpPr>
      <p:grpSpPr>
        <a:xfrm>
          <a:off x="0" y="0"/>
          <a:ext cx="0" cy="0"/>
          <a:chOff x="0" y="0"/>
          <a:chExt cx="0" cy="0"/>
        </a:xfrm>
      </p:grpSpPr>
      <p:sp>
        <p:nvSpPr>
          <p:cNvPr id="20" name="Tijdelijke aanduiding voor tekst 28">
            <a:extLst>
              <a:ext uri="{FF2B5EF4-FFF2-40B4-BE49-F238E27FC236}">
                <a16:creationId xmlns:a16="http://schemas.microsoft.com/office/drawing/2014/main" id="{F1131722-DC1F-440F-BF52-66EC7391816A}"/>
              </a:ext>
            </a:extLst>
          </p:cNvPr>
          <p:cNvSpPr>
            <a:spLocks noGrp="1"/>
          </p:cNvSpPr>
          <p:nvPr>
            <p:ph type="body" sz="quarter" idx="16" hasCustomPrompt="1"/>
          </p:nvPr>
        </p:nvSpPr>
        <p:spPr>
          <a:xfrm>
            <a:off x="515939"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dirty="0"/>
              <a:t> </a:t>
            </a: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6"/>
            <a:ext cx="11160125" cy="888870"/>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08209"/>
            <a:ext cx="2933400" cy="151790"/>
          </a:xfrm>
        </p:spPr>
        <p:txBody>
          <a:bodyPr/>
          <a:lstStyle/>
          <a:p>
            <a:endParaRPr lang="nl-NL" noProof="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08209"/>
            <a:ext cx="4114800" cy="151790"/>
          </a:xfrm>
        </p:spPr>
        <p:txBody>
          <a:bodyPr/>
          <a:lstStyle/>
          <a:p>
            <a:r>
              <a:rPr lang="en-US" noProof="0"/>
              <a:t>Analytics for a Better World, Lecture 1</a:t>
            </a:r>
            <a:endParaRPr lang="nl-NL" noProof="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08209"/>
            <a:ext cx="284597" cy="151790"/>
          </a:xfrm>
        </p:spPr>
        <p:txBody>
          <a:bodyPr/>
          <a:lstStyle/>
          <a:p>
            <a:fld id="{D7B5DC5B-6873-43DB-ADC7-B15ACCE0DFDB}" type="slidenum">
              <a:rPr lang="nl-NL" noProof="0" smtClean="0"/>
              <a:t>‹#›</a:t>
            </a:fld>
            <a:endParaRPr lang="nl-NL" noProof="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395460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err="1">
                <a:solidFill>
                  <a:schemeClr val="accent2"/>
                </a:solidFill>
                <a:latin typeface="+mj-lt"/>
              </a:rPr>
              <a:t>Theme</a:t>
            </a:r>
            <a:r>
              <a:rPr lang="nl-NL" sz="2400" b="1" cap="all" baseline="0" noProof="0">
                <a:solidFill>
                  <a:schemeClr val="accent2"/>
                </a:solidFill>
                <a:latin typeface="+mj-lt"/>
              </a:rPr>
              <a:t> slide + 4 images</a:t>
            </a:r>
          </a:p>
        </p:txBody>
      </p:sp>
      <p:sp>
        <p:nvSpPr>
          <p:cNvPr id="12" name="Tijdelijke aanduiding voor afbeelding 16">
            <a:extLst>
              <a:ext uri="{FF2B5EF4-FFF2-40B4-BE49-F238E27FC236}">
                <a16:creationId xmlns:a16="http://schemas.microsoft.com/office/drawing/2014/main" id="{E896F0B1-42B1-47AC-BED5-A6FB8258D4D7}"/>
              </a:ext>
            </a:extLst>
          </p:cNvPr>
          <p:cNvSpPr>
            <a:spLocks noGrp="1"/>
          </p:cNvSpPr>
          <p:nvPr>
            <p:ph type="pic" sz="quarter" idx="17"/>
          </p:nvPr>
        </p:nvSpPr>
        <p:spPr>
          <a:xfrm>
            <a:off x="515938"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25" name="Tijdelijke aanduiding voor verticale tekst 2">
            <a:extLst>
              <a:ext uri="{FF2B5EF4-FFF2-40B4-BE49-F238E27FC236}">
                <a16:creationId xmlns:a16="http://schemas.microsoft.com/office/drawing/2014/main" id="{8C8B6AC5-B51E-48E3-B0D8-C81AF20C1728}"/>
              </a:ext>
            </a:extLst>
          </p:cNvPr>
          <p:cNvSpPr>
            <a:spLocks noGrp="1"/>
          </p:cNvSpPr>
          <p:nvPr>
            <p:ph type="body" orient="vert" idx="1" hasCustomPrompt="1"/>
          </p:nvPr>
        </p:nvSpPr>
        <p:spPr>
          <a:xfrm>
            <a:off x="719985"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28" name="Tijdelijke aanduiding voor verticale tekst 2">
            <a:extLst>
              <a:ext uri="{FF2B5EF4-FFF2-40B4-BE49-F238E27FC236}">
                <a16:creationId xmlns:a16="http://schemas.microsoft.com/office/drawing/2014/main" id="{26073098-758E-4560-B941-CE230376883D}"/>
              </a:ext>
            </a:extLst>
          </p:cNvPr>
          <p:cNvSpPr>
            <a:spLocks noGrp="1"/>
          </p:cNvSpPr>
          <p:nvPr>
            <p:ph type="body" orient="vert" idx="24" hasCustomPrompt="1"/>
          </p:nvPr>
        </p:nvSpPr>
        <p:spPr>
          <a:xfrm>
            <a:off x="719969"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r>
              <a:rPr lang="nl-NL" noProof="0" dirty="0"/>
              <a:t> (2 </a:t>
            </a:r>
            <a:r>
              <a:rPr lang="nl-NL" noProof="0" dirty="0" err="1"/>
              <a:t>lines</a:t>
            </a:r>
            <a:r>
              <a:rPr lang="nl-NL" noProof="0" dirty="0"/>
              <a:t>)</a:t>
            </a:r>
          </a:p>
        </p:txBody>
      </p:sp>
      <p:sp>
        <p:nvSpPr>
          <p:cNvPr id="54" name="Tijdelijke aanduiding voor tekst 28">
            <a:extLst>
              <a:ext uri="{FF2B5EF4-FFF2-40B4-BE49-F238E27FC236}">
                <a16:creationId xmlns:a16="http://schemas.microsoft.com/office/drawing/2014/main" id="{E802A485-C990-4914-8015-3F7E12A211AC}"/>
              </a:ext>
            </a:extLst>
          </p:cNvPr>
          <p:cNvSpPr>
            <a:spLocks noGrp="1"/>
          </p:cNvSpPr>
          <p:nvPr>
            <p:ph type="body" sz="quarter" idx="25" hasCustomPrompt="1"/>
          </p:nvPr>
        </p:nvSpPr>
        <p:spPr>
          <a:xfrm>
            <a:off x="3383333"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55" name="Tijdelijke aanduiding voor afbeelding 16">
            <a:extLst>
              <a:ext uri="{FF2B5EF4-FFF2-40B4-BE49-F238E27FC236}">
                <a16:creationId xmlns:a16="http://schemas.microsoft.com/office/drawing/2014/main" id="{663A445A-7270-4C82-A22E-933311448E3C}"/>
              </a:ext>
            </a:extLst>
          </p:cNvPr>
          <p:cNvSpPr>
            <a:spLocks noGrp="1"/>
          </p:cNvSpPr>
          <p:nvPr>
            <p:ph type="pic" sz="quarter" idx="26"/>
          </p:nvPr>
        </p:nvSpPr>
        <p:spPr>
          <a:xfrm>
            <a:off x="3383334"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56" name="Tijdelijke aanduiding voor verticale tekst 2">
            <a:extLst>
              <a:ext uri="{FF2B5EF4-FFF2-40B4-BE49-F238E27FC236}">
                <a16:creationId xmlns:a16="http://schemas.microsoft.com/office/drawing/2014/main" id="{7FD015E4-0055-480B-B45B-F5C28C1DA54B}"/>
              </a:ext>
            </a:extLst>
          </p:cNvPr>
          <p:cNvSpPr>
            <a:spLocks noGrp="1"/>
          </p:cNvSpPr>
          <p:nvPr>
            <p:ph type="body" orient="vert" idx="27" hasCustomPrompt="1"/>
          </p:nvPr>
        </p:nvSpPr>
        <p:spPr>
          <a:xfrm>
            <a:off x="3587185"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57" name="Tijdelijke aanduiding voor verticale tekst 2">
            <a:extLst>
              <a:ext uri="{FF2B5EF4-FFF2-40B4-BE49-F238E27FC236}">
                <a16:creationId xmlns:a16="http://schemas.microsoft.com/office/drawing/2014/main" id="{AEAB05CB-E511-472B-8882-278FF33F85F5}"/>
              </a:ext>
            </a:extLst>
          </p:cNvPr>
          <p:cNvSpPr>
            <a:spLocks noGrp="1"/>
          </p:cNvSpPr>
          <p:nvPr>
            <p:ph type="body" orient="vert" idx="28" hasCustomPrompt="1"/>
          </p:nvPr>
        </p:nvSpPr>
        <p:spPr>
          <a:xfrm>
            <a:off x="3587185"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r>
              <a:rPr lang="nl-NL" noProof="0" dirty="0"/>
              <a:t> (2 </a:t>
            </a:r>
            <a:r>
              <a:rPr lang="nl-NL" noProof="0" dirty="0" err="1"/>
              <a:t>lines</a:t>
            </a:r>
            <a:r>
              <a:rPr lang="nl-NL" noProof="0" dirty="0"/>
              <a:t>)</a:t>
            </a:r>
          </a:p>
        </p:txBody>
      </p:sp>
      <p:sp>
        <p:nvSpPr>
          <p:cNvPr id="59" name="Tijdelijke aanduiding voor tekst 28">
            <a:extLst>
              <a:ext uri="{FF2B5EF4-FFF2-40B4-BE49-F238E27FC236}">
                <a16:creationId xmlns:a16="http://schemas.microsoft.com/office/drawing/2014/main" id="{622B5C83-2F20-446D-8FA2-75C57C0F16C7}"/>
              </a:ext>
            </a:extLst>
          </p:cNvPr>
          <p:cNvSpPr>
            <a:spLocks noGrp="1"/>
          </p:cNvSpPr>
          <p:nvPr>
            <p:ph type="body" sz="quarter" idx="29" hasCustomPrompt="1"/>
          </p:nvPr>
        </p:nvSpPr>
        <p:spPr>
          <a:xfrm>
            <a:off x="9118126"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60" name="Tijdelijke aanduiding voor afbeelding 16">
            <a:extLst>
              <a:ext uri="{FF2B5EF4-FFF2-40B4-BE49-F238E27FC236}">
                <a16:creationId xmlns:a16="http://schemas.microsoft.com/office/drawing/2014/main" id="{F5CB26A0-9DAB-411F-9035-39EA76F75DAD}"/>
              </a:ext>
            </a:extLst>
          </p:cNvPr>
          <p:cNvSpPr>
            <a:spLocks noGrp="1"/>
          </p:cNvSpPr>
          <p:nvPr>
            <p:ph type="pic" sz="quarter" idx="30"/>
          </p:nvPr>
        </p:nvSpPr>
        <p:spPr>
          <a:xfrm>
            <a:off x="9118125"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61" name="Tijdelijke aanduiding voor verticale tekst 2">
            <a:extLst>
              <a:ext uri="{FF2B5EF4-FFF2-40B4-BE49-F238E27FC236}">
                <a16:creationId xmlns:a16="http://schemas.microsoft.com/office/drawing/2014/main" id="{14D45919-0BDA-45BD-A7A1-48D24B9D73F6}"/>
              </a:ext>
            </a:extLst>
          </p:cNvPr>
          <p:cNvSpPr>
            <a:spLocks noGrp="1"/>
          </p:cNvSpPr>
          <p:nvPr>
            <p:ph type="body" orient="vert" idx="31" hasCustomPrompt="1"/>
          </p:nvPr>
        </p:nvSpPr>
        <p:spPr>
          <a:xfrm>
            <a:off x="9321978"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62" name="Tijdelijke aanduiding voor verticale tekst 2">
            <a:extLst>
              <a:ext uri="{FF2B5EF4-FFF2-40B4-BE49-F238E27FC236}">
                <a16:creationId xmlns:a16="http://schemas.microsoft.com/office/drawing/2014/main" id="{5934FBDC-C8E6-4D5D-B5FA-3E6D3ABA05C4}"/>
              </a:ext>
            </a:extLst>
          </p:cNvPr>
          <p:cNvSpPr>
            <a:spLocks noGrp="1"/>
          </p:cNvSpPr>
          <p:nvPr>
            <p:ph type="body" orient="vert" idx="32" hasCustomPrompt="1"/>
          </p:nvPr>
        </p:nvSpPr>
        <p:spPr>
          <a:xfrm>
            <a:off x="9321978"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r>
              <a:rPr lang="nl-NL" noProof="0" dirty="0"/>
              <a:t> (2 </a:t>
            </a:r>
            <a:r>
              <a:rPr lang="nl-NL" noProof="0" dirty="0" err="1"/>
              <a:t>lines</a:t>
            </a:r>
            <a:r>
              <a:rPr lang="nl-NL" noProof="0" dirty="0"/>
              <a:t>)</a:t>
            </a:r>
          </a:p>
        </p:txBody>
      </p:sp>
      <p:sp>
        <p:nvSpPr>
          <p:cNvPr id="64" name="Tijdelijke aanduiding voor tekst 28">
            <a:extLst>
              <a:ext uri="{FF2B5EF4-FFF2-40B4-BE49-F238E27FC236}">
                <a16:creationId xmlns:a16="http://schemas.microsoft.com/office/drawing/2014/main" id="{1EDBEAE1-AD6A-4852-B055-B38B12745AFD}"/>
              </a:ext>
            </a:extLst>
          </p:cNvPr>
          <p:cNvSpPr>
            <a:spLocks noGrp="1"/>
          </p:cNvSpPr>
          <p:nvPr>
            <p:ph type="body" sz="quarter" idx="33" hasCustomPrompt="1"/>
          </p:nvPr>
        </p:nvSpPr>
        <p:spPr>
          <a:xfrm>
            <a:off x="6250727"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65" name="Tijdelijke aanduiding voor afbeelding 16">
            <a:extLst>
              <a:ext uri="{FF2B5EF4-FFF2-40B4-BE49-F238E27FC236}">
                <a16:creationId xmlns:a16="http://schemas.microsoft.com/office/drawing/2014/main" id="{3016D28B-2481-471D-A5AA-D8D7623E6E97}"/>
              </a:ext>
            </a:extLst>
          </p:cNvPr>
          <p:cNvSpPr>
            <a:spLocks noGrp="1"/>
          </p:cNvSpPr>
          <p:nvPr>
            <p:ph type="pic" sz="quarter" idx="34"/>
          </p:nvPr>
        </p:nvSpPr>
        <p:spPr>
          <a:xfrm>
            <a:off x="6250730"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66" name="Tijdelijke aanduiding voor verticale tekst 2">
            <a:extLst>
              <a:ext uri="{FF2B5EF4-FFF2-40B4-BE49-F238E27FC236}">
                <a16:creationId xmlns:a16="http://schemas.microsoft.com/office/drawing/2014/main" id="{7E796661-6BC5-4D59-B681-0BE4F5E1513D}"/>
              </a:ext>
            </a:extLst>
          </p:cNvPr>
          <p:cNvSpPr>
            <a:spLocks noGrp="1"/>
          </p:cNvSpPr>
          <p:nvPr>
            <p:ph type="body" orient="vert" idx="35" hasCustomPrompt="1"/>
          </p:nvPr>
        </p:nvSpPr>
        <p:spPr>
          <a:xfrm>
            <a:off x="6454579"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67" name="Tijdelijke aanduiding voor verticale tekst 2">
            <a:extLst>
              <a:ext uri="{FF2B5EF4-FFF2-40B4-BE49-F238E27FC236}">
                <a16:creationId xmlns:a16="http://schemas.microsoft.com/office/drawing/2014/main" id="{71A78F47-D381-4E7E-8FCF-6B09B984FDB7}"/>
              </a:ext>
            </a:extLst>
          </p:cNvPr>
          <p:cNvSpPr>
            <a:spLocks noGrp="1"/>
          </p:cNvSpPr>
          <p:nvPr>
            <p:ph type="body" orient="vert" idx="36" hasCustomPrompt="1"/>
          </p:nvPr>
        </p:nvSpPr>
        <p:spPr>
          <a:xfrm>
            <a:off x="6454579"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r>
              <a:rPr lang="nl-NL" noProof="0" dirty="0"/>
              <a:t> (2 </a:t>
            </a:r>
            <a:r>
              <a:rPr lang="nl-NL" noProof="0" dirty="0" err="1"/>
              <a:t>lines</a:t>
            </a:r>
            <a:r>
              <a:rPr lang="nl-NL" noProof="0" dirty="0"/>
              <a:t>)</a:t>
            </a:r>
          </a:p>
        </p:txBody>
      </p:sp>
      <p:grpSp>
        <p:nvGrpSpPr>
          <p:cNvPr id="26" name="INSTRUCTIE">
            <a:extLst>
              <a:ext uri="{FF2B5EF4-FFF2-40B4-BE49-F238E27FC236}">
                <a16:creationId xmlns:a16="http://schemas.microsoft.com/office/drawing/2014/main" id="{1029CBD1-BA65-43A9-9297-24ACD1AB6C49}"/>
              </a:ext>
            </a:extLst>
          </p:cNvPr>
          <p:cNvGrpSpPr/>
          <p:nvPr userDrawn="1"/>
        </p:nvGrpSpPr>
        <p:grpSpPr>
          <a:xfrm>
            <a:off x="-3786437" y="0"/>
            <a:ext cx="3693386" cy="5359349"/>
            <a:chOff x="-3786437" y="0"/>
            <a:chExt cx="3693386" cy="5359349"/>
          </a:xfrm>
        </p:grpSpPr>
        <p:sp>
          <p:nvSpPr>
            <p:cNvPr id="27" name="Rechthoek 26">
              <a:extLst>
                <a:ext uri="{FF2B5EF4-FFF2-40B4-BE49-F238E27FC236}">
                  <a16:creationId xmlns:a16="http://schemas.microsoft.com/office/drawing/2014/main" id="{BE412EC3-4078-46D8-96D2-134192D6A034}"/>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29" name="Ovaal 28">
              <a:extLst>
                <a:ext uri="{FF2B5EF4-FFF2-40B4-BE49-F238E27FC236}">
                  <a16:creationId xmlns:a16="http://schemas.microsoft.com/office/drawing/2014/main" id="{C83B5E9B-D668-46AB-922E-DF1249B44ED2}"/>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30" name="Rechthoek 29">
              <a:extLst>
                <a:ext uri="{FF2B5EF4-FFF2-40B4-BE49-F238E27FC236}">
                  <a16:creationId xmlns:a16="http://schemas.microsoft.com/office/drawing/2014/main" id="{6754D5CA-E317-4B22-85AC-6833CA553994}"/>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5907EB8A-96E5-4728-81B6-9BA7B6E16DF6}"/>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32" name="Rechthoek 31">
              <a:extLst>
                <a:ext uri="{FF2B5EF4-FFF2-40B4-BE49-F238E27FC236}">
                  <a16:creationId xmlns:a16="http://schemas.microsoft.com/office/drawing/2014/main" id="{9809C16F-8149-4136-B7C3-12E5B7AE2B5C}"/>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33" name="Rechthoek 32">
              <a:extLst>
                <a:ext uri="{FF2B5EF4-FFF2-40B4-BE49-F238E27FC236}">
                  <a16:creationId xmlns:a16="http://schemas.microsoft.com/office/drawing/2014/main" id="{B4E35E3C-E31C-405A-A06D-3BA368002A8F}"/>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34" name="Ovaal 33">
              <a:extLst>
                <a:ext uri="{FF2B5EF4-FFF2-40B4-BE49-F238E27FC236}">
                  <a16:creationId xmlns:a16="http://schemas.microsoft.com/office/drawing/2014/main" id="{309475D2-3AA5-4DFC-B250-D1DF50657486}"/>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35" name="Rechthoek 34">
              <a:extLst>
                <a:ext uri="{FF2B5EF4-FFF2-40B4-BE49-F238E27FC236}">
                  <a16:creationId xmlns:a16="http://schemas.microsoft.com/office/drawing/2014/main" id="{F06AF805-7FDC-47B2-9424-C4B90D9032AE}"/>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36" name="Ovaal 35">
              <a:extLst>
                <a:ext uri="{FF2B5EF4-FFF2-40B4-BE49-F238E27FC236}">
                  <a16:creationId xmlns:a16="http://schemas.microsoft.com/office/drawing/2014/main" id="{E04890CC-8B7E-4A75-BF83-D1BAC7765A5C}"/>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37" name="Rechthoek 36">
              <a:extLst>
                <a:ext uri="{FF2B5EF4-FFF2-40B4-BE49-F238E27FC236}">
                  <a16:creationId xmlns:a16="http://schemas.microsoft.com/office/drawing/2014/main" id="{10A0FC60-9A4E-46A0-B137-F40357D69B91}"/>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38" name="Ovaal 37">
              <a:extLst>
                <a:ext uri="{FF2B5EF4-FFF2-40B4-BE49-F238E27FC236}">
                  <a16:creationId xmlns:a16="http://schemas.microsoft.com/office/drawing/2014/main" id="{03BB9EA5-4170-4ED2-B95F-9B45B877C9C4}"/>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39" name="Rechthoek 38">
              <a:extLst>
                <a:ext uri="{FF2B5EF4-FFF2-40B4-BE49-F238E27FC236}">
                  <a16:creationId xmlns:a16="http://schemas.microsoft.com/office/drawing/2014/main" id="{3214BF8D-F699-4EF6-B403-CEE19DDC9F03}"/>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40" name="Ovaal 39">
              <a:extLst>
                <a:ext uri="{FF2B5EF4-FFF2-40B4-BE49-F238E27FC236}">
                  <a16:creationId xmlns:a16="http://schemas.microsoft.com/office/drawing/2014/main" id="{3492D4D8-4287-43A9-8294-F0A09C5A6B31}"/>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41" name="Rechthoek 40">
              <a:extLst>
                <a:ext uri="{FF2B5EF4-FFF2-40B4-BE49-F238E27FC236}">
                  <a16:creationId xmlns:a16="http://schemas.microsoft.com/office/drawing/2014/main" id="{1B3A8232-0795-4213-81CD-C97A77007BA4}"/>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42" name="Ovaal 41">
              <a:extLst>
                <a:ext uri="{FF2B5EF4-FFF2-40B4-BE49-F238E27FC236}">
                  <a16:creationId xmlns:a16="http://schemas.microsoft.com/office/drawing/2014/main" id="{9881995A-11AA-439B-A143-A75E2E573A88}"/>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43" name="Rechthoek 42">
              <a:extLst>
                <a:ext uri="{FF2B5EF4-FFF2-40B4-BE49-F238E27FC236}">
                  <a16:creationId xmlns:a16="http://schemas.microsoft.com/office/drawing/2014/main" id="{9CB1F1E3-CEC7-49EA-B098-F0F6B33F9606}"/>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44" name="Ovaal 43">
              <a:extLst>
                <a:ext uri="{FF2B5EF4-FFF2-40B4-BE49-F238E27FC236}">
                  <a16:creationId xmlns:a16="http://schemas.microsoft.com/office/drawing/2014/main" id="{D78B48AB-2D89-4750-B80E-EE1CAD56A459}"/>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45" name="Rechthoek 44">
              <a:extLst>
                <a:ext uri="{FF2B5EF4-FFF2-40B4-BE49-F238E27FC236}">
                  <a16:creationId xmlns:a16="http://schemas.microsoft.com/office/drawing/2014/main" id="{F9FA83E6-D6D2-43FD-A53A-487442A614B4}"/>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46" name="Ovaal 45">
              <a:extLst>
                <a:ext uri="{FF2B5EF4-FFF2-40B4-BE49-F238E27FC236}">
                  <a16:creationId xmlns:a16="http://schemas.microsoft.com/office/drawing/2014/main" id="{73DA25A3-1BE0-4775-944B-1640D5450C65}"/>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47" name="Rechthoek 46">
              <a:extLst>
                <a:ext uri="{FF2B5EF4-FFF2-40B4-BE49-F238E27FC236}">
                  <a16:creationId xmlns:a16="http://schemas.microsoft.com/office/drawing/2014/main" id="{BBDC220A-AFC0-4C07-8909-B72E8B984D84}"/>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48" name="Rechthoek 47">
              <a:extLst>
                <a:ext uri="{FF2B5EF4-FFF2-40B4-BE49-F238E27FC236}">
                  <a16:creationId xmlns:a16="http://schemas.microsoft.com/office/drawing/2014/main" id="{8A45A6FC-F9C8-4891-93D6-C23AD1CD60F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49" name="ICOON_info">
              <a:extLst>
                <a:ext uri="{FF2B5EF4-FFF2-40B4-BE49-F238E27FC236}">
                  <a16:creationId xmlns:a16="http://schemas.microsoft.com/office/drawing/2014/main" id="{5C3E9871-E94B-4D02-BC7F-38EDA900769B}"/>
                </a:ext>
              </a:extLst>
            </p:cNvPr>
            <p:cNvGrpSpPr/>
            <p:nvPr userDrawn="1"/>
          </p:nvGrpSpPr>
          <p:grpSpPr>
            <a:xfrm>
              <a:off x="-376736" y="4400186"/>
              <a:ext cx="283685" cy="283685"/>
              <a:chOff x="-510741" y="5913713"/>
              <a:chExt cx="267555" cy="267555"/>
            </a:xfrm>
          </p:grpSpPr>
          <p:sp>
            <p:nvSpPr>
              <p:cNvPr id="103" name="Ovaal 102">
                <a:extLst>
                  <a:ext uri="{FF2B5EF4-FFF2-40B4-BE49-F238E27FC236}">
                    <a16:creationId xmlns:a16="http://schemas.microsoft.com/office/drawing/2014/main" id="{35BF5460-7B77-4DB5-A8F1-D1ED5B6088C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104" name="Graphic 163" descr="Informatie">
                <a:extLst>
                  <a:ext uri="{FF2B5EF4-FFF2-40B4-BE49-F238E27FC236}">
                    <a16:creationId xmlns:a16="http://schemas.microsoft.com/office/drawing/2014/main" id="{A0D2047C-CAE8-4708-842E-9E3B4C200E69}"/>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50" name="VOORBEELD">
              <a:extLst>
                <a:ext uri="{FF2B5EF4-FFF2-40B4-BE49-F238E27FC236}">
                  <a16:creationId xmlns:a16="http://schemas.microsoft.com/office/drawing/2014/main" id="{00E9F0CA-CD1C-4CF9-8BFC-724784A93071}"/>
                </a:ext>
              </a:extLst>
            </p:cNvPr>
            <p:cNvGrpSpPr/>
            <p:nvPr userDrawn="1"/>
          </p:nvGrpSpPr>
          <p:grpSpPr>
            <a:xfrm>
              <a:off x="-3605171" y="458674"/>
              <a:ext cx="3234311" cy="558875"/>
              <a:chOff x="-3605171" y="458674"/>
              <a:chExt cx="3234311" cy="558875"/>
            </a:xfrm>
          </p:grpSpPr>
          <p:sp>
            <p:nvSpPr>
              <p:cNvPr id="51" name="Rechthoek 50">
                <a:extLst>
                  <a:ext uri="{FF2B5EF4-FFF2-40B4-BE49-F238E27FC236}">
                    <a16:creationId xmlns:a16="http://schemas.microsoft.com/office/drawing/2014/main" id="{E35BB521-EDC6-47C5-AC48-53238B758253}"/>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52" name="Rechthoek 51">
                <a:extLst>
                  <a:ext uri="{FF2B5EF4-FFF2-40B4-BE49-F238E27FC236}">
                    <a16:creationId xmlns:a16="http://schemas.microsoft.com/office/drawing/2014/main" id="{15767DDB-DA37-42AD-8FA6-F01BD32CE1BD}"/>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53" name="Groep 52">
                <a:extLst>
                  <a:ext uri="{FF2B5EF4-FFF2-40B4-BE49-F238E27FC236}">
                    <a16:creationId xmlns:a16="http://schemas.microsoft.com/office/drawing/2014/main" id="{B2F1DE9C-234E-4D9E-A18F-2022E3624BD3}"/>
                  </a:ext>
                </a:extLst>
              </p:cNvPr>
              <p:cNvGrpSpPr/>
              <p:nvPr userDrawn="1"/>
            </p:nvGrpSpPr>
            <p:grpSpPr>
              <a:xfrm>
                <a:off x="-3386247" y="830871"/>
                <a:ext cx="139423" cy="109566"/>
                <a:chOff x="-2866744" y="827071"/>
                <a:chExt cx="168701" cy="132575"/>
              </a:xfrm>
            </p:grpSpPr>
            <p:grpSp>
              <p:nvGrpSpPr>
                <p:cNvPr id="96" name="Groep 95">
                  <a:extLst>
                    <a:ext uri="{FF2B5EF4-FFF2-40B4-BE49-F238E27FC236}">
                      <a16:creationId xmlns:a16="http://schemas.microsoft.com/office/drawing/2014/main" id="{EA3D2AA3-38E6-4D7C-93DA-9C7CAF77C26C}"/>
                    </a:ext>
                  </a:extLst>
                </p:cNvPr>
                <p:cNvGrpSpPr/>
                <p:nvPr userDrawn="1"/>
              </p:nvGrpSpPr>
              <p:grpSpPr>
                <a:xfrm>
                  <a:off x="-2866744" y="827071"/>
                  <a:ext cx="168701" cy="132575"/>
                  <a:chOff x="-2866744" y="827071"/>
                  <a:chExt cx="168701" cy="132575"/>
                </a:xfrm>
              </p:grpSpPr>
              <p:cxnSp>
                <p:nvCxnSpPr>
                  <p:cNvPr id="98" name="Rechte verbindingslijn 97">
                    <a:extLst>
                      <a:ext uri="{FF2B5EF4-FFF2-40B4-BE49-F238E27FC236}">
                        <a16:creationId xmlns:a16="http://schemas.microsoft.com/office/drawing/2014/main" id="{DD8892A5-5A77-4140-AEF2-6F42D0A4E144}"/>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9" name="Rechte verbindingslijn 98">
                    <a:extLst>
                      <a:ext uri="{FF2B5EF4-FFF2-40B4-BE49-F238E27FC236}">
                        <a16:creationId xmlns:a16="http://schemas.microsoft.com/office/drawing/2014/main" id="{F56086BA-D9FF-49BE-8352-28393BCAD2A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0" name="Rechte verbindingslijn 99">
                    <a:extLst>
                      <a:ext uri="{FF2B5EF4-FFF2-40B4-BE49-F238E27FC236}">
                        <a16:creationId xmlns:a16="http://schemas.microsoft.com/office/drawing/2014/main" id="{4CD4FF99-60AF-4934-BC4E-67B4BDD4C77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6B142F28-00AD-4274-B83F-36150C5D971D}"/>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AE3CCEE3-75B6-4148-8950-93CCA58D4D9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7" name="Pijl: rechts 96">
                  <a:extLst>
                    <a:ext uri="{FF2B5EF4-FFF2-40B4-BE49-F238E27FC236}">
                      <a16:creationId xmlns:a16="http://schemas.microsoft.com/office/drawing/2014/main" id="{484BED1C-904D-41DA-AECF-83576E67152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58" name="Groep 57">
                <a:extLst>
                  <a:ext uri="{FF2B5EF4-FFF2-40B4-BE49-F238E27FC236}">
                    <a16:creationId xmlns:a16="http://schemas.microsoft.com/office/drawing/2014/main" id="{3DA444E6-6B82-4E91-9DCE-7549C15F9DF8}"/>
                  </a:ext>
                </a:extLst>
              </p:cNvPr>
              <p:cNvGrpSpPr/>
              <p:nvPr userDrawn="1"/>
            </p:nvGrpSpPr>
            <p:grpSpPr>
              <a:xfrm>
                <a:off x="-3605171" y="830871"/>
                <a:ext cx="139423" cy="109566"/>
                <a:chOff x="-2866744" y="518074"/>
                <a:chExt cx="168701" cy="132575"/>
              </a:xfrm>
            </p:grpSpPr>
            <p:grpSp>
              <p:nvGrpSpPr>
                <p:cNvPr id="89" name="Groep 88">
                  <a:extLst>
                    <a:ext uri="{FF2B5EF4-FFF2-40B4-BE49-F238E27FC236}">
                      <a16:creationId xmlns:a16="http://schemas.microsoft.com/office/drawing/2014/main" id="{C7972E4E-E3CC-40CA-8927-ECD2B4D234A2}"/>
                    </a:ext>
                  </a:extLst>
                </p:cNvPr>
                <p:cNvGrpSpPr/>
                <p:nvPr userDrawn="1"/>
              </p:nvGrpSpPr>
              <p:grpSpPr>
                <a:xfrm>
                  <a:off x="-2866744" y="518074"/>
                  <a:ext cx="168701" cy="132575"/>
                  <a:chOff x="-2866744" y="518074"/>
                  <a:chExt cx="168701" cy="132575"/>
                </a:xfrm>
              </p:grpSpPr>
              <p:cxnSp>
                <p:nvCxnSpPr>
                  <p:cNvPr id="91" name="Rechte verbindingslijn 90">
                    <a:extLst>
                      <a:ext uri="{FF2B5EF4-FFF2-40B4-BE49-F238E27FC236}">
                        <a16:creationId xmlns:a16="http://schemas.microsoft.com/office/drawing/2014/main" id="{CF91AAAD-7811-4F0D-96F8-C2D9C9182B1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D8BFDEDF-81DC-49D0-B10D-5023CBB1337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93" name="Rechte verbindingslijn 92">
                    <a:extLst>
                      <a:ext uri="{FF2B5EF4-FFF2-40B4-BE49-F238E27FC236}">
                        <a16:creationId xmlns:a16="http://schemas.microsoft.com/office/drawing/2014/main" id="{7059099B-E1B0-44ED-9B0A-9BF47DD8931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94" name="Rechte verbindingslijn 93">
                    <a:extLst>
                      <a:ext uri="{FF2B5EF4-FFF2-40B4-BE49-F238E27FC236}">
                        <a16:creationId xmlns:a16="http://schemas.microsoft.com/office/drawing/2014/main" id="{F6B6D9E2-D245-483B-8F0B-EF400A900529}"/>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79F187A5-4AE7-472A-BC25-8C60B62AE62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0" name="Pijl: rechts 89">
                  <a:extLst>
                    <a:ext uri="{FF2B5EF4-FFF2-40B4-BE49-F238E27FC236}">
                      <a16:creationId xmlns:a16="http://schemas.microsoft.com/office/drawing/2014/main" id="{F14A01EF-313C-4242-BC3F-0CD485DEE54D}"/>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63" name="Rechte verbindingslijn 62">
                <a:extLst>
                  <a:ext uri="{FF2B5EF4-FFF2-40B4-BE49-F238E27FC236}">
                    <a16:creationId xmlns:a16="http://schemas.microsoft.com/office/drawing/2014/main" id="{7A5DF2AD-F386-45BB-805D-8AB6DB0F2F32}"/>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68" name="Rechte verbindingslijn 67">
                <a:extLst>
                  <a:ext uri="{FF2B5EF4-FFF2-40B4-BE49-F238E27FC236}">
                    <a16:creationId xmlns:a16="http://schemas.microsoft.com/office/drawing/2014/main" id="{DDEA6A70-A392-48F9-8CBD-17550446EA0E}"/>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69" name="Rechthoek 68">
                <a:extLst>
                  <a:ext uri="{FF2B5EF4-FFF2-40B4-BE49-F238E27FC236}">
                    <a16:creationId xmlns:a16="http://schemas.microsoft.com/office/drawing/2014/main" id="{3878BB00-AD66-428B-BFA0-CFDD90BA3D9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70" name="Rechthoek 69">
                <a:extLst>
                  <a:ext uri="{FF2B5EF4-FFF2-40B4-BE49-F238E27FC236}">
                    <a16:creationId xmlns:a16="http://schemas.microsoft.com/office/drawing/2014/main" id="{8DD30F50-7DD9-42E8-A15A-A5DAEA8C2F77}"/>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71" name="Groep 70">
                <a:extLst>
                  <a:ext uri="{FF2B5EF4-FFF2-40B4-BE49-F238E27FC236}">
                    <a16:creationId xmlns:a16="http://schemas.microsoft.com/office/drawing/2014/main" id="{1783435A-A6D8-4A58-AE26-6AB8DED5A081}"/>
                  </a:ext>
                </a:extLst>
              </p:cNvPr>
              <p:cNvGrpSpPr/>
              <p:nvPr userDrawn="1"/>
            </p:nvGrpSpPr>
            <p:grpSpPr>
              <a:xfrm>
                <a:off x="-2916763" y="769168"/>
                <a:ext cx="268738" cy="248381"/>
                <a:chOff x="-2916763" y="769168"/>
                <a:chExt cx="268738" cy="248381"/>
              </a:xfrm>
            </p:grpSpPr>
            <p:sp>
              <p:nvSpPr>
                <p:cNvPr id="81" name="Rechthoek 80">
                  <a:extLst>
                    <a:ext uri="{FF2B5EF4-FFF2-40B4-BE49-F238E27FC236}">
                      <a16:creationId xmlns:a16="http://schemas.microsoft.com/office/drawing/2014/main" id="{986CA39D-4DC5-4E73-889E-F4F5518800FF}"/>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82" name="Groep 81">
                  <a:extLst>
                    <a:ext uri="{FF2B5EF4-FFF2-40B4-BE49-F238E27FC236}">
                      <a16:creationId xmlns:a16="http://schemas.microsoft.com/office/drawing/2014/main" id="{4A57194B-78A9-4C10-8BFA-11DA99241367}"/>
                    </a:ext>
                  </a:extLst>
                </p:cNvPr>
                <p:cNvGrpSpPr/>
                <p:nvPr userDrawn="1"/>
              </p:nvGrpSpPr>
              <p:grpSpPr>
                <a:xfrm>
                  <a:off x="-2866744" y="827071"/>
                  <a:ext cx="168701" cy="132575"/>
                  <a:chOff x="-2866744" y="827071"/>
                  <a:chExt cx="168701" cy="132575"/>
                </a:xfrm>
              </p:grpSpPr>
              <p:cxnSp>
                <p:nvCxnSpPr>
                  <p:cNvPr id="84" name="Rechte verbindingslijn 83">
                    <a:extLst>
                      <a:ext uri="{FF2B5EF4-FFF2-40B4-BE49-F238E27FC236}">
                        <a16:creationId xmlns:a16="http://schemas.microsoft.com/office/drawing/2014/main" id="{3D94A9D4-A06E-4D81-94A7-A53D0DEB3A2D}"/>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C4D42840-642A-4DEE-9C8C-9D17EBE18A9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B488137A-CF23-482A-B5A1-46B607948A6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6AD07A72-074A-4EA5-A03A-4DAAE902D72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9A9359F8-7DA2-44B9-9359-ED80C046E4C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3" name="Pijl: rechts 82">
                  <a:extLst>
                    <a:ext uri="{FF2B5EF4-FFF2-40B4-BE49-F238E27FC236}">
                      <a16:creationId xmlns:a16="http://schemas.microsoft.com/office/drawing/2014/main" id="{547270E4-F694-4BB1-80C2-CD856153A26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72" name="Groep 71">
                <a:extLst>
                  <a:ext uri="{FF2B5EF4-FFF2-40B4-BE49-F238E27FC236}">
                    <a16:creationId xmlns:a16="http://schemas.microsoft.com/office/drawing/2014/main" id="{8C3C778D-F061-450F-907E-64D03030CDC1}"/>
                  </a:ext>
                </a:extLst>
              </p:cNvPr>
              <p:cNvGrpSpPr/>
              <p:nvPr userDrawn="1"/>
            </p:nvGrpSpPr>
            <p:grpSpPr>
              <a:xfrm>
                <a:off x="-2916763" y="460171"/>
                <a:ext cx="268738" cy="248381"/>
                <a:chOff x="-2916763" y="460171"/>
                <a:chExt cx="268738" cy="248381"/>
              </a:xfrm>
            </p:grpSpPr>
            <p:sp>
              <p:nvSpPr>
                <p:cNvPr id="73" name="Rechthoek 72">
                  <a:extLst>
                    <a:ext uri="{FF2B5EF4-FFF2-40B4-BE49-F238E27FC236}">
                      <a16:creationId xmlns:a16="http://schemas.microsoft.com/office/drawing/2014/main" id="{3458BCE8-4A3E-45B9-B9A8-C485FC848CE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74" name="Groep 73">
                  <a:extLst>
                    <a:ext uri="{FF2B5EF4-FFF2-40B4-BE49-F238E27FC236}">
                      <a16:creationId xmlns:a16="http://schemas.microsoft.com/office/drawing/2014/main" id="{CD7A95C1-B018-425F-A4B9-88988B59B911}"/>
                    </a:ext>
                  </a:extLst>
                </p:cNvPr>
                <p:cNvGrpSpPr/>
                <p:nvPr userDrawn="1"/>
              </p:nvGrpSpPr>
              <p:grpSpPr>
                <a:xfrm>
                  <a:off x="-2866744" y="518074"/>
                  <a:ext cx="168701" cy="132575"/>
                  <a:chOff x="-2866744" y="518074"/>
                  <a:chExt cx="168701" cy="132575"/>
                </a:xfrm>
              </p:grpSpPr>
              <p:cxnSp>
                <p:nvCxnSpPr>
                  <p:cNvPr id="76" name="Rechte verbindingslijn 75">
                    <a:extLst>
                      <a:ext uri="{FF2B5EF4-FFF2-40B4-BE49-F238E27FC236}">
                        <a16:creationId xmlns:a16="http://schemas.microsoft.com/office/drawing/2014/main" id="{2BC53A7B-19A2-46D1-BD93-03F92CB14691}"/>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B7CFD34D-19CE-4A66-ADF6-0D60EACAF47D}"/>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DD3FC388-167A-4329-BC43-C7EF9E22746D}"/>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0D462DC3-2DB6-485C-9D1E-4AEBEF775727}"/>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F85B9976-AB33-46A4-867C-F8BB7D05180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5" name="Pijl: rechts 74">
                  <a:extLst>
                    <a:ext uri="{FF2B5EF4-FFF2-40B4-BE49-F238E27FC236}">
                      <a16:creationId xmlns:a16="http://schemas.microsoft.com/office/drawing/2014/main" id="{3230F2D2-8A1B-416C-A1E6-553CAEEFF8F6}"/>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grpSp>
        <p:nvGrpSpPr>
          <p:cNvPr id="105" name="INSTRUCTIE">
            <a:extLst>
              <a:ext uri="{FF2B5EF4-FFF2-40B4-BE49-F238E27FC236}">
                <a16:creationId xmlns:a16="http://schemas.microsoft.com/office/drawing/2014/main" id="{D46DF7CC-47E9-4F5A-B487-CBA9D791ADA3}"/>
              </a:ext>
            </a:extLst>
          </p:cNvPr>
          <p:cNvGrpSpPr/>
          <p:nvPr userDrawn="1"/>
        </p:nvGrpSpPr>
        <p:grpSpPr>
          <a:xfrm>
            <a:off x="12377595" y="0"/>
            <a:ext cx="3693386" cy="5270646"/>
            <a:chOff x="-3786437" y="0"/>
            <a:chExt cx="3693386" cy="5270646"/>
          </a:xfrm>
        </p:grpSpPr>
        <p:sp>
          <p:nvSpPr>
            <p:cNvPr id="106" name="Rechthoek 105">
              <a:extLst>
                <a:ext uri="{FF2B5EF4-FFF2-40B4-BE49-F238E27FC236}">
                  <a16:creationId xmlns:a16="http://schemas.microsoft.com/office/drawing/2014/main" id="{DACF0AB3-2C96-46AD-BE37-D479DD83C6BA}"/>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sp>
          <p:nvSpPr>
            <p:cNvPr id="107" name="Rechthoek 106">
              <a:extLst>
                <a:ext uri="{FF2B5EF4-FFF2-40B4-BE49-F238E27FC236}">
                  <a16:creationId xmlns:a16="http://schemas.microsoft.com/office/drawing/2014/main" id="{327EAAA7-B95A-4DBB-ABE4-436452E4826B}"/>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108" name="Ovaal 107">
              <a:extLst>
                <a:ext uri="{FF2B5EF4-FFF2-40B4-BE49-F238E27FC236}">
                  <a16:creationId xmlns:a16="http://schemas.microsoft.com/office/drawing/2014/main" id="{D5CD3DAF-1478-4D41-8A18-E922EB05EF6B}"/>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9" name="Rechthoek 108">
              <a:extLst>
                <a:ext uri="{FF2B5EF4-FFF2-40B4-BE49-F238E27FC236}">
                  <a16:creationId xmlns:a16="http://schemas.microsoft.com/office/drawing/2014/main" id="{F1DEB4C9-59E3-42A4-99CF-212B4C3F3A98}"/>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10" name="Groep 109">
              <a:extLst>
                <a:ext uri="{FF2B5EF4-FFF2-40B4-BE49-F238E27FC236}">
                  <a16:creationId xmlns:a16="http://schemas.microsoft.com/office/drawing/2014/main" id="{4B4AF96E-B8DB-4E1B-88E5-C8C2CFD28DE2}"/>
                </a:ext>
              </a:extLst>
            </p:cNvPr>
            <p:cNvGrpSpPr/>
            <p:nvPr userDrawn="1"/>
          </p:nvGrpSpPr>
          <p:grpSpPr>
            <a:xfrm>
              <a:off x="-3316179" y="1231351"/>
              <a:ext cx="294789" cy="318834"/>
              <a:chOff x="14466489" y="1001522"/>
              <a:chExt cx="290627" cy="314333"/>
            </a:xfrm>
          </p:grpSpPr>
          <p:sp>
            <p:nvSpPr>
              <p:cNvPr id="139" name="Rechthoek 138">
                <a:extLst>
                  <a:ext uri="{FF2B5EF4-FFF2-40B4-BE49-F238E27FC236}">
                    <a16:creationId xmlns:a16="http://schemas.microsoft.com/office/drawing/2014/main" id="{B2980D39-6B5B-4318-A044-895D8D0EDE9A}"/>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40" name="Ovaal 139">
                <a:extLst>
                  <a:ext uri="{FF2B5EF4-FFF2-40B4-BE49-F238E27FC236}">
                    <a16:creationId xmlns:a16="http://schemas.microsoft.com/office/drawing/2014/main" id="{066CAB14-3C2C-45F8-A424-06B443C1DC0C}"/>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41" name="Vrije vorm: vorm 140">
                <a:extLst>
                  <a:ext uri="{FF2B5EF4-FFF2-40B4-BE49-F238E27FC236}">
                    <a16:creationId xmlns:a16="http://schemas.microsoft.com/office/drawing/2014/main" id="{41D5ED00-468D-4CBD-8F83-500D903D31D5}"/>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42" name="Rechthoek: afgeronde hoeken 141">
                <a:extLst>
                  <a:ext uri="{FF2B5EF4-FFF2-40B4-BE49-F238E27FC236}">
                    <a16:creationId xmlns:a16="http://schemas.microsoft.com/office/drawing/2014/main" id="{E0F8B9E1-632F-428D-9E15-1CB6697EBD5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143" name="Rechte verbindingslijn 142">
                <a:extLst>
                  <a:ext uri="{FF2B5EF4-FFF2-40B4-BE49-F238E27FC236}">
                    <a16:creationId xmlns:a16="http://schemas.microsoft.com/office/drawing/2014/main" id="{165844BC-06ED-4902-8987-9A502488E36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4" name="Rechte verbindingslijn 143">
                <a:extLst>
                  <a:ext uri="{FF2B5EF4-FFF2-40B4-BE49-F238E27FC236}">
                    <a16:creationId xmlns:a16="http://schemas.microsoft.com/office/drawing/2014/main" id="{3F5BFABD-F3AF-479A-A1A0-8BFD44284CE3}"/>
                  </a:ext>
                </a:extLst>
              </p:cNvPr>
              <p:cNvCxnSpPr>
                <a:cxnSpLocks/>
                <a:stCxn id="142"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11" name="Ovaal 110">
              <a:extLst>
                <a:ext uri="{FF2B5EF4-FFF2-40B4-BE49-F238E27FC236}">
                  <a16:creationId xmlns:a16="http://schemas.microsoft.com/office/drawing/2014/main" id="{BAA34125-E5E5-4B24-8098-2CFBBBF0BCF5}"/>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12" name="Rechthoek 111">
              <a:extLst>
                <a:ext uri="{FF2B5EF4-FFF2-40B4-BE49-F238E27FC236}">
                  <a16:creationId xmlns:a16="http://schemas.microsoft.com/office/drawing/2014/main" id="{85D20A29-2684-437C-BD08-D9FF670B1092}"/>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13" name="Groep 112">
              <a:extLst>
                <a:ext uri="{FF2B5EF4-FFF2-40B4-BE49-F238E27FC236}">
                  <a16:creationId xmlns:a16="http://schemas.microsoft.com/office/drawing/2014/main" id="{CDE7F224-2885-4354-89A9-9A740118BC23}"/>
                </a:ext>
              </a:extLst>
            </p:cNvPr>
            <p:cNvGrpSpPr/>
            <p:nvPr userDrawn="1"/>
          </p:nvGrpSpPr>
          <p:grpSpPr>
            <a:xfrm>
              <a:off x="-3311319" y="2164285"/>
              <a:ext cx="825500" cy="209550"/>
              <a:chOff x="13504624" y="2482850"/>
              <a:chExt cx="825500" cy="209550"/>
            </a:xfrm>
          </p:grpSpPr>
          <p:sp>
            <p:nvSpPr>
              <p:cNvPr id="136" name="Rechthoek 135">
                <a:extLst>
                  <a:ext uri="{FF2B5EF4-FFF2-40B4-BE49-F238E27FC236}">
                    <a16:creationId xmlns:a16="http://schemas.microsoft.com/office/drawing/2014/main" id="{AA40C69C-9787-4C43-A7D8-7C2E1FEEFF5E}"/>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137" name="Rechte verbindingslijn 136">
                <a:extLst>
                  <a:ext uri="{FF2B5EF4-FFF2-40B4-BE49-F238E27FC236}">
                    <a16:creationId xmlns:a16="http://schemas.microsoft.com/office/drawing/2014/main" id="{D5BBEF4B-AC76-42DA-8C10-87CD974CE80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38" name="Gelijkbenige driehoek 137">
                <a:extLst>
                  <a:ext uri="{FF2B5EF4-FFF2-40B4-BE49-F238E27FC236}">
                    <a16:creationId xmlns:a16="http://schemas.microsoft.com/office/drawing/2014/main" id="{6BD19BD8-8855-4972-96ED-4E30242CBC6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114" name="Ovaal 113">
              <a:extLst>
                <a:ext uri="{FF2B5EF4-FFF2-40B4-BE49-F238E27FC236}">
                  <a16:creationId xmlns:a16="http://schemas.microsoft.com/office/drawing/2014/main" id="{FCCDE6E3-9163-484B-8329-7B24564A03EA}"/>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15" name="Rechthoek 114">
              <a:extLst>
                <a:ext uri="{FF2B5EF4-FFF2-40B4-BE49-F238E27FC236}">
                  <a16:creationId xmlns:a16="http://schemas.microsoft.com/office/drawing/2014/main" id="{60E0564D-00D4-4636-B287-F2B8D04F31D3}"/>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116" name="Groep 115">
              <a:extLst>
                <a:ext uri="{FF2B5EF4-FFF2-40B4-BE49-F238E27FC236}">
                  <a16:creationId xmlns:a16="http://schemas.microsoft.com/office/drawing/2014/main" id="{423580D8-50C7-41A4-9968-40D503CB5025}"/>
                </a:ext>
              </a:extLst>
            </p:cNvPr>
            <p:cNvGrpSpPr/>
            <p:nvPr userDrawn="1"/>
          </p:nvGrpSpPr>
          <p:grpSpPr>
            <a:xfrm>
              <a:off x="-3408294" y="3643742"/>
              <a:ext cx="622283" cy="612920"/>
              <a:chOff x="12617641" y="3403239"/>
              <a:chExt cx="752963" cy="741634"/>
            </a:xfrm>
          </p:grpSpPr>
          <p:grpSp>
            <p:nvGrpSpPr>
              <p:cNvPr id="120" name="Groep 119">
                <a:extLst>
                  <a:ext uri="{FF2B5EF4-FFF2-40B4-BE49-F238E27FC236}">
                    <a16:creationId xmlns:a16="http://schemas.microsoft.com/office/drawing/2014/main" id="{43765FA3-295E-4D9E-85CC-B7552E5E624D}"/>
                  </a:ext>
                </a:extLst>
              </p:cNvPr>
              <p:cNvGrpSpPr/>
              <p:nvPr userDrawn="1"/>
            </p:nvGrpSpPr>
            <p:grpSpPr>
              <a:xfrm>
                <a:off x="12771530" y="3403239"/>
                <a:ext cx="467176" cy="448491"/>
                <a:chOff x="12782157" y="3403239"/>
                <a:chExt cx="467176" cy="448491"/>
              </a:xfrm>
            </p:grpSpPr>
            <p:grpSp>
              <p:nvGrpSpPr>
                <p:cNvPr id="123" name="Groep 122">
                  <a:extLst>
                    <a:ext uri="{FF2B5EF4-FFF2-40B4-BE49-F238E27FC236}">
                      <a16:creationId xmlns:a16="http://schemas.microsoft.com/office/drawing/2014/main" id="{D316BF9C-6878-4A45-8C1B-519B5EA42CC7}"/>
                    </a:ext>
                  </a:extLst>
                </p:cNvPr>
                <p:cNvGrpSpPr/>
                <p:nvPr userDrawn="1"/>
              </p:nvGrpSpPr>
              <p:grpSpPr>
                <a:xfrm>
                  <a:off x="12782157" y="3403239"/>
                  <a:ext cx="412976" cy="396132"/>
                  <a:chOff x="13554906" y="3320109"/>
                  <a:chExt cx="443917" cy="425811"/>
                </a:xfrm>
              </p:grpSpPr>
              <p:grpSp>
                <p:nvGrpSpPr>
                  <p:cNvPr id="130" name="Groep 129">
                    <a:extLst>
                      <a:ext uri="{FF2B5EF4-FFF2-40B4-BE49-F238E27FC236}">
                        <a16:creationId xmlns:a16="http://schemas.microsoft.com/office/drawing/2014/main" id="{D3E09620-B9C6-417E-8925-8AE8D7C48154}"/>
                      </a:ext>
                    </a:extLst>
                  </p:cNvPr>
                  <p:cNvGrpSpPr/>
                  <p:nvPr userDrawn="1"/>
                </p:nvGrpSpPr>
                <p:grpSpPr>
                  <a:xfrm>
                    <a:off x="13554906" y="3320109"/>
                    <a:ext cx="443917" cy="425811"/>
                    <a:chOff x="12909684" y="1276143"/>
                    <a:chExt cx="443917" cy="425811"/>
                  </a:xfrm>
                </p:grpSpPr>
                <p:sp>
                  <p:nvSpPr>
                    <p:cNvPr id="133" name="Rechthoek 132">
                      <a:extLst>
                        <a:ext uri="{FF2B5EF4-FFF2-40B4-BE49-F238E27FC236}">
                          <a16:creationId xmlns:a16="http://schemas.microsoft.com/office/drawing/2014/main" id="{CDED8C67-CF73-4072-A7A5-E352D6808C05}"/>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34" name="Rechthoek 133">
                      <a:extLst>
                        <a:ext uri="{FF2B5EF4-FFF2-40B4-BE49-F238E27FC236}">
                          <a16:creationId xmlns:a16="http://schemas.microsoft.com/office/drawing/2014/main" id="{4CA81D24-EBD0-4651-9AE6-25572160B014}"/>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35" name="Ovaal 134">
                      <a:extLst>
                        <a:ext uri="{FF2B5EF4-FFF2-40B4-BE49-F238E27FC236}">
                          <a16:creationId xmlns:a16="http://schemas.microsoft.com/office/drawing/2014/main" id="{9AD88D8E-FF7D-4DAD-A613-E25DB8001A99}"/>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131" name="Afbeelding 130">
                    <a:extLst>
                      <a:ext uri="{FF2B5EF4-FFF2-40B4-BE49-F238E27FC236}">
                        <a16:creationId xmlns:a16="http://schemas.microsoft.com/office/drawing/2014/main" id="{9AE2380F-8FD2-40C8-AB2F-F3F474A30DEA}"/>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32" name="Afbeelding 131">
                    <a:extLst>
                      <a:ext uri="{FF2B5EF4-FFF2-40B4-BE49-F238E27FC236}">
                        <a16:creationId xmlns:a16="http://schemas.microsoft.com/office/drawing/2014/main" id="{1AD37831-A992-4519-90BF-00DDEFBAF37D}"/>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24" name="Groep 123">
                  <a:extLst>
                    <a:ext uri="{FF2B5EF4-FFF2-40B4-BE49-F238E27FC236}">
                      <a16:creationId xmlns:a16="http://schemas.microsoft.com/office/drawing/2014/main" id="{6CC1AFF9-E35B-4254-972D-E3F6154B59E4}"/>
                    </a:ext>
                  </a:extLst>
                </p:cNvPr>
                <p:cNvGrpSpPr/>
                <p:nvPr userDrawn="1"/>
              </p:nvGrpSpPr>
              <p:grpSpPr>
                <a:xfrm>
                  <a:off x="13103513" y="3705268"/>
                  <a:ext cx="145820" cy="146462"/>
                  <a:chOff x="13096169" y="3602278"/>
                  <a:chExt cx="145820" cy="146462"/>
                </a:xfrm>
              </p:grpSpPr>
              <p:sp>
                <p:nvSpPr>
                  <p:cNvPr id="128" name="Rechthoek 127">
                    <a:extLst>
                      <a:ext uri="{FF2B5EF4-FFF2-40B4-BE49-F238E27FC236}">
                        <a16:creationId xmlns:a16="http://schemas.microsoft.com/office/drawing/2014/main" id="{AE3E18B2-B2E1-4D4F-8B2B-F85C04185A7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29" name="Rechthoek 128">
                    <a:extLst>
                      <a:ext uri="{FF2B5EF4-FFF2-40B4-BE49-F238E27FC236}">
                        <a16:creationId xmlns:a16="http://schemas.microsoft.com/office/drawing/2014/main" id="{D5EDA396-8D64-4B03-BED4-6A31A8344CD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125" name="Groep 124">
                  <a:extLst>
                    <a:ext uri="{FF2B5EF4-FFF2-40B4-BE49-F238E27FC236}">
                      <a16:creationId xmlns:a16="http://schemas.microsoft.com/office/drawing/2014/main" id="{8B953C16-7507-4C01-95E7-7871A3EE73C8}"/>
                    </a:ext>
                  </a:extLst>
                </p:cNvPr>
                <p:cNvGrpSpPr/>
                <p:nvPr userDrawn="1"/>
              </p:nvGrpSpPr>
              <p:grpSpPr>
                <a:xfrm rot="10800000">
                  <a:off x="13061402" y="3665637"/>
                  <a:ext cx="145820" cy="146462"/>
                  <a:chOff x="13096169" y="3602278"/>
                  <a:chExt cx="145820" cy="146462"/>
                </a:xfrm>
              </p:grpSpPr>
              <p:sp>
                <p:nvSpPr>
                  <p:cNvPr id="126" name="Rechthoek 125">
                    <a:extLst>
                      <a:ext uri="{FF2B5EF4-FFF2-40B4-BE49-F238E27FC236}">
                        <a16:creationId xmlns:a16="http://schemas.microsoft.com/office/drawing/2014/main" id="{2F8F7211-71A0-4A84-9551-AC0D0310D23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27" name="Rechthoek 126">
                    <a:extLst>
                      <a:ext uri="{FF2B5EF4-FFF2-40B4-BE49-F238E27FC236}">
                        <a16:creationId xmlns:a16="http://schemas.microsoft.com/office/drawing/2014/main" id="{439CFBA1-1C62-49EF-9E70-9AB2F4F8072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121" name="Rechthoek 120">
                <a:extLst>
                  <a:ext uri="{FF2B5EF4-FFF2-40B4-BE49-F238E27FC236}">
                    <a16:creationId xmlns:a16="http://schemas.microsoft.com/office/drawing/2014/main" id="{635B1D10-92E4-4A35-8C13-8971A5B3994D}"/>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122" name="Gelijkbenige driehoek 121">
                <a:extLst>
                  <a:ext uri="{FF2B5EF4-FFF2-40B4-BE49-F238E27FC236}">
                    <a16:creationId xmlns:a16="http://schemas.microsoft.com/office/drawing/2014/main" id="{BD0F6CBF-575E-4E62-B69F-BD4DDDD19451}"/>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117" name="ICOON_info">
              <a:extLst>
                <a:ext uri="{FF2B5EF4-FFF2-40B4-BE49-F238E27FC236}">
                  <a16:creationId xmlns:a16="http://schemas.microsoft.com/office/drawing/2014/main" id="{0E5E7A44-396D-4A2F-BD7C-63143ED4C574}"/>
                </a:ext>
              </a:extLst>
            </p:cNvPr>
            <p:cNvGrpSpPr/>
            <p:nvPr userDrawn="1"/>
          </p:nvGrpSpPr>
          <p:grpSpPr>
            <a:xfrm>
              <a:off x="-376736" y="4271597"/>
              <a:ext cx="283685" cy="283685"/>
              <a:chOff x="-510741" y="5913713"/>
              <a:chExt cx="267555" cy="267555"/>
            </a:xfrm>
          </p:grpSpPr>
          <p:sp>
            <p:nvSpPr>
              <p:cNvPr id="118" name="Ovaal 117">
                <a:extLst>
                  <a:ext uri="{FF2B5EF4-FFF2-40B4-BE49-F238E27FC236}">
                    <a16:creationId xmlns:a16="http://schemas.microsoft.com/office/drawing/2014/main" id="{1FD536BF-B430-45A5-8C1A-9A0EEF06C446}"/>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119" name="Graphic 163" descr="Informatie">
                <a:extLst>
                  <a:ext uri="{FF2B5EF4-FFF2-40B4-BE49-F238E27FC236}">
                    <a16:creationId xmlns:a16="http://schemas.microsoft.com/office/drawing/2014/main" id="{332FFADE-EDBD-4E0D-A63A-50826951582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215991679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TRODUCTION SLIDE + 2 IMAGE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5"/>
            <a:ext cx="11160125" cy="877887"/>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08209"/>
            <a:ext cx="2933400" cy="151790"/>
          </a:xfrm>
        </p:spPr>
        <p:txBody>
          <a:bodyPr/>
          <a:lstStyle/>
          <a:p>
            <a:endParaRPr lang="nl-NL" noProof="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08209"/>
            <a:ext cx="4114800" cy="151790"/>
          </a:xfrm>
        </p:spPr>
        <p:txBody>
          <a:bodyPr/>
          <a:lstStyle/>
          <a:p>
            <a:r>
              <a:rPr lang="en-US" noProof="0"/>
              <a:t>Analytics for a Better World, Lecture 1</a:t>
            </a:r>
            <a:endParaRPr lang="nl-NL" noProof="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08209"/>
            <a:ext cx="284597" cy="151790"/>
          </a:xfrm>
        </p:spPr>
        <p:txBody>
          <a:bodyPr/>
          <a:lstStyle/>
          <a:p>
            <a:fld id="{D7B5DC5B-6873-43DB-ADC7-B15ACCE0DFDB}" type="slidenum">
              <a:rPr lang="nl-NL" noProof="0" smtClean="0"/>
              <a:t>‹#›</a:t>
            </a:fld>
            <a:endParaRPr lang="nl-NL" noProof="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5275483"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err="1">
                <a:solidFill>
                  <a:schemeClr val="accent2"/>
                </a:solidFill>
                <a:latin typeface="+mj-lt"/>
              </a:rPr>
              <a:t>INTRODUCTIon</a:t>
            </a:r>
            <a:r>
              <a:rPr lang="nl-NL" sz="2400" b="1" cap="all" baseline="0" noProof="0">
                <a:solidFill>
                  <a:schemeClr val="accent2"/>
                </a:solidFill>
                <a:latin typeface="+mj-lt"/>
              </a:rPr>
              <a:t> SLIDE + 2 images</a:t>
            </a:r>
          </a:p>
        </p:txBody>
      </p:sp>
      <p:sp>
        <p:nvSpPr>
          <p:cNvPr id="26" name="Tijdelijke aanduiding voor tekst 28">
            <a:extLst>
              <a:ext uri="{FF2B5EF4-FFF2-40B4-BE49-F238E27FC236}">
                <a16:creationId xmlns:a16="http://schemas.microsoft.com/office/drawing/2014/main" id="{1B2DAFC0-25D5-4839-B3F6-57F8A6CB5BE3}"/>
              </a:ext>
            </a:extLst>
          </p:cNvPr>
          <p:cNvSpPr>
            <a:spLocks noGrp="1"/>
          </p:cNvSpPr>
          <p:nvPr>
            <p:ph type="body" sz="quarter" idx="25" hasCustomPrompt="1"/>
          </p:nvPr>
        </p:nvSpPr>
        <p:spPr>
          <a:xfrm rot="16200000">
            <a:off x="7717078" y="748980"/>
            <a:ext cx="2557935" cy="5360032"/>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27" name="Tijdelijke aanduiding voor afbeelding 16">
            <a:extLst>
              <a:ext uri="{FF2B5EF4-FFF2-40B4-BE49-F238E27FC236}">
                <a16:creationId xmlns:a16="http://schemas.microsoft.com/office/drawing/2014/main" id="{90593DF4-32A9-4CAA-93E6-E0028C52ECA7}"/>
              </a:ext>
            </a:extLst>
          </p:cNvPr>
          <p:cNvSpPr>
            <a:spLocks noGrp="1"/>
          </p:cNvSpPr>
          <p:nvPr>
            <p:ph type="pic" sz="quarter" idx="26"/>
          </p:nvPr>
        </p:nvSpPr>
        <p:spPr>
          <a:xfrm>
            <a:off x="6316030" y="2150032"/>
            <a:ext cx="2557936" cy="2557935"/>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29" name="Tijdelijke aanduiding voor verticale tekst 2">
            <a:extLst>
              <a:ext uri="{FF2B5EF4-FFF2-40B4-BE49-F238E27FC236}">
                <a16:creationId xmlns:a16="http://schemas.microsoft.com/office/drawing/2014/main" id="{A6EDFAE4-2EA3-4DDF-8F3A-86960E2161A0}"/>
              </a:ext>
            </a:extLst>
          </p:cNvPr>
          <p:cNvSpPr>
            <a:spLocks noGrp="1"/>
          </p:cNvSpPr>
          <p:nvPr>
            <p:ph type="body" orient="vert" idx="27" hasCustomPrompt="1"/>
          </p:nvPr>
        </p:nvSpPr>
        <p:spPr>
          <a:xfrm>
            <a:off x="9130064" y="3585187"/>
            <a:ext cx="2289900" cy="87178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30" name="Tijdelijke aanduiding voor verticale tekst 2">
            <a:extLst>
              <a:ext uri="{FF2B5EF4-FFF2-40B4-BE49-F238E27FC236}">
                <a16:creationId xmlns:a16="http://schemas.microsoft.com/office/drawing/2014/main" id="{5FB592DA-866A-4ED6-9C14-10528FAD1A97}"/>
              </a:ext>
            </a:extLst>
          </p:cNvPr>
          <p:cNvSpPr>
            <a:spLocks noGrp="1"/>
          </p:cNvSpPr>
          <p:nvPr>
            <p:ph type="body" orient="vert" idx="28" hasCustomPrompt="1"/>
          </p:nvPr>
        </p:nvSpPr>
        <p:spPr>
          <a:xfrm>
            <a:off x="9130064" y="2408537"/>
            <a:ext cx="2289900"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r>
              <a:rPr lang="nl-NL" noProof="0" dirty="0"/>
              <a:t> (2 </a:t>
            </a:r>
            <a:r>
              <a:rPr lang="nl-NL" noProof="0" dirty="0" err="1"/>
              <a:t>lines</a:t>
            </a:r>
            <a:r>
              <a:rPr lang="nl-NL" noProof="0" dirty="0"/>
              <a:t>)</a:t>
            </a:r>
          </a:p>
        </p:txBody>
      </p:sp>
      <p:sp>
        <p:nvSpPr>
          <p:cNvPr id="31" name="Tijdelijke aanduiding voor tekst 28">
            <a:extLst>
              <a:ext uri="{FF2B5EF4-FFF2-40B4-BE49-F238E27FC236}">
                <a16:creationId xmlns:a16="http://schemas.microsoft.com/office/drawing/2014/main" id="{352488BF-4616-4784-8571-4DD7F37F8708}"/>
              </a:ext>
            </a:extLst>
          </p:cNvPr>
          <p:cNvSpPr>
            <a:spLocks noGrp="1"/>
          </p:cNvSpPr>
          <p:nvPr>
            <p:ph type="body" sz="quarter" idx="29" hasCustomPrompt="1"/>
          </p:nvPr>
        </p:nvSpPr>
        <p:spPr>
          <a:xfrm rot="16200000">
            <a:off x="1916985" y="748980"/>
            <a:ext cx="2557935" cy="5360032"/>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32" name="Tijdelijke aanduiding voor afbeelding 16">
            <a:extLst>
              <a:ext uri="{FF2B5EF4-FFF2-40B4-BE49-F238E27FC236}">
                <a16:creationId xmlns:a16="http://schemas.microsoft.com/office/drawing/2014/main" id="{38C008A5-6EA5-41E0-A68C-87AE233CAD42}"/>
              </a:ext>
            </a:extLst>
          </p:cNvPr>
          <p:cNvSpPr>
            <a:spLocks noGrp="1"/>
          </p:cNvSpPr>
          <p:nvPr>
            <p:ph type="pic" sz="quarter" idx="30"/>
          </p:nvPr>
        </p:nvSpPr>
        <p:spPr>
          <a:xfrm>
            <a:off x="515937" y="2150032"/>
            <a:ext cx="2557936" cy="2557935"/>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33" name="Tijdelijke aanduiding voor verticale tekst 2">
            <a:extLst>
              <a:ext uri="{FF2B5EF4-FFF2-40B4-BE49-F238E27FC236}">
                <a16:creationId xmlns:a16="http://schemas.microsoft.com/office/drawing/2014/main" id="{5B04E802-0BD3-4DAE-8E36-74BDD652968F}"/>
              </a:ext>
            </a:extLst>
          </p:cNvPr>
          <p:cNvSpPr>
            <a:spLocks noGrp="1"/>
          </p:cNvSpPr>
          <p:nvPr>
            <p:ph type="body" orient="vert" idx="31" hasCustomPrompt="1"/>
          </p:nvPr>
        </p:nvSpPr>
        <p:spPr>
          <a:xfrm>
            <a:off x="3328420" y="3585188"/>
            <a:ext cx="2289900" cy="87178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34" name="Tijdelijke aanduiding voor verticale tekst 2">
            <a:extLst>
              <a:ext uri="{FF2B5EF4-FFF2-40B4-BE49-F238E27FC236}">
                <a16:creationId xmlns:a16="http://schemas.microsoft.com/office/drawing/2014/main" id="{F6FFCD09-9F88-4268-A904-6FD040E50502}"/>
              </a:ext>
            </a:extLst>
          </p:cNvPr>
          <p:cNvSpPr>
            <a:spLocks noGrp="1"/>
          </p:cNvSpPr>
          <p:nvPr>
            <p:ph type="body" orient="vert" idx="32" hasCustomPrompt="1"/>
          </p:nvPr>
        </p:nvSpPr>
        <p:spPr>
          <a:xfrm>
            <a:off x="3329971" y="2408537"/>
            <a:ext cx="2289900"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r>
              <a:rPr lang="nl-NL" noProof="0" dirty="0"/>
              <a:t> (2 </a:t>
            </a:r>
            <a:r>
              <a:rPr lang="nl-NL" noProof="0" dirty="0" err="1"/>
              <a:t>lines</a:t>
            </a:r>
            <a:r>
              <a:rPr lang="nl-NL" noProof="0" dirty="0"/>
              <a:t>)</a:t>
            </a:r>
          </a:p>
        </p:txBody>
      </p:sp>
      <p:grpSp>
        <p:nvGrpSpPr>
          <p:cNvPr id="17" name="INSTRUCTIE">
            <a:extLst>
              <a:ext uri="{FF2B5EF4-FFF2-40B4-BE49-F238E27FC236}">
                <a16:creationId xmlns:a16="http://schemas.microsoft.com/office/drawing/2014/main" id="{6B111F8D-E59B-478C-A25E-F5B99AD2224C}"/>
              </a:ext>
            </a:extLst>
          </p:cNvPr>
          <p:cNvGrpSpPr/>
          <p:nvPr userDrawn="1"/>
        </p:nvGrpSpPr>
        <p:grpSpPr>
          <a:xfrm>
            <a:off x="-3786437" y="0"/>
            <a:ext cx="3693386" cy="5359349"/>
            <a:chOff x="-3786437" y="0"/>
            <a:chExt cx="3693386" cy="5359349"/>
          </a:xfrm>
        </p:grpSpPr>
        <p:sp>
          <p:nvSpPr>
            <p:cNvPr id="18" name="Rechthoek 17">
              <a:extLst>
                <a:ext uri="{FF2B5EF4-FFF2-40B4-BE49-F238E27FC236}">
                  <a16:creationId xmlns:a16="http://schemas.microsoft.com/office/drawing/2014/main" id="{4CEB035B-5898-418C-84C4-050543633D14}"/>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19" name="Ovaal 18">
              <a:extLst>
                <a:ext uri="{FF2B5EF4-FFF2-40B4-BE49-F238E27FC236}">
                  <a16:creationId xmlns:a16="http://schemas.microsoft.com/office/drawing/2014/main" id="{14F0F012-CCEE-4356-90E4-6A1EDECA7EA7}"/>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20" name="Rechthoek 19">
              <a:extLst>
                <a:ext uri="{FF2B5EF4-FFF2-40B4-BE49-F238E27FC236}">
                  <a16:creationId xmlns:a16="http://schemas.microsoft.com/office/drawing/2014/main" id="{977FC72B-99F4-4DEE-8A38-BE8A1A193017}"/>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1" name="Ovaal 20">
              <a:extLst>
                <a:ext uri="{FF2B5EF4-FFF2-40B4-BE49-F238E27FC236}">
                  <a16:creationId xmlns:a16="http://schemas.microsoft.com/office/drawing/2014/main" id="{9080DCCD-B9E0-474E-8D1E-3E4642443AF5}"/>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2" name="Rechthoek 21">
              <a:extLst>
                <a:ext uri="{FF2B5EF4-FFF2-40B4-BE49-F238E27FC236}">
                  <a16:creationId xmlns:a16="http://schemas.microsoft.com/office/drawing/2014/main" id="{4BE1DFAA-371E-415C-81E6-B99ADA764BEB}"/>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3" name="Rechthoek 22">
              <a:extLst>
                <a:ext uri="{FF2B5EF4-FFF2-40B4-BE49-F238E27FC236}">
                  <a16:creationId xmlns:a16="http://schemas.microsoft.com/office/drawing/2014/main" id="{4F67E3B0-8F76-42AA-8E5D-12CACCFC9BCD}"/>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24" name="Ovaal 23">
              <a:extLst>
                <a:ext uri="{FF2B5EF4-FFF2-40B4-BE49-F238E27FC236}">
                  <a16:creationId xmlns:a16="http://schemas.microsoft.com/office/drawing/2014/main" id="{C67F8515-DEC4-44F4-B3EE-89FDBA75A7DB}"/>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5" name="Rechthoek 24">
              <a:extLst>
                <a:ext uri="{FF2B5EF4-FFF2-40B4-BE49-F238E27FC236}">
                  <a16:creationId xmlns:a16="http://schemas.microsoft.com/office/drawing/2014/main" id="{8D090B49-3460-4F06-A4D8-867D2F31F047}"/>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8" name="Ovaal 27">
              <a:extLst>
                <a:ext uri="{FF2B5EF4-FFF2-40B4-BE49-F238E27FC236}">
                  <a16:creationId xmlns:a16="http://schemas.microsoft.com/office/drawing/2014/main" id="{2930A208-8B7A-4CFD-A73B-D17A2D99A302}"/>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35" name="Rechthoek 34">
              <a:extLst>
                <a:ext uri="{FF2B5EF4-FFF2-40B4-BE49-F238E27FC236}">
                  <a16:creationId xmlns:a16="http://schemas.microsoft.com/office/drawing/2014/main" id="{1FFA5ED0-E563-4734-AFC8-9C0B16A8F726}"/>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36" name="Ovaal 35">
              <a:extLst>
                <a:ext uri="{FF2B5EF4-FFF2-40B4-BE49-F238E27FC236}">
                  <a16:creationId xmlns:a16="http://schemas.microsoft.com/office/drawing/2014/main" id="{3764EB6B-7D8E-4AD1-AF55-B49290E93198}"/>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37" name="Rechthoek 36">
              <a:extLst>
                <a:ext uri="{FF2B5EF4-FFF2-40B4-BE49-F238E27FC236}">
                  <a16:creationId xmlns:a16="http://schemas.microsoft.com/office/drawing/2014/main" id="{25AF2716-C868-4E92-8F45-E74BD2B7FA1D}"/>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38" name="Ovaal 37">
              <a:extLst>
                <a:ext uri="{FF2B5EF4-FFF2-40B4-BE49-F238E27FC236}">
                  <a16:creationId xmlns:a16="http://schemas.microsoft.com/office/drawing/2014/main" id="{E63A38B6-2A68-4F53-9E20-E98DADAC39A5}"/>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39" name="Rechthoek 38">
              <a:extLst>
                <a:ext uri="{FF2B5EF4-FFF2-40B4-BE49-F238E27FC236}">
                  <a16:creationId xmlns:a16="http://schemas.microsoft.com/office/drawing/2014/main" id="{E7FBA960-9CA9-4362-976C-224AA10F49BC}"/>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40" name="Ovaal 39">
              <a:extLst>
                <a:ext uri="{FF2B5EF4-FFF2-40B4-BE49-F238E27FC236}">
                  <a16:creationId xmlns:a16="http://schemas.microsoft.com/office/drawing/2014/main" id="{961DBF81-130A-4EB8-9C4C-FF57665C2C20}"/>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41" name="Rechthoek 40">
              <a:extLst>
                <a:ext uri="{FF2B5EF4-FFF2-40B4-BE49-F238E27FC236}">
                  <a16:creationId xmlns:a16="http://schemas.microsoft.com/office/drawing/2014/main" id="{82A5219A-B913-4D43-8C68-3887B59DA063}"/>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42" name="Ovaal 41">
              <a:extLst>
                <a:ext uri="{FF2B5EF4-FFF2-40B4-BE49-F238E27FC236}">
                  <a16:creationId xmlns:a16="http://schemas.microsoft.com/office/drawing/2014/main" id="{1A265293-9451-40DC-B440-349976B0CF89}"/>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43" name="Rechthoek 42">
              <a:extLst>
                <a:ext uri="{FF2B5EF4-FFF2-40B4-BE49-F238E27FC236}">
                  <a16:creationId xmlns:a16="http://schemas.microsoft.com/office/drawing/2014/main" id="{CDBBF9AD-A05C-4CDD-B56F-82982E57F045}"/>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44" name="Ovaal 43">
              <a:extLst>
                <a:ext uri="{FF2B5EF4-FFF2-40B4-BE49-F238E27FC236}">
                  <a16:creationId xmlns:a16="http://schemas.microsoft.com/office/drawing/2014/main" id="{7C256D07-EAB5-401F-80F4-26AD86A2801F}"/>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45" name="Rechthoek 44">
              <a:extLst>
                <a:ext uri="{FF2B5EF4-FFF2-40B4-BE49-F238E27FC236}">
                  <a16:creationId xmlns:a16="http://schemas.microsoft.com/office/drawing/2014/main" id="{E819C207-AC4C-42CD-8116-80BCEE3361A9}"/>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46" name="Rechthoek 45">
              <a:extLst>
                <a:ext uri="{FF2B5EF4-FFF2-40B4-BE49-F238E27FC236}">
                  <a16:creationId xmlns:a16="http://schemas.microsoft.com/office/drawing/2014/main" id="{C23B0CB2-941F-4357-9AF7-F50B94F767D6}"/>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47" name="ICOON_info">
              <a:extLst>
                <a:ext uri="{FF2B5EF4-FFF2-40B4-BE49-F238E27FC236}">
                  <a16:creationId xmlns:a16="http://schemas.microsoft.com/office/drawing/2014/main" id="{E70DA0C1-EC47-4D69-BF25-073984AE3DBE}"/>
                </a:ext>
              </a:extLst>
            </p:cNvPr>
            <p:cNvGrpSpPr/>
            <p:nvPr userDrawn="1"/>
          </p:nvGrpSpPr>
          <p:grpSpPr>
            <a:xfrm>
              <a:off x="-376736" y="4400186"/>
              <a:ext cx="283685" cy="283685"/>
              <a:chOff x="-510741" y="5913713"/>
              <a:chExt cx="267555" cy="267555"/>
            </a:xfrm>
          </p:grpSpPr>
          <p:sp>
            <p:nvSpPr>
              <p:cNvPr id="89" name="Ovaal 88">
                <a:extLst>
                  <a:ext uri="{FF2B5EF4-FFF2-40B4-BE49-F238E27FC236}">
                    <a16:creationId xmlns:a16="http://schemas.microsoft.com/office/drawing/2014/main" id="{0BA7874A-72EB-436B-89E3-855DE0AD9BA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90" name="Graphic 163" descr="Informatie">
                <a:extLst>
                  <a:ext uri="{FF2B5EF4-FFF2-40B4-BE49-F238E27FC236}">
                    <a16:creationId xmlns:a16="http://schemas.microsoft.com/office/drawing/2014/main" id="{497985E5-515B-4DB7-9FC4-4A1C83DF550A}"/>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48" name="VOORBEELD">
              <a:extLst>
                <a:ext uri="{FF2B5EF4-FFF2-40B4-BE49-F238E27FC236}">
                  <a16:creationId xmlns:a16="http://schemas.microsoft.com/office/drawing/2014/main" id="{541C1780-87A2-45A1-B4DC-6D3EAD244E34}"/>
                </a:ext>
              </a:extLst>
            </p:cNvPr>
            <p:cNvGrpSpPr/>
            <p:nvPr userDrawn="1"/>
          </p:nvGrpSpPr>
          <p:grpSpPr>
            <a:xfrm>
              <a:off x="-3605171" y="458674"/>
              <a:ext cx="3234311" cy="558875"/>
              <a:chOff x="-3605171" y="458674"/>
              <a:chExt cx="3234311" cy="558875"/>
            </a:xfrm>
          </p:grpSpPr>
          <p:sp>
            <p:nvSpPr>
              <p:cNvPr id="49" name="Rechthoek 48">
                <a:extLst>
                  <a:ext uri="{FF2B5EF4-FFF2-40B4-BE49-F238E27FC236}">
                    <a16:creationId xmlns:a16="http://schemas.microsoft.com/office/drawing/2014/main" id="{F5F4B60A-8D9B-430C-AC9F-B30D9168EAF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50" name="Rechthoek 49">
                <a:extLst>
                  <a:ext uri="{FF2B5EF4-FFF2-40B4-BE49-F238E27FC236}">
                    <a16:creationId xmlns:a16="http://schemas.microsoft.com/office/drawing/2014/main" id="{B0DFDD7A-34F2-4DC5-8E3A-2924C086B40E}"/>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51" name="Groep 50">
                <a:extLst>
                  <a:ext uri="{FF2B5EF4-FFF2-40B4-BE49-F238E27FC236}">
                    <a16:creationId xmlns:a16="http://schemas.microsoft.com/office/drawing/2014/main" id="{3CBB6F4E-BC81-4769-9278-491D4758F333}"/>
                  </a:ext>
                </a:extLst>
              </p:cNvPr>
              <p:cNvGrpSpPr/>
              <p:nvPr userDrawn="1"/>
            </p:nvGrpSpPr>
            <p:grpSpPr>
              <a:xfrm>
                <a:off x="-3386247" y="830871"/>
                <a:ext cx="139423" cy="109566"/>
                <a:chOff x="-2866744" y="827071"/>
                <a:chExt cx="168701" cy="132575"/>
              </a:xfrm>
            </p:grpSpPr>
            <p:grpSp>
              <p:nvGrpSpPr>
                <p:cNvPr id="82" name="Groep 81">
                  <a:extLst>
                    <a:ext uri="{FF2B5EF4-FFF2-40B4-BE49-F238E27FC236}">
                      <a16:creationId xmlns:a16="http://schemas.microsoft.com/office/drawing/2014/main" id="{1C6CEB21-B5D4-4207-9E12-595985861BBA}"/>
                    </a:ext>
                  </a:extLst>
                </p:cNvPr>
                <p:cNvGrpSpPr/>
                <p:nvPr userDrawn="1"/>
              </p:nvGrpSpPr>
              <p:grpSpPr>
                <a:xfrm>
                  <a:off x="-2866744" y="827071"/>
                  <a:ext cx="168701" cy="132575"/>
                  <a:chOff x="-2866744" y="827071"/>
                  <a:chExt cx="168701" cy="132575"/>
                </a:xfrm>
              </p:grpSpPr>
              <p:cxnSp>
                <p:nvCxnSpPr>
                  <p:cNvPr id="84" name="Rechte verbindingslijn 83">
                    <a:extLst>
                      <a:ext uri="{FF2B5EF4-FFF2-40B4-BE49-F238E27FC236}">
                        <a16:creationId xmlns:a16="http://schemas.microsoft.com/office/drawing/2014/main" id="{3917EBCB-2B90-4E74-AD63-4BE1A2CF08F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262B69D1-77EA-43A8-A6B6-0D8325F0754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6AFC794E-5F81-4A76-8EDD-9BD5A98CB233}"/>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AC927523-CA6E-4CAF-A388-CFFA2BBC906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00494E52-D25C-4603-8B5D-4F4FE0CCB30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3" name="Pijl: rechts 82">
                  <a:extLst>
                    <a:ext uri="{FF2B5EF4-FFF2-40B4-BE49-F238E27FC236}">
                      <a16:creationId xmlns:a16="http://schemas.microsoft.com/office/drawing/2014/main" id="{92076DF2-563E-4302-8AB8-444CD287E97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52" name="Groep 51">
                <a:extLst>
                  <a:ext uri="{FF2B5EF4-FFF2-40B4-BE49-F238E27FC236}">
                    <a16:creationId xmlns:a16="http://schemas.microsoft.com/office/drawing/2014/main" id="{17B3BA31-8097-4EFB-B02E-376E85B7D096}"/>
                  </a:ext>
                </a:extLst>
              </p:cNvPr>
              <p:cNvGrpSpPr/>
              <p:nvPr userDrawn="1"/>
            </p:nvGrpSpPr>
            <p:grpSpPr>
              <a:xfrm>
                <a:off x="-3605171" y="830871"/>
                <a:ext cx="139423" cy="109566"/>
                <a:chOff x="-2866744" y="518074"/>
                <a:chExt cx="168701" cy="132575"/>
              </a:xfrm>
            </p:grpSpPr>
            <p:grpSp>
              <p:nvGrpSpPr>
                <p:cNvPr id="75" name="Groep 74">
                  <a:extLst>
                    <a:ext uri="{FF2B5EF4-FFF2-40B4-BE49-F238E27FC236}">
                      <a16:creationId xmlns:a16="http://schemas.microsoft.com/office/drawing/2014/main" id="{7E2C2FCE-EDD8-469C-96AE-B45E93DCEC62}"/>
                    </a:ext>
                  </a:extLst>
                </p:cNvPr>
                <p:cNvGrpSpPr/>
                <p:nvPr userDrawn="1"/>
              </p:nvGrpSpPr>
              <p:grpSpPr>
                <a:xfrm>
                  <a:off x="-2866744" y="518074"/>
                  <a:ext cx="168701" cy="132575"/>
                  <a:chOff x="-2866744" y="518074"/>
                  <a:chExt cx="168701" cy="132575"/>
                </a:xfrm>
              </p:grpSpPr>
              <p:cxnSp>
                <p:nvCxnSpPr>
                  <p:cNvPr id="77" name="Rechte verbindingslijn 76">
                    <a:extLst>
                      <a:ext uri="{FF2B5EF4-FFF2-40B4-BE49-F238E27FC236}">
                        <a16:creationId xmlns:a16="http://schemas.microsoft.com/office/drawing/2014/main" id="{0383B926-1D13-49C3-87EA-F0BA52E6B1C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3F3B9732-98C9-4C63-A61E-2A4EE1D1AD22}"/>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A83BCDF7-0108-41E6-9424-6D81D4E42C9C}"/>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43971454-7D5D-4E73-B980-1A45CF1FA52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E2991308-007C-4E3F-8C9F-F08B8F5FAEF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6" name="Pijl: rechts 75">
                  <a:extLst>
                    <a:ext uri="{FF2B5EF4-FFF2-40B4-BE49-F238E27FC236}">
                      <a16:creationId xmlns:a16="http://schemas.microsoft.com/office/drawing/2014/main" id="{4DAE7702-F8D7-4788-B9FE-27E1E184499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53" name="Rechte verbindingslijn 52">
                <a:extLst>
                  <a:ext uri="{FF2B5EF4-FFF2-40B4-BE49-F238E27FC236}">
                    <a16:creationId xmlns:a16="http://schemas.microsoft.com/office/drawing/2014/main" id="{64B0E3EE-75BF-4845-AE16-E6732571D29B}"/>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54" name="Rechte verbindingslijn 53">
                <a:extLst>
                  <a:ext uri="{FF2B5EF4-FFF2-40B4-BE49-F238E27FC236}">
                    <a16:creationId xmlns:a16="http://schemas.microsoft.com/office/drawing/2014/main" id="{4DDB221D-3CD6-411C-9EA7-3E67CA474AC3}"/>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55" name="Rechthoek 54">
                <a:extLst>
                  <a:ext uri="{FF2B5EF4-FFF2-40B4-BE49-F238E27FC236}">
                    <a16:creationId xmlns:a16="http://schemas.microsoft.com/office/drawing/2014/main" id="{84E6391E-7204-41F6-A519-D0DBCD403FFE}"/>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56" name="Rechthoek 55">
                <a:extLst>
                  <a:ext uri="{FF2B5EF4-FFF2-40B4-BE49-F238E27FC236}">
                    <a16:creationId xmlns:a16="http://schemas.microsoft.com/office/drawing/2014/main" id="{8AA96FBF-AC30-4829-9822-78666DFD9663}"/>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57" name="Groep 56">
                <a:extLst>
                  <a:ext uri="{FF2B5EF4-FFF2-40B4-BE49-F238E27FC236}">
                    <a16:creationId xmlns:a16="http://schemas.microsoft.com/office/drawing/2014/main" id="{D3367BE9-86EC-4B7B-999A-BFCBEAA0DA6C}"/>
                  </a:ext>
                </a:extLst>
              </p:cNvPr>
              <p:cNvGrpSpPr/>
              <p:nvPr userDrawn="1"/>
            </p:nvGrpSpPr>
            <p:grpSpPr>
              <a:xfrm>
                <a:off x="-2916763" y="769168"/>
                <a:ext cx="268738" cy="248381"/>
                <a:chOff x="-2916763" y="769168"/>
                <a:chExt cx="268738" cy="248381"/>
              </a:xfrm>
            </p:grpSpPr>
            <p:sp>
              <p:nvSpPr>
                <p:cNvPr id="67" name="Rechthoek 66">
                  <a:extLst>
                    <a:ext uri="{FF2B5EF4-FFF2-40B4-BE49-F238E27FC236}">
                      <a16:creationId xmlns:a16="http://schemas.microsoft.com/office/drawing/2014/main" id="{3D5DD909-A019-42E4-B57D-4AC5BCDC680E}"/>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68" name="Groep 67">
                  <a:extLst>
                    <a:ext uri="{FF2B5EF4-FFF2-40B4-BE49-F238E27FC236}">
                      <a16:creationId xmlns:a16="http://schemas.microsoft.com/office/drawing/2014/main" id="{95E6B636-5898-46B7-B17D-8922EC56EF54}"/>
                    </a:ext>
                  </a:extLst>
                </p:cNvPr>
                <p:cNvGrpSpPr/>
                <p:nvPr userDrawn="1"/>
              </p:nvGrpSpPr>
              <p:grpSpPr>
                <a:xfrm>
                  <a:off x="-2866744" y="827071"/>
                  <a:ext cx="168701" cy="132575"/>
                  <a:chOff x="-2866744" y="827071"/>
                  <a:chExt cx="168701" cy="132575"/>
                </a:xfrm>
              </p:grpSpPr>
              <p:cxnSp>
                <p:nvCxnSpPr>
                  <p:cNvPr id="70" name="Rechte verbindingslijn 69">
                    <a:extLst>
                      <a:ext uri="{FF2B5EF4-FFF2-40B4-BE49-F238E27FC236}">
                        <a16:creationId xmlns:a16="http://schemas.microsoft.com/office/drawing/2014/main" id="{B0708EAC-4C0D-45CD-AD0E-B038F7D6EBBE}"/>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F70D525A-C60F-40A6-B7AD-D718119084F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784318A3-E511-4154-89D9-F9EBB08B3D4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C558C9B6-2576-4742-AB04-E18827B4DC1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FA1A8C63-A458-40DA-BEDC-35CEFC2F864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9" name="Pijl: rechts 68">
                  <a:extLst>
                    <a:ext uri="{FF2B5EF4-FFF2-40B4-BE49-F238E27FC236}">
                      <a16:creationId xmlns:a16="http://schemas.microsoft.com/office/drawing/2014/main" id="{2D207CC1-B220-47FE-B395-B08F7FCE66D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58" name="Groep 57">
                <a:extLst>
                  <a:ext uri="{FF2B5EF4-FFF2-40B4-BE49-F238E27FC236}">
                    <a16:creationId xmlns:a16="http://schemas.microsoft.com/office/drawing/2014/main" id="{668F7993-29DD-4935-94AA-91BE189B1AF3}"/>
                  </a:ext>
                </a:extLst>
              </p:cNvPr>
              <p:cNvGrpSpPr/>
              <p:nvPr userDrawn="1"/>
            </p:nvGrpSpPr>
            <p:grpSpPr>
              <a:xfrm>
                <a:off x="-2916763" y="460171"/>
                <a:ext cx="268738" cy="248381"/>
                <a:chOff x="-2916763" y="460171"/>
                <a:chExt cx="268738" cy="248381"/>
              </a:xfrm>
            </p:grpSpPr>
            <p:sp>
              <p:nvSpPr>
                <p:cNvPr id="59" name="Rechthoek 58">
                  <a:extLst>
                    <a:ext uri="{FF2B5EF4-FFF2-40B4-BE49-F238E27FC236}">
                      <a16:creationId xmlns:a16="http://schemas.microsoft.com/office/drawing/2014/main" id="{E09FEF0A-A589-42C7-8C2C-743962372321}"/>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5A0BF7F9-F3E5-4853-9C69-97D03A2D5A1E}"/>
                    </a:ext>
                  </a:extLst>
                </p:cNvPr>
                <p:cNvGrpSpPr/>
                <p:nvPr userDrawn="1"/>
              </p:nvGrpSpPr>
              <p:grpSpPr>
                <a:xfrm>
                  <a:off x="-2866744" y="518074"/>
                  <a:ext cx="168701" cy="132575"/>
                  <a:chOff x="-2866744" y="518074"/>
                  <a:chExt cx="168701" cy="132575"/>
                </a:xfrm>
              </p:grpSpPr>
              <p:cxnSp>
                <p:nvCxnSpPr>
                  <p:cNvPr id="62" name="Rechte verbindingslijn 61">
                    <a:extLst>
                      <a:ext uri="{FF2B5EF4-FFF2-40B4-BE49-F238E27FC236}">
                        <a16:creationId xmlns:a16="http://schemas.microsoft.com/office/drawing/2014/main" id="{558EE59D-B960-40D2-9B26-60040B41FB89}"/>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694004BA-95A9-42A4-AE92-5CB0F8C27D2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80D15656-CFEB-4E97-B379-869046F4194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99DAAA5B-68CD-4C1E-AC0A-C218E006892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EC3AE5BD-9C75-4F4E-ABD1-0968E59F10F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1" name="Pijl: rechts 60">
                  <a:extLst>
                    <a:ext uri="{FF2B5EF4-FFF2-40B4-BE49-F238E27FC236}">
                      <a16:creationId xmlns:a16="http://schemas.microsoft.com/office/drawing/2014/main" id="{319E8E62-7E4C-4C53-898F-5F213A1CC38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grpSp>
        <p:nvGrpSpPr>
          <p:cNvPr id="91" name="INSTRUCTIE">
            <a:extLst>
              <a:ext uri="{FF2B5EF4-FFF2-40B4-BE49-F238E27FC236}">
                <a16:creationId xmlns:a16="http://schemas.microsoft.com/office/drawing/2014/main" id="{8FEB2188-F4FD-46BA-A1D9-129700216D6B}"/>
              </a:ext>
            </a:extLst>
          </p:cNvPr>
          <p:cNvGrpSpPr/>
          <p:nvPr userDrawn="1"/>
        </p:nvGrpSpPr>
        <p:grpSpPr>
          <a:xfrm>
            <a:off x="12377595" y="0"/>
            <a:ext cx="3693386" cy="5270646"/>
            <a:chOff x="-3786437" y="0"/>
            <a:chExt cx="3693386" cy="5270646"/>
          </a:xfrm>
        </p:grpSpPr>
        <p:sp>
          <p:nvSpPr>
            <p:cNvPr id="92" name="Rechthoek 91">
              <a:extLst>
                <a:ext uri="{FF2B5EF4-FFF2-40B4-BE49-F238E27FC236}">
                  <a16:creationId xmlns:a16="http://schemas.microsoft.com/office/drawing/2014/main" id="{ED63A5A2-B168-4DBB-AA12-76BC19967531}"/>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sp>
          <p:nvSpPr>
            <p:cNvPr id="93" name="Rechthoek 92">
              <a:extLst>
                <a:ext uri="{FF2B5EF4-FFF2-40B4-BE49-F238E27FC236}">
                  <a16:creationId xmlns:a16="http://schemas.microsoft.com/office/drawing/2014/main" id="{7D1A6C3A-A002-43D6-96C4-7564ED6E04CC}"/>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94" name="Ovaal 93">
              <a:extLst>
                <a:ext uri="{FF2B5EF4-FFF2-40B4-BE49-F238E27FC236}">
                  <a16:creationId xmlns:a16="http://schemas.microsoft.com/office/drawing/2014/main" id="{BD97ACDF-93E6-4D01-80DF-6183312822F1}"/>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5" name="Rechthoek 94">
              <a:extLst>
                <a:ext uri="{FF2B5EF4-FFF2-40B4-BE49-F238E27FC236}">
                  <a16:creationId xmlns:a16="http://schemas.microsoft.com/office/drawing/2014/main" id="{BDA63181-78F8-4DF4-B080-B187A9DE2E09}"/>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6" name="Groep 95">
              <a:extLst>
                <a:ext uri="{FF2B5EF4-FFF2-40B4-BE49-F238E27FC236}">
                  <a16:creationId xmlns:a16="http://schemas.microsoft.com/office/drawing/2014/main" id="{D90F60E0-08EC-404E-9D75-5F09CBAFDC9E}"/>
                </a:ext>
              </a:extLst>
            </p:cNvPr>
            <p:cNvGrpSpPr/>
            <p:nvPr userDrawn="1"/>
          </p:nvGrpSpPr>
          <p:grpSpPr>
            <a:xfrm>
              <a:off x="-3316179" y="1231351"/>
              <a:ext cx="294789" cy="318834"/>
              <a:chOff x="14466489" y="1001522"/>
              <a:chExt cx="290627" cy="314333"/>
            </a:xfrm>
          </p:grpSpPr>
          <p:sp>
            <p:nvSpPr>
              <p:cNvPr id="125" name="Rechthoek 124">
                <a:extLst>
                  <a:ext uri="{FF2B5EF4-FFF2-40B4-BE49-F238E27FC236}">
                    <a16:creationId xmlns:a16="http://schemas.microsoft.com/office/drawing/2014/main" id="{ACA4CF12-4B58-4E06-B3D0-F0C9225E79F1}"/>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26" name="Ovaal 125">
                <a:extLst>
                  <a:ext uri="{FF2B5EF4-FFF2-40B4-BE49-F238E27FC236}">
                    <a16:creationId xmlns:a16="http://schemas.microsoft.com/office/drawing/2014/main" id="{1D83B71C-F4E9-4ECF-BD67-D566A0C9BE86}"/>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27" name="Vrije vorm: vorm 126">
                <a:extLst>
                  <a:ext uri="{FF2B5EF4-FFF2-40B4-BE49-F238E27FC236}">
                    <a16:creationId xmlns:a16="http://schemas.microsoft.com/office/drawing/2014/main" id="{A475EE2D-6BE1-49FC-A45D-6AE7478C8C2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28" name="Rechthoek: afgeronde hoeken 127">
                <a:extLst>
                  <a:ext uri="{FF2B5EF4-FFF2-40B4-BE49-F238E27FC236}">
                    <a16:creationId xmlns:a16="http://schemas.microsoft.com/office/drawing/2014/main" id="{6F56BAEA-1622-430D-9DD6-6DC9CDC67B00}"/>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129" name="Rechte verbindingslijn 128">
                <a:extLst>
                  <a:ext uri="{FF2B5EF4-FFF2-40B4-BE49-F238E27FC236}">
                    <a16:creationId xmlns:a16="http://schemas.microsoft.com/office/drawing/2014/main" id="{DF57A7CD-BBCB-4FE5-8101-F13461C078E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0" name="Rechte verbindingslijn 129">
                <a:extLst>
                  <a:ext uri="{FF2B5EF4-FFF2-40B4-BE49-F238E27FC236}">
                    <a16:creationId xmlns:a16="http://schemas.microsoft.com/office/drawing/2014/main" id="{926429CE-DE45-4146-8794-705FF1D01656}"/>
                  </a:ext>
                </a:extLst>
              </p:cNvPr>
              <p:cNvCxnSpPr>
                <a:cxnSpLocks/>
                <a:stCxn id="128"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7" name="Ovaal 96">
              <a:extLst>
                <a:ext uri="{FF2B5EF4-FFF2-40B4-BE49-F238E27FC236}">
                  <a16:creationId xmlns:a16="http://schemas.microsoft.com/office/drawing/2014/main" id="{5C6F2BE0-BDDE-43FD-912D-0818FEC60ECE}"/>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8" name="Rechthoek 97">
              <a:extLst>
                <a:ext uri="{FF2B5EF4-FFF2-40B4-BE49-F238E27FC236}">
                  <a16:creationId xmlns:a16="http://schemas.microsoft.com/office/drawing/2014/main" id="{037C162E-D32B-4EF1-AFCB-3200A76E3DC8}"/>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9" name="Groep 98">
              <a:extLst>
                <a:ext uri="{FF2B5EF4-FFF2-40B4-BE49-F238E27FC236}">
                  <a16:creationId xmlns:a16="http://schemas.microsoft.com/office/drawing/2014/main" id="{E488AAD5-8E91-4034-84BE-BBC351CCE62A}"/>
                </a:ext>
              </a:extLst>
            </p:cNvPr>
            <p:cNvGrpSpPr/>
            <p:nvPr userDrawn="1"/>
          </p:nvGrpSpPr>
          <p:grpSpPr>
            <a:xfrm>
              <a:off x="-3311319" y="2164285"/>
              <a:ext cx="825500" cy="209550"/>
              <a:chOff x="13504624" y="2482850"/>
              <a:chExt cx="825500" cy="209550"/>
            </a:xfrm>
          </p:grpSpPr>
          <p:sp>
            <p:nvSpPr>
              <p:cNvPr id="122" name="Rechthoek 121">
                <a:extLst>
                  <a:ext uri="{FF2B5EF4-FFF2-40B4-BE49-F238E27FC236}">
                    <a16:creationId xmlns:a16="http://schemas.microsoft.com/office/drawing/2014/main" id="{1C096354-2796-43AA-A387-E35592035A2F}"/>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123" name="Rechte verbindingslijn 122">
                <a:extLst>
                  <a:ext uri="{FF2B5EF4-FFF2-40B4-BE49-F238E27FC236}">
                    <a16:creationId xmlns:a16="http://schemas.microsoft.com/office/drawing/2014/main" id="{F072940E-7D85-4A3B-9EEE-DADA6CCA427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4" name="Gelijkbenige driehoek 123">
                <a:extLst>
                  <a:ext uri="{FF2B5EF4-FFF2-40B4-BE49-F238E27FC236}">
                    <a16:creationId xmlns:a16="http://schemas.microsoft.com/office/drawing/2014/main" id="{040BC8F2-9D17-46AA-9CF3-88935B663E6F}"/>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100" name="Ovaal 99">
              <a:extLst>
                <a:ext uri="{FF2B5EF4-FFF2-40B4-BE49-F238E27FC236}">
                  <a16:creationId xmlns:a16="http://schemas.microsoft.com/office/drawing/2014/main" id="{15A38EF7-8406-4C0B-8651-FF6A8DA31D29}"/>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01" name="Rechthoek 100">
              <a:extLst>
                <a:ext uri="{FF2B5EF4-FFF2-40B4-BE49-F238E27FC236}">
                  <a16:creationId xmlns:a16="http://schemas.microsoft.com/office/drawing/2014/main" id="{55C08D96-9269-41FF-91C2-D7D4F28D7432}"/>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102" name="Groep 101">
              <a:extLst>
                <a:ext uri="{FF2B5EF4-FFF2-40B4-BE49-F238E27FC236}">
                  <a16:creationId xmlns:a16="http://schemas.microsoft.com/office/drawing/2014/main" id="{99CB2FC4-F710-41F7-AE9D-AC780502E2DB}"/>
                </a:ext>
              </a:extLst>
            </p:cNvPr>
            <p:cNvGrpSpPr/>
            <p:nvPr userDrawn="1"/>
          </p:nvGrpSpPr>
          <p:grpSpPr>
            <a:xfrm>
              <a:off x="-3408294" y="3643742"/>
              <a:ext cx="622283" cy="612920"/>
              <a:chOff x="12617641" y="3403239"/>
              <a:chExt cx="752963" cy="741634"/>
            </a:xfrm>
          </p:grpSpPr>
          <p:grpSp>
            <p:nvGrpSpPr>
              <p:cNvPr id="106" name="Groep 105">
                <a:extLst>
                  <a:ext uri="{FF2B5EF4-FFF2-40B4-BE49-F238E27FC236}">
                    <a16:creationId xmlns:a16="http://schemas.microsoft.com/office/drawing/2014/main" id="{04A00A3B-1B29-44EE-86A5-12D4AFF690E8}"/>
                  </a:ext>
                </a:extLst>
              </p:cNvPr>
              <p:cNvGrpSpPr/>
              <p:nvPr userDrawn="1"/>
            </p:nvGrpSpPr>
            <p:grpSpPr>
              <a:xfrm>
                <a:off x="12771530" y="3403239"/>
                <a:ext cx="467176" cy="448491"/>
                <a:chOff x="12782157" y="3403239"/>
                <a:chExt cx="467176" cy="448491"/>
              </a:xfrm>
            </p:grpSpPr>
            <p:grpSp>
              <p:nvGrpSpPr>
                <p:cNvPr id="109" name="Groep 108">
                  <a:extLst>
                    <a:ext uri="{FF2B5EF4-FFF2-40B4-BE49-F238E27FC236}">
                      <a16:creationId xmlns:a16="http://schemas.microsoft.com/office/drawing/2014/main" id="{1D5088B0-B8B8-4D39-9D1A-9319BCB81B32}"/>
                    </a:ext>
                  </a:extLst>
                </p:cNvPr>
                <p:cNvGrpSpPr/>
                <p:nvPr userDrawn="1"/>
              </p:nvGrpSpPr>
              <p:grpSpPr>
                <a:xfrm>
                  <a:off x="12782157" y="3403239"/>
                  <a:ext cx="412976" cy="396132"/>
                  <a:chOff x="13554906" y="3320109"/>
                  <a:chExt cx="443917" cy="425811"/>
                </a:xfrm>
              </p:grpSpPr>
              <p:grpSp>
                <p:nvGrpSpPr>
                  <p:cNvPr id="116" name="Groep 115">
                    <a:extLst>
                      <a:ext uri="{FF2B5EF4-FFF2-40B4-BE49-F238E27FC236}">
                        <a16:creationId xmlns:a16="http://schemas.microsoft.com/office/drawing/2014/main" id="{33AEF13B-1406-4784-A5F3-DCC153890E1E}"/>
                      </a:ext>
                    </a:extLst>
                  </p:cNvPr>
                  <p:cNvGrpSpPr/>
                  <p:nvPr userDrawn="1"/>
                </p:nvGrpSpPr>
                <p:grpSpPr>
                  <a:xfrm>
                    <a:off x="13554906" y="3320109"/>
                    <a:ext cx="443917" cy="425811"/>
                    <a:chOff x="12909684" y="1276143"/>
                    <a:chExt cx="443917" cy="425811"/>
                  </a:xfrm>
                </p:grpSpPr>
                <p:sp>
                  <p:nvSpPr>
                    <p:cNvPr id="119" name="Rechthoek 118">
                      <a:extLst>
                        <a:ext uri="{FF2B5EF4-FFF2-40B4-BE49-F238E27FC236}">
                          <a16:creationId xmlns:a16="http://schemas.microsoft.com/office/drawing/2014/main" id="{E7DF6E07-BCDB-48F5-9641-0DAA8CAA55BE}"/>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20" name="Rechthoek 119">
                      <a:extLst>
                        <a:ext uri="{FF2B5EF4-FFF2-40B4-BE49-F238E27FC236}">
                          <a16:creationId xmlns:a16="http://schemas.microsoft.com/office/drawing/2014/main" id="{F4A8D161-CE26-4177-9392-C14C008DEB2F}"/>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21" name="Ovaal 120">
                      <a:extLst>
                        <a:ext uri="{FF2B5EF4-FFF2-40B4-BE49-F238E27FC236}">
                          <a16:creationId xmlns:a16="http://schemas.microsoft.com/office/drawing/2014/main" id="{CCCD6F01-0759-4743-8DBC-E7CDF400A2D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117" name="Afbeelding 116">
                    <a:extLst>
                      <a:ext uri="{FF2B5EF4-FFF2-40B4-BE49-F238E27FC236}">
                        <a16:creationId xmlns:a16="http://schemas.microsoft.com/office/drawing/2014/main" id="{D8597108-E69C-4D2E-8F27-AE904B7AEE3F}"/>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18" name="Afbeelding 117">
                    <a:extLst>
                      <a:ext uri="{FF2B5EF4-FFF2-40B4-BE49-F238E27FC236}">
                        <a16:creationId xmlns:a16="http://schemas.microsoft.com/office/drawing/2014/main" id="{989CCDC6-B329-46E8-B042-1F157278B27F}"/>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10" name="Groep 109">
                  <a:extLst>
                    <a:ext uri="{FF2B5EF4-FFF2-40B4-BE49-F238E27FC236}">
                      <a16:creationId xmlns:a16="http://schemas.microsoft.com/office/drawing/2014/main" id="{6C13FF75-6578-4953-B0C4-C9F7CA190FF5}"/>
                    </a:ext>
                  </a:extLst>
                </p:cNvPr>
                <p:cNvGrpSpPr/>
                <p:nvPr userDrawn="1"/>
              </p:nvGrpSpPr>
              <p:grpSpPr>
                <a:xfrm>
                  <a:off x="13103513" y="3705268"/>
                  <a:ext cx="145820" cy="146462"/>
                  <a:chOff x="13096169" y="3602278"/>
                  <a:chExt cx="145820" cy="146462"/>
                </a:xfrm>
              </p:grpSpPr>
              <p:sp>
                <p:nvSpPr>
                  <p:cNvPr id="114" name="Rechthoek 113">
                    <a:extLst>
                      <a:ext uri="{FF2B5EF4-FFF2-40B4-BE49-F238E27FC236}">
                        <a16:creationId xmlns:a16="http://schemas.microsoft.com/office/drawing/2014/main" id="{614AB13E-E449-4D2E-9657-4FBBB679885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15" name="Rechthoek 114">
                    <a:extLst>
                      <a:ext uri="{FF2B5EF4-FFF2-40B4-BE49-F238E27FC236}">
                        <a16:creationId xmlns:a16="http://schemas.microsoft.com/office/drawing/2014/main" id="{0135BDC1-B050-4805-8A6E-B5859CC5BDD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111" name="Groep 110">
                  <a:extLst>
                    <a:ext uri="{FF2B5EF4-FFF2-40B4-BE49-F238E27FC236}">
                      <a16:creationId xmlns:a16="http://schemas.microsoft.com/office/drawing/2014/main" id="{4D8339A4-AB09-4C2C-9981-FC40E999F784}"/>
                    </a:ext>
                  </a:extLst>
                </p:cNvPr>
                <p:cNvGrpSpPr/>
                <p:nvPr userDrawn="1"/>
              </p:nvGrpSpPr>
              <p:grpSpPr>
                <a:xfrm rot="10800000">
                  <a:off x="13061402" y="3665637"/>
                  <a:ext cx="145820" cy="146462"/>
                  <a:chOff x="13096169" y="3602278"/>
                  <a:chExt cx="145820" cy="146462"/>
                </a:xfrm>
              </p:grpSpPr>
              <p:sp>
                <p:nvSpPr>
                  <p:cNvPr id="112" name="Rechthoek 111">
                    <a:extLst>
                      <a:ext uri="{FF2B5EF4-FFF2-40B4-BE49-F238E27FC236}">
                        <a16:creationId xmlns:a16="http://schemas.microsoft.com/office/drawing/2014/main" id="{A8412A52-2C51-4B14-BD99-3AF13E021AE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13" name="Rechthoek 112">
                    <a:extLst>
                      <a:ext uri="{FF2B5EF4-FFF2-40B4-BE49-F238E27FC236}">
                        <a16:creationId xmlns:a16="http://schemas.microsoft.com/office/drawing/2014/main" id="{0C0EF1EA-7591-467E-9A8F-54827A01061C}"/>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107" name="Rechthoek 106">
                <a:extLst>
                  <a:ext uri="{FF2B5EF4-FFF2-40B4-BE49-F238E27FC236}">
                    <a16:creationId xmlns:a16="http://schemas.microsoft.com/office/drawing/2014/main" id="{5E5DCE39-F288-4DB7-B821-67A4D0E308D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108" name="Gelijkbenige driehoek 107">
                <a:extLst>
                  <a:ext uri="{FF2B5EF4-FFF2-40B4-BE49-F238E27FC236}">
                    <a16:creationId xmlns:a16="http://schemas.microsoft.com/office/drawing/2014/main" id="{F07AF78F-0001-4EDF-BDDF-2ED68D957DE0}"/>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103" name="ICOON_info">
              <a:extLst>
                <a:ext uri="{FF2B5EF4-FFF2-40B4-BE49-F238E27FC236}">
                  <a16:creationId xmlns:a16="http://schemas.microsoft.com/office/drawing/2014/main" id="{31FB20B6-4F69-41BF-832E-BF84F94E1689}"/>
                </a:ext>
              </a:extLst>
            </p:cNvPr>
            <p:cNvGrpSpPr/>
            <p:nvPr userDrawn="1"/>
          </p:nvGrpSpPr>
          <p:grpSpPr>
            <a:xfrm>
              <a:off x="-376736" y="4271597"/>
              <a:ext cx="283685" cy="283685"/>
              <a:chOff x="-510741" y="5913713"/>
              <a:chExt cx="267555" cy="267555"/>
            </a:xfrm>
          </p:grpSpPr>
          <p:sp>
            <p:nvSpPr>
              <p:cNvPr id="104" name="Ovaal 103">
                <a:extLst>
                  <a:ext uri="{FF2B5EF4-FFF2-40B4-BE49-F238E27FC236}">
                    <a16:creationId xmlns:a16="http://schemas.microsoft.com/office/drawing/2014/main" id="{157E6761-3F76-4DD6-98D4-CEEF7220650B}"/>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105" name="Graphic 163" descr="Informatie">
                <a:extLst>
                  <a:ext uri="{FF2B5EF4-FFF2-40B4-BE49-F238E27FC236}">
                    <a16:creationId xmlns:a16="http://schemas.microsoft.com/office/drawing/2014/main" id="{C8F33365-FF6E-4B61-AC71-B5ABDB5640F4}"/>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sp>
        <p:nvSpPr>
          <p:cNvPr id="131" name="Tijdelijke aanduiding voor verticale tekst 2">
            <a:extLst>
              <a:ext uri="{FF2B5EF4-FFF2-40B4-BE49-F238E27FC236}">
                <a16:creationId xmlns:a16="http://schemas.microsoft.com/office/drawing/2014/main" id="{2C19A1CD-46EF-48DF-A6A7-80A7096A5CAC}"/>
              </a:ext>
            </a:extLst>
          </p:cNvPr>
          <p:cNvSpPr>
            <a:spLocks noGrp="1"/>
          </p:cNvSpPr>
          <p:nvPr>
            <p:ph type="body" orient="vert" idx="33" hasCustomPrompt="1"/>
          </p:nvPr>
        </p:nvSpPr>
        <p:spPr>
          <a:xfrm>
            <a:off x="9130064" y="3129247"/>
            <a:ext cx="2289900" cy="299753"/>
          </a:xfrm>
        </p:spPr>
        <p:txBody>
          <a:bodyPr vert="horz"/>
          <a:lstStyle>
            <a:lvl1pPr marL="0" indent="0">
              <a:buNone/>
              <a:defRPr sz="1800" i="1"/>
            </a:lvl1pPr>
            <a:lvl2pPr>
              <a:defRPr/>
            </a:lvl2pPr>
            <a:lvl3pPr>
              <a:defRPr/>
            </a:lvl3pPr>
            <a:lvl4pPr marL="0" indent="0">
              <a:spcBef>
                <a:spcPts val="0"/>
              </a:spcBef>
              <a:spcAft>
                <a:spcPts val="0"/>
              </a:spcAft>
              <a:buFont typeface="Arial" panose="020B0604020202020204" pitchFamily="34" charset="0"/>
              <a:buNone/>
              <a:defRPr sz="2000"/>
            </a:lvl4pPr>
            <a:lvl5pPr>
              <a:defRPr/>
            </a:lvl5pPr>
            <a:lvl6pPr>
              <a:defRPr/>
            </a:lvl6pPr>
            <a:lvl7pPr>
              <a:defRPr/>
            </a:lvl7pPr>
            <a:lvl8pPr>
              <a:defRPr/>
            </a:lvl8pPr>
            <a:lvl9pPr>
              <a:defRPr/>
            </a:lvl9pPr>
          </a:lstStyle>
          <a:p>
            <a:pPr lvl="0"/>
            <a:r>
              <a:rPr lang="nl-NL" noProof="0" dirty="0" err="1"/>
              <a:t>Function</a:t>
            </a:r>
            <a:r>
              <a:rPr lang="nl-NL" noProof="0" dirty="0"/>
              <a:t> </a:t>
            </a:r>
            <a:r>
              <a:rPr lang="nl-NL" noProof="0" dirty="0" err="1"/>
              <a:t>title</a:t>
            </a:r>
            <a:endParaRPr lang="nl-NL" noProof="0" dirty="0"/>
          </a:p>
        </p:txBody>
      </p:sp>
      <p:sp>
        <p:nvSpPr>
          <p:cNvPr id="132" name="Tijdelijke aanduiding voor verticale tekst 2">
            <a:extLst>
              <a:ext uri="{FF2B5EF4-FFF2-40B4-BE49-F238E27FC236}">
                <a16:creationId xmlns:a16="http://schemas.microsoft.com/office/drawing/2014/main" id="{596109F3-685A-4EB4-B612-0268F0C339CA}"/>
              </a:ext>
            </a:extLst>
          </p:cNvPr>
          <p:cNvSpPr>
            <a:spLocks noGrp="1"/>
          </p:cNvSpPr>
          <p:nvPr>
            <p:ph type="body" orient="vert" idx="34" hasCustomPrompt="1"/>
          </p:nvPr>
        </p:nvSpPr>
        <p:spPr>
          <a:xfrm>
            <a:off x="3329971" y="3129247"/>
            <a:ext cx="2289900" cy="299753"/>
          </a:xfrm>
        </p:spPr>
        <p:txBody>
          <a:bodyPr vert="horz"/>
          <a:lstStyle>
            <a:lvl1pPr marL="0" indent="0">
              <a:buNone/>
              <a:defRPr sz="1800" i="1"/>
            </a:lvl1pPr>
            <a:lvl2pPr>
              <a:defRPr/>
            </a:lvl2pPr>
            <a:lvl3pPr>
              <a:defRPr/>
            </a:lvl3pPr>
            <a:lvl4pPr marL="0" indent="0">
              <a:spcBef>
                <a:spcPts val="0"/>
              </a:spcBef>
              <a:spcAft>
                <a:spcPts val="0"/>
              </a:spcAft>
              <a:buFont typeface="Arial" panose="020B0604020202020204" pitchFamily="34" charset="0"/>
              <a:buNone/>
              <a:defRPr sz="2000"/>
            </a:lvl4pPr>
            <a:lvl5pPr>
              <a:defRPr/>
            </a:lvl5pPr>
            <a:lvl6pPr>
              <a:defRPr/>
            </a:lvl6pPr>
            <a:lvl7pPr>
              <a:defRPr/>
            </a:lvl7pPr>
            <a:lvl8pPr>
              <a:defRPr/>
            </a:lvl8pPr>
            <a:lvl9pPr>
              <a:defRPr/>
            </a:lvl9pPr>
          </a:lstStyle>
          <a:p>
            <a:pPr lvl="0"/>
            <a:r>
              <a:rPr lang="nl-NL" noProof="0" dirty="0" err="1"/>
              <a:t>Function</a:t>
            </a:r>
            <a:r>
              <a:rPr lang="nl-NL" noProof="0" dirty="0"/>
              <a:t> </a:t>
            </a:r>
            <a:r>
              <a:rPr lang="nl-NL" noProof="0" dirty="0" err="1"/>
              <a:t>title</a:t>
            </a:r>
            <a:endParaRPr lang="nl-NL" noProof="0" dirty="0"/>
          </a:p>
        </p:txBody>
      </p:sp>
    </p:spTree>
    <p:extLst>
      <p:ext uri="{BB962C8B-B14F-4D97-AF65-F5344CB8AC3E}">
        <p14:creationId xmlns:p14="http://schemas.microsoft.com/office/powerpoint/2010/main" val="373832284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 GRAP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714375"/>
            <a:ext cx="11160124" cy="877887"/>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1765300"/>
            <a:ext cx="5364162" cy="4575175"/>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Reading </a:t>
            </a:r>
            <a:r>
              <a:rPr lang="nl-NL" noProof="0" dirty="0" err="1"/>
              <a:t>text</a:t>
            </a:r>
            <a:endParaRPr lang="nl-NL" noProof="0" dirty="0"/>
          </a:p>
          <a:p>
            <a:pPr lvl="4"/>
            <a:r>
              <a:rPr lang="nl-NL" noProof="0" dirty="0" err="1"/>
              <a:t>Heading</a:t>
            </a:r>
            <a:r>
              <a:rPr lang="nl-NL" noProof="0" dirty="0"/>
              <a:t> #1</a:t>
            </a:r>
          </a:p>
          <a:p>
            <a:pPr lvl="5"/>
            <a:r>
              <a:rPr lang="nl-NL" noProof="0" dirty="0" err="1"/>
              <a:t>heading</a:t>
            </a:r>
            <a:r>
              <a:rPr lang="nl-NL" noProof="0" dirty="0"/>
              <a:t> #2</a:t>
            </a:r>
          </a:p>
          <a:p>
            <a:pPr lvl="6"/>
            <a:r>
              <a:rPr lang="nl-NL" noProof="0" dirty="0" err="1"/>
              <a:t>Numeric</a:t>
            </a:r>
            <a:r>
              <a:rPr lang="nl-NL" noProof="0" dirty="0"/>
              <a:t> </a:t>
            </a:r>
            <a:r>
              <a:rPr lang="nl-NL" noProof="0" dirty="0" err="1"/>
              <a:t>bullet</a:t>
            </a:r>
            <a:endParaRPr lang="nl-NL" noProof="0" dirty="0"/>
          </a:p>
          <a:p>
            <a:pPr lvl="7"/>
            <a:r>
              <a:rPr lang="en-GB" dirty="0"/>
              <a:t>Alphabet</a:t>
            </a:r>
            <a:r>
              <a:rPr lang="nl-NL" noProof="0" dirty="0"/>
              <a:t> </a:t>
            </a:r>
            <a:r>
              <a:rPr lang="nl-NL" noProof="0" dirty="0" err="1"/>
              <a:t>bullet</a:t>
            </a:r>
            <a:endParaRPr lang="nl-NL" noProof="0" dirty="0"/>
          </a:p>
          <a:p>
            <a:pPr lvl="8"/>
            <a:r>
              <a:rPr lang="nl-NL" noProof="0" dirty="0"/>
              <a:t>Sub-</a:t>
            </a:r>
            <a:r>
              <a:rPr lang="nl-NL" noProof="0" dirty="0" err="1"/>
              <a:t>bullet</a:t>
            </a:r>
            <a:endParaRPr lang="nl-NL" noProof="0" dirty="0"/>
          </a:p>
        </p:txBody>
      </p:sp>
      <p:sp>
        <p:nvSpPr>
          <p:cNvPr id="18" name="Tijdelijke aanduiding voor grafiek 17">
            <a:extLst>
              <a:ext uri="{FF2B5EF4-FFF2-40B4-BE49-F238E27FC236}">
                <a16:creationId xmlns:a16="http://schemas.microsoft.com/office/drawing/2014/main" id="{FBAE20DA-BB0F-413F-A532-86A4D0079AB9}"/>
              </a:ext>
            </a:extLst>
          </p:cNvPr>
          <p:cNvSpPr>
            <a:spLocks noGrp="1"/>
          </p:cNvSpPr>
          <p:nvPr>
            <p:ph type="chart" sz="quarter" idx="13" hasCustomPrompt="1"/>
          </p:nvPr>
        </p:nvSpPr>
        <p:spPr>
          <a:xfrm>
            <a:off x="6311901" y="1765300"/>
            <a:ext cx="5364161" cy="4575175"/>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9" name="Rechthoek: afgeronde hoeken 8">
            <a:extLst>
              <a:ext uri="{FF2B5EF4-FFF2-40B4-BE49-F238E27FC236}">
                <a16:creationId xmlns:a16="http://schemas.microsoft.com/office/drawing/2014/main" id="{19073F80-05A1-479C-B75D-C163DC462079}"/>
              </a:ext>
            </a:extLst>
          </p:cNvPr>
          <p:cNvSpPr/>
          <p:nvPr userDrawn="1"/>
        </p:nvSpPr>
        <p:spPr>
          <a:xfrm>
            <a:off x="0" y="-429492"/>
            <a:ext cx="227228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err="1">
                <a:solidFill>
                  <a:schemeClr val="accent2"/>
                </a:solidFill>
                <a:latin typeface="+mj-lt"/>
              </a:rPr>
              <a:t>Text</a:t>
            </a:r>
            <a:r>
              <a:rPr lang="nl-NL" sz="2400" b="1" cap="all" baseline="0" noProof="0">
                <a:solidFill>
                  <a:schemeClr val="accent2"/>
                </a:solidFill>
                <a:latin typeface="+mj-lt"/>
              </a:rPr>
              <a:t> + </a:t>
            </a:r>
            <a:r>
              <a:rPr lang="nl-NL" sz="2400" b="1" cap="all" baseline="0" noProof="0" err="1">
                <a:solidFill>
                  <a:schemeClr val="accent2"/>
                </a:solidFill>
                <a:latin typeface="+mj-lt"/>
              </a:rPr>
              <a:t>graph</a:t>
            </a:r>
            <a:endParaRPr lang="nl-NL" sz="2400" b="1" cap="all" baseline="0" noProof="0">
              <a:solidFill>
                <a:schemeClr val="accent2"/>
              </a:solidFill>
              <a:latin typeface="+mj-lt"/>
            </a:endParaRPr>
          </a:p>
        </p:txBody>
      </p:sp>
      <p:grpSp>
        <p:nvGrpSpPr>
          <p:cNvPr id="8" name="INSTRUCTIE">
            <a:extLst>
              <a:ext uri="{FF2B5EF4-FFF2-40B4-BE49-F238E27FC236}">
                <a16:creationId xmlns:a16="http://schemas.microsoft.com/office/drawing/2014/main" id="{B43D376E-C5D5-4DFF-9CEF-84B46ACCCD9D}"/>
              </a:ext>
            </a:extLst>
          </p:cNvPr>
          <p:cNvGrpSpPr/>
          <p:nvPr userDrawn="1"/>
        </p:nvGrpSpPr>
        <p:grpSpPr>
          <a:xfrm>
            <a:off x="-3786437" y="0"/>
            <a:ext cx="3693386" cy="5359349"/>
            <a:chOff x="-3786437" y="0"/>
            <a:chExt cx="3693386" cy="5359349"/>
          </a:xfrm>
        </p:grpSpPr>
        <p:sp>
          <p:nvSpPr>
            <p:cNvPr id="12" name="Rechthoek 11">
              <a:extLst>
                <a:ext uri="{FF2B5EF4-FFF2-40B4-BE49-F238E27FC236}">
                  <a16:creationId xmlns:a16="http://schemas.microsoft.com/office/drawing/2014/main" id="{F829F412-7C66-4F48-9023-B7CDC8369AA3}"/>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13" name="Ovaal 12">
              <a:extLst>
                <a:ext uri="{FF2B5EF4-FFF2-40B4-BE49-F238E27FC236}">
                  <a16:creationId xmlns:a16="http://schemas.microsoft.com/office/drawing/2014/main" id="{A423A4CB-E8DF-4A27-A311-AD91B021C27D}"/>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4" name="Rechthoek 13">
              <a:extLst>
                <a:ext uri="{FF2B5EF4-FFF2-40B4-BE49-F238E27FC236}">
                  <a16:creationId xmlns:a16="http://schemas.microsoft.com/office/drawing/2014/main" id="{F578FB96-7F03-4F3B-BABD-E31C6854092D}"/>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5" name="Ovaal 14">
              <a:extLst>
                <a:ext uri="{FF2B5EF4-FFF2-40B4-BE49-F238E27FC236}">
                  <a16:creationId xmlns:a16="http://schemas.microsoft.com/office/drawing/2014/main" id="{DB198E00-2FD4-4241-A14C-29060F381897}"/>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61107FE6-3739-484C-94C4-4FBA11D9184F}"/>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7" name="Rechthoek 16">
              <a:extLst>
                <a:ext uri="{FF2B5EF4-FFF2-40B4-BE49-F238E27FC236}">
                  <a16:creationId xmlns:a16="http://schemas.microsoft.com/office/drawing/2014/main" id="{1B73D8D1-66E0-4745-B6EF-B3DE1D51F8D2}"/>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57161AED-9010-4FAD-B802-3C889EDA08E4}"/>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A35D2C8B-540E-4388-88C3-11EDBFA235B9}"/>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25084F64-E64F-4387-8396-9363D232FB75}"/>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9F42D347-76F2-4DBB-93BE-4CA89FCE82CF}"/>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9FEA283C-E4E6-447F-85B0-28A739421A1A}"/>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4F4A04AB-6A78-48AE-B2EC-F09D20DBA323}"/>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F1EDA69D-76EB-4832-8DB9-FA196524D4A7}"/>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E1449FB0-77D8-47A6-AD35-7C4CC5D0D6B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5A613427-1671-4A5A-B081-3AADBDE5E7AB}"/>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0245F05C-D4B0-41FF-9FC0-3A88A9CF7F02}"/>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2B72369B-2C2F-44E2-9146-81A4146F7528}"/>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DE81226B-B1D4-4013-A689-73AC71DCD2EA}"/>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2CD4A749-42E9-41FA-B040-3735772F1D77}"/>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D7F8266A-BD5C-4FE0-BC76-5A9D66D7B395}"/>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B79CF70E-E14D-4CD2-98C1-1D2E3F2C42D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A3FF8B2D-317B-40BC-819F-7FD3F83916D8}"/>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E740DA0E-0872-4B1A-B0A2-78D4BE2685B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2F383874-CFCC-4072-B30B-FD39450B269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E6ACF5FA-6558-448A-B12C-8C5F740A73CD}"/>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073CE12A-0277-4CE5-877D-1A8F9FB42B6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2F82104C-B0E1-4432-A3DF-32E00405FD14}"/>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5C3E6846-97AC-4288-9402-A299B0CA5BF9}"/>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021FE68E-C049-4EFD-9FF2-CF7287EDBC77}"/>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31EE2479-BB61-4020-A81F-363D5FAA0C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412D370-960D-4A24-90C3-78D9DF74C9E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E7889D86-EB0D-4DE5-8FB1-57260BC0D2F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43C2135B-4106-4546-B8B5-3A23182462F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38AB4DD8-9B36-4D28-BD28-A66E8DB52E6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FA7AD5AB-8B5E-4C4D-917D-9D5538121EA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83111966-8111-420D-B700-586F44AFD2C4}"/>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35ACC5CC-32D8-438C-9635-67832B7A022F}"/>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0FE64BC0-ED97-433C-BE5D-2EAC19D239D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9C79D252-AEB7-44FD-A62A-5E6544CD805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B4B41E8B-F2AB-4FB9-A6E9-75E6A0380FB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C9D554FB-77C7-413B-A1BF-257DCAA3189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D70D225F-53CB-4483-B95A-8C2D373CA13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B76E9906-A8E5-49AC-8E15-5CEC4DC0CC8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115F480-396C-431D-B83B-62678CAF7F19}"/>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CC32FB9C-B179-4C2D-9AB9-68EBA95B223B}"/>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1F2EE9F3-FFED-4233-A887-13003F48F54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81C91246-351B-441F-A18F-7102C6B2BE7F}"/>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233508FD-5575-4A2D-892F-124C4BDE1719}"/>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9F2EE565-A257-47A7-96F2-6CB333A3E859}"/>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B35AE1C2-534D-4B3A-B36C-AF92CA537DC1}"/>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F37917C9-A26C-4A56-8961-BD3EEF9B9C7F}"/>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2961A7A8-022D-4578-B354-B3DC362E3F1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FDE5ACAF-C6C5-4121-B408-8FFD888D239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3F8D828F-BCD0-4F33-96F8-F9BBFD32096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A27983E0-CD63-4803-BF5E-1E62C3E1748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5CD31F1B-4059-4FC5-A488-5914C8E0122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233E932-7420-455F-9854-6FF5C1327C6D}"/>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1A265810-C78B-435C-B962-B233D668F66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AA3E4A66-6E8E-4128-B73F-70A44E1EFE3E}"/>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F6921646-C714-4BDB-AC6B-385FD8AC002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A4380F94-AE0A-4384-99DE-619C40B580F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440BB240-790B-412E-9A37-F43232C6604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057A5DB4-655D-46D8-A2CF-5E03177F019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759EEFF1-F2C4-4C99-9896-73C49DAD005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BF95D14D-0CF5-4EEE-A62B-30D5A797B69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401510F0-1E4B-4302-9E5C-5963A8431FCB}"/>
              </a:ext>
            </a:extLst>
          </p:cNvPr>
          <p:cNvGrpSpPr/>
          <p:nvPr userDrawn="1"/>
        </p:nvGrpSpPr>
        <p:grpSpPr>
          <a:xfrm>
            <a:off x="12377595" y="1"/>
            <a:ext cx="3693386" cy="6233352"/>
            <a:chOff x="-3786437" y="1"/>
            <a:chExt cx="3693386" cy="6233352"/>
          </a:xfrm>
        </p:grpSpPr>
        <p:grpSp>
          <p:nvGrpSpPr>
            <p:cNvPr id="79" name="Groep 78">
              <a:extLst>
                <a:ext uri="{FF2B5EF4-FFF2-40B4-BE49-F238E27FC236}">
                  <a16:creationId xmlns:a16="http://schemas.microsoft.com/office/drawing/2014/main" id="{38DE2E81-5B01-412F-A7C6-37E88B4CE4BA}"/>
                </a:ext>
              </a:extLst>
            </p:cNvPr>
            <p:cNvGrpSpPr/>
            <p:nvPr userDrawn="1"/>
          </p:nvGrpSpPr>
          <p:grpSpPr>
            <a:xfrm>
              <a:off x="-3786437" y="3752148"/>
              <a:ext cx="3693386" cy="2481205"/>
              <a:chOff x="-3786437" y="3752148"/>
              <a:chExt cx="3693386" cy="2481205"/>
            </a:xfrm>
          </p:grpSpPr>
          <p:sp>
            <p:nvSpPr>
              <p:cNvPr id="99" name="Rechthoek 98">
                <a:extLst>
                  <a:ext uri="{FF2B5EF4-FFF2-40B4-BE49-F238E27FC236}">
                    <a16:creationId xmlns:a16="http://schemas.microsoft.com/office/drawing/2014/main" id="{503A3727-9F7B-43AA-8031-9162B1973540}"/>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Grafiek data bewerken</a:t>
                </a:r>
              </a:p>
            </p:txBody>
          </p:sp>
          <p:sp>
            <p:nvSpPr>
              <p:cNvPr id="100" name="Ovaal 99">
                <a:extLst>
                  <a:ext uri="{FF2B5EF4-FFF2-40B4-BE49-F238E27FC236}">
                    <a16:creationId xmlns:a16="http://schemas.microsoft.com/office/drawing/2014/main" id="{018E6471-2A6F-4CFA-A3CA-AADA8113E270}"/>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1" name="Rechthoek 100">
                <a:extLst>
                  <a:ext uri="{FF2B5EF4-FFF2-40B4-BE49-F238E27FC236}">
                    <a16:creationId xmlns:a16="http://schemas.microsoft.com/office/drawing/2014/main" id="{1921A45B-EF76-4353-9CC4-E8A2FE9AF576}"/>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2" name="Groep 101">
                <a:extLst>
                  <a:ext uri="{FF2B5EF4-FFF2-40B4-BE49-F238E27FC236}">
                    <a16:creationId xmlns:a16="http://schemas.microsoft.com/office/drawing/2014/main" id="{3EE98E52-23EF-41DD-B659-2E3CEF3198DB}"/>
                  </a:ext>
                </a:extLst>
              </p:cNvPr>
              <p:cNvGrpSpPr/>
              <p:nvPr userDrawn="1"/>
            </p:nvGrpSpPr>
            <p:grpSpPr>
              <a:xfrm>
                <a:off x="-3314821" y="4656539"/>
                <a:ext cx="1495189" cy="563933"/>
                <a:chOff x="-3314821" y="3310415"/>
                <a:chExt cx="1495189" cy="563933"/>
              </a:xfrm>
            </p:grpSpPr>
            <p:sp>
              <p:nvSpPr>
                <p:cNvPr id="107" name="Rechthoek 106">
                  <a:extLst>
                    <a:ext uri="{FF2B5EF4-FFF2-40B4-BE49-F238E27FC236}">
                      <a16:creationId xmlns:a16="http://schemas.microsoft.com/office/drawing/2014/main" id="{01A4A792-48CE-460B-84B6-A2696A96818C}"/>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08" name="Rechthoek 107">
                  <a:extLst>
                    <a:ext uri="{FF2B5EF4-FFF2-40B4-BE49-F238E27FC236}">
                      <a16:creationId xmlns:a16="http://schemas.microsoft.com/office/drawing/2014/main" id="{DC441F9E-5B16-4620-B879-28569EFAD717}"/>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9" name="Tekstvak 108">
                  <a:extLst>
                    <a:ext uri="{FF2B5EF4-FFF2-40B4-BE49-F238E27FC236}">
                      <a16:creationId xmlns:a16="http://schemas.microsoft.com/office/drawing/2014/main" id="{08EEFDB4-FD8A-4A7A-9835-D3CEAA48177A}"/>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Grafiektype wijzigen</a:t>
                  </a:r>
                </a:p>
              </p:txBody>
            </p:sp>
            <p:sp>
              <p:nvSpPr>
                <p:cNvPr id="110" name="Tekstvak 109">
                  <a:extLst>
                    <a:ext uri="{FF2B5EF4-FFF2-40B4-BE49-F238E27FC236}">
                      <a16:creationId xmlns:a16="http://schemas.microsoft.com/office/drawing/2014/main" id="{F258BCF0-021A-4256-92E3-7F2916B01A33}"/>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Gegevens bewerken</a:t>
                  </a:r>
                </a:p>
              </p:txBody>
            </p:sp>
            <p:sp>
              <p:nvSpPr>
                <p:cNvPr id="111" name="Vrije vorm: vorm 110">
                  <a:extLst>
                    <a:ext uri="{FF2B5EF4-FFF2-40B4-BE49-F238E27FC236}">
                      <a16:creationId xmlns:a16="http://schemas.microsoft.com/office/drawing/2014/main" id="{E13E50E4-0BF0-4740-BFDE-AB7B7FA023E6}"/>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grpSp>
              <p:nvGrpSpPr>
                <p:cNvPr id="112" name="Groep 111">
                  <a:extLst>
                    <a:ext uri="{FF2B5EF4-FFF2-40B4-BE49-F238E27FC236}">
                      <a16:creationId xmlns:a16="http://schemas.microsoft.com/office/drawing/2014/main" id="{3CAEC3A1-F2DC-4E45-9F4D-AFF06B59334B}"/>
                    </a:ext>
                  </a:extLst>
                </p:cNvPr>
                <p:cNvGrpSpPr/>
                <p:nvPr userDrawn="1"/>
              </p:nvGrpSpPr>
              <p:grpSpPr>
                <a:xfrm>
                  <a:off x="-3261976" y="3361742"/>
                  <a:ext cx="139861" cy="152244"/>
                  <a:chOff x="12574450" y="6053892"/>
                  <a:chExt cx="169232" cy="184215"/>
                </a:xfrm>
              </p:grpSpPr>
              <p:sp>
                <p:nvSpPr>
                  <p:cNvPr id="132" name="Rechthoek 131">
                    <a:extLst>
                      <a:ext uri="{FF2B5EF4-FFF2-40B4-BE49-F238E27FC236}">
                        <a16:creationId xmlns:a16="http://schemas.microsoft.com/office/drawing/2014/main" id="{84FA2034-8FE3-4ACF-BB7C-DA080C38DC19}"/>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sp>
                <p:nvSpPr>
                  <p:cNvPr id="133" name="Rechthoek 132">
                    <a:extLst>
                      <a:ext uri="{FF2B5EF4-FFF2-40B4-BE49-F238E27FC236}">
                        <a16:creationId xmlns:a16="http://schemas.microsoft.com/office/drawing/2014/main" id="{B947723A-2D45-4D03-A17D-0E1C87FE11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sp>
                <p:nvSpPr>
                  <p:cNvPr id="134" name="Rechthoek 133">
                    <a:extLst>
                      <a:ext uri="{FF2B5EF4-FFF2-40B4-BE49-F238E27FC236}">
                        <a16:creationId xmlns:a16="http://schemas.microsoft.com/office/drawing/2014/main" id="{71022863-9467-4369-A05F-B8C36FC241D4}"/>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113" name="Groep 112">
                  <a:extLst>
                    <a:ext uri="{FF2B5EF4-FFF2-40B4-BE49-F238E27FC236}">
                      <a16:creationId xmlns:a16="http://schemas.microsoft.com/office/drawing/2014/main" id="{BEA58F95-5802-4DFB-A98C-A2855D49172D}"/>
                    </a:ext>
                  </a:extLst>
                </p:cNvPr>
                <p:cNvGrpSpPr/>
                <p:nvPr userDrawn="1"/>
              </p:nvGrpSpPr>
              <p:grpSpPr>
                <a:xfrm>
                  <a:off x="-3261070" y="3635199"/>
                  <a:ext cx="168905" cy="104490"/>
                  <a:chOff x="-3261070" y="3620931"/>
                  <a:chExt cx="193920" cy="119965"/>
                </a:xfrm>
              </p:grpSpPr>
              <p:sp>
                <p:nvSpPr>
                  <p:cNvPr id="114" name="Rechthoek 113">
                    <a:extLst>
                      <a:ext uri="{FF2B5EF4-FFF2-40B4-BE49-F238E27FC236}">
                        <a16:creationId xmlns:a16="http://schemas.microsoft.com/office/drawing/2014/main" id="{D354CCE8-7FE2-450E-A860-A65D7E0ECBA2}"/>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nvGrpSpPr>
                  <p:cNvPr id="115" name="Groep 114">
                    <a:extLst>
                      <a:ext uri="{FF2B5EF4-FFF2-40B4-BE49-F238E27FC236}">
                        <a16:creationId xmlns:a16="http://schemas.microsoft.com/office/drawing/2014/main" id="{C2EB0CFE-0B37-4ED2-B271-2C262D2633AF}"/>
                      </a:ext>
                    </a:extLst>
                  </p:cNvPr>
                  <p:cNvGrpSpPr/>
                  <p:nvPr userDrawn="1"/>
                </p:nvGrpSpPr>
                <p:grpSpPr>
                  <a:xfrm>
                    <a:off x="-3261070" y="3622063"/>
                    <a:ext cx="141113" cy="117345"/>
                    <a:chOff x="1094874" y="-878306"/>
                    <a:chExt cx="867364" cy="613611"/>
                  </a:xfrm>
                </p:grpSpPr>
                <p:cxnSp>
                  <p:nvCxnSpPr>
                    <p:cNvPr id="125" name="Rechte verbindingslijn 124">
                      <a:extLst>
                        <a:ext uri="{FF2B5EF4-FFF2-40B4-BE49-F238E27FC236}">
                          <a16:creationId xmlns:a16="http://schemas.microsoft.com/office/drawing/2014/main" id="{AFAEFA00-CA45-4534-98F8-F69E73410298}"/>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6" name="Rechte verbindingslijn 125">
                      <a:extLst>
                        <a:ext uri="{FF2B5EF4-FFF2-40B4-BE49-F238E27FC236}">
                          <a16:creationId xmlns:a16="http://schemas.microsoft.com/office/drawing/2014/main" id="{9B412AFD-7B8C-4DF3-91C0-3C06B981C384}"/>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7" name="Groep 126">
                      <a:extLst>
                        <a:ext uri="{FF2B5EF4-FFF2-40B4-BE49-F238E27FC236}">
                          <a16:creationId xmlns:a16="http://schemas.microsoft.com/office/drawing/2014/main" id="{7D94C763-7C5D-4836-9EBD-E71DAF0392BC}"/>
                        </a:ext>
                      </a:extLst>
                    </p:cNvPr>
                    <p:cNvGrpSpPr/>
                    <p:nvPr userDrawn="1"/>
                  </p:nvGrpSpPr>
                  <p:grpSpPr>
                    <a:xfrm>
                      <a:off x="1270535" y="-878306"/>
                      <a:ext cx="526983" cy="613611"/>
                      <a:chOff x="1270535" y="-745959"/>
                      <a:chExt cx="526983" cy="481264"/>
                    </a:xfrm>
                  </p:grpSpPr>
                  <p:cxnSp>
                    <p:nvCxnSpPr>
                      <p:cNvPr id="128" name="Rechte verbindingslijn 127">
                        <a:extLst>
                          <a:ext uri="{FF2B5EF4-FFF2-40B4-BE49-F238E27FC236}">
                            <a16:creationId xmlns:a16="http://schemas.microsoft.com/office/drawing/2014/main" id="{F64AD789-6BC0-4A70-B012-71DE5EE0DA88}"/>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9" name="Rechte verbindingslijn 128">
                        <a:extLst>
                          <a:ext uri="{FF2B5EF4-FFF2-40B4-BE49-F238E27FC236}">
                            <a16:creationId xmlns:a16="http://schemas.microsoft.com/office/drawing/2014/main" id="{B2856916-50B6-4385-9C73-33A7DE200F18}"/>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0" name="Rechte verbindingslijn 129">
                        <a:extLst>
                          <a:ext uri="{FF2B5EF4-FFF2-40B4-BE49-F238E27FC236}">
                            <a16:creationId xmlns:a16="http://schemas.microsoft.com/office/drawing/2014/main" id="{AB1A8AAE-78B0-4E16-B78D-6C7207DBD7C9}"/>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1" name="Rechte verbindingslijn 130">
                        <a:extLst>
                          <a:ext uri="{FF2B5EF4-FFF2-40B4-BE49-F238E27FC236}">
                            <a16:creationId xmlns:a16="http://schemas.microsoft.com/office/drawing/2014/main" id="{9408CC6B-E0AF-4505-BA56-B63D4FB870DD}"/>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16" name="Rechte verbindingslijn 115">
                    <a:extLst>
                      <a:ext uri="{FF2B5EF4-FFF2-40B4-BE49-F238E27FC236}">
                        <a16:creationId xmlns:a16="http://schemas.microsoft.com/office/drawing/2014/main" id="{D9FE084F-BD85-40E2-8791-6A2A768FDC0C}"/>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7" name="Rechte verbindingslijn 116">
                    <a:extLst>
                      <a:ext uri="{FF2B5EF4-FFF2-40B4-BE49-F238E27FC236}">
                        <a16:creationId xmlns:a16="http://schemas.microsoft.com/office/drawing/2014/main" id="{258C6F44-C85C-4331-AC2D-11E5FAB9A6AE}"/>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8" name="Rechte verbindingslijn 117">
                    <a:extLst>
                      <a:ext uri="{FF2B5EF4-FFF2-40B4-BE49-F238E27FC236}">
                        <a16:creationId xmlns:a16="http://schemas.microsoft.com/office/drawing/2014/main" id="{5EA16D86-E9C1-4CCB-ADCB-8D4C1EB93AA5}"/>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ED5D0877-2DC0-4ACC-80C0-B51DDB4D0E83}"/>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20" name="Rechthoek 119">
                    <a:extLst>
                      <a:ext uri="{FF2B5EF4-FFF2-40B4-BE49-F238E27FC236}">
                        <a16:creationId xmlns:a16="http://schemas.microsoft.com/office/drawing/2014/main" id="{0A75FAC8-0679-46A6-9ABE-5A93EB973109}"/>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nvGrpSpPr>
                  <p:cNvPr id="121" name="Groep 120">
                    <a:extLst>
                      <a:ext uri="{FF2B5EF4-FFF2-40B4-BE49-F238E27FC236}">
                        <a16:creationId xmlns:a16="http://schemas.microsoft.com/office/drawing/2014/main" id="{061610D4-DB6A-41F2-878C-1168B7464B6E}"/>
                      </a:ext>
                    </a:extLst>
                  </p:cNvPr>
                  <p:cNvGrpSpPr/>
                  <p:nvPr userDrawn="1"/>
                </p:nvGrpSpPr>
                <p:grpSpPr>
                  <a:xfrm rot="2700000">
                    <a:off x="-3158000" y="3650045"/>
                    <a:ext cx="34350" cy="147351"/>
                    <a:chOff x="3148392" y="-836646"/>
                    <a:chExt cx="132124" cy="596095"/>
                  </a:xfrm>
                  <a:solidFill>
                    <a:srgbClr val="3399FF"/>
                  </a:solidFill>
                </p:grpSpPr>
                <p:sp>
                  <p:nvSpPr>
                    <p:cNvPr id="122" name="Rechthoek 121">
                      <a:extLst>
                        <a:ext uri="{FF2B5EF4-FFF2-40B4-BE49-F238E27FC236}">
                          <a16:creationId xmlns:a16="http://schemas.microsoft.com/office/drawing/2014/main" id="{E174C5CF-6E26-4BFE-81AB-0F3D3935088D}"/>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23" name="Rechthoek: afgeronde bovenhoeken 122">
                      <a:extLst>
                        <a:ext uri="{FF2B5EF4-FFF2-40B4-BE49-F238E27FC236}">
                          <a16:creationId xmlns:a16="http://schemas.microsoft.com/office/drawing/2014/main" id="{2E195A6C-619A-45FF-9648-F6D5EC3280B6}"/>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24" name="Gelijkbenige driehoek 123">
                      <a:extLst>
                        <a:ext uri="{FF2B5EF4-FFF2-40B4-BE49-F238E27FC236}">
                          <a16:creationId xmlns:a16="http://schemas.microsoft.com/office/drawing/2014/main" id="{E37011A6-DA25-4CB4-BC44-6364BA2AD2CB}"/>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grpSp>
          </p:grpSp>
          <p:sp>
            <p:nvSpPr>
              <p:cNvPr id="103" name="Rechthoek 102">
                <a:extLst>
                  <a:ext uri="{FF2B5EF4-FFF2-40B4-BE49-F238E27FC236}">
                    <a16:creationId xmlns:a16="http://schemas.microsoft.com/office/drawing/2014/main" id="{5F904B88-744F-452E-87F0-7205E37ABDFE}"/>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104" name="ICOON_info">
                <a:extLst>
                  <a:ext uri="{FF2B5EF4-FFF2-40B4-BE49-F238E27FC236}">
                    <a16:creationId xmlns:a16="http://schemas.microsoft.com/office/drawing/2014/main" id="{637E9E26-A493-4BCF-98E6-A56BB95917AF}"/>
                  </a:ext>
                </a:extLst>
              </p:cNvPr>
              <p:cNvGrpSpPr/>
              <p:nvPr userDrawn="1"/>
            </p:nvGrpSpPr>
            <p:grpSpPr>
              <a:xfrm>
                <a:off x="-376736" y="5269335"/>
                <a:ext cx="283685" cy="283685"/>
                <a:chOff x="-510741" y="5913713"/>
                <a:chExt cx="267555" cy="267555"/>
              </a:xfrm>
            </p:grpSpPr>
            <p:sp>
              <p:nvSpPr>
                <p:cNvPr id="105" name="Ovaal 104">
                  <a:extLst>
                    <a:ext uri="{FF2B5EF4-FFF2-40B4-BE49-F238E27FC236}">
                      <a16:creationId xmlns:a16="http://schemas.microsoft.com/office/drawing/2014/main" id="{1D580A5D-D3FF-4BB0-8B72-4250133D9FF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106" name="Graphic 163" descr="Informatie">
                  <a:extLst>
                    <a:ext uri="{FF2B5EF4-FFF2-40B4-BE49-F238E27FC236}">
                      <a16:creationId xmlns:a16="http://schemas.microsoft.com/office/drawing/2014/main" id="{F74266F3-88AD-4C61-B52D-B7D2D133F24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a:solidFill>
                      <a:srgbClr val="211F26"/>
                    </a:solidFill>
                    <a:latin typeface="Calibri" panose="020F0502020204030204" pitchFamily="34" charset="0"/>
                    <a:cs typeface="Calibri" panose="020F0502020204030204" pitchFamily="34" charset="0"/>
                  </a:endParaRPr>
                </a:p>
              </p:txBody>
            </p:sp>
          </p:grpSp>
        </p:grpSp>
        <p:grpSp>
          <p:nvGrpSpPr>
            <p:cNvPr id="80" name="INSTRUCTIE">
              <a:extLst>
                <a:ext uri="{FF2B5EF4-FFF2-40B4-BE49-F238E27FC236}">
                  <a16:creationId xmlns:a16="http://schemas.microsoft.com/office/drawing/2014/main" id="{DD5E165D-DC45-4245-908D-6CB476AB89B2}"/>
                </a:ext>
              </a:extLst>
            </p:cNvPr>
            <p:cNvGrpSpPr/>
            <p:nvPr userDrawn="1"/>
          </p:nvGrpSpPr>
          <p:grpSpPr>
            <a:xfrm>
              <a:off x="-3786165" y="1"/>
              <a:ext cx="3593091" cy="3570215"/>
              <a:chOff x="-3786165" y="1"/>
              <a:chExt cx="3593091" cy="3570215"/>
            </a:xfrm>
          </p:grpSpPr>
          <p:sp>
            <p:nvSpPr>
              <p:cNvPr id="81" name="Rechthoek 80">
                <a:extLst>
                  <a:ext uri="{FF2B5EF4-FFF2-40B4-BE49-F238E27FC236}">
                    <a16:creationId xmlns:a16="http://schemas.microsoft.com/office/drawing/2014/main" id="{5A753C5C-F0FC-42B2-A588-FEE9DB17F729}"/>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Grafiek invoegen/opmaken</a:t>
                </a:r>
              </a:p>
            </p:txBody>
          </p:sp>
          <p:sp>
            <p:nvSpPr>
              <p:cNvPr id="82" name="Ovaal 81">
                <a:extLst>
                  <a:ext uri="{FF2B5EF4-FFF2-40B4-BE49-F238E27FC236}">
                    <a16:creationId xmlns:a16="http://schemas.microsoft.com/office/drawing/2014/main" id="{76829774-A30D-4810-B5E9-DA7AC6130C66}"/>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3" name="Rechthoek 82">
                <a:extLst>
                  <a:ext uri="{FF2B5EF4-FFF2-40B4-BE49-F238E27FC236}">
                    <a16:creationId xmlns:a16="http://schemas.microsoft.com/office/drawing/2014/main" id="{9DF69EEE-746B-412D-977C-F724A17AD0C5}"/>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sp>
            <p:nvSpPr>
              <p:cNvPr id="84" name="Ovaal 83">
                <a:extLst>
                  <a:ext uri="{FF2B5EF4-FFF2-40B4-BE49-F238E27FC236}">
                    <a16:creationId xmlns:a16="http://schemas.microsoft.com/office/drawing/2014/main" id="{C2EB5319-8296-4C7D-A7CC-D2AD75A0D0FD}"/>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31DBA489-E8B9-4157-9DCD-3D3B86B724BF}"/>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C1814997-1673-41E4-BC09-AA514D52FE52}"/>
                  </a:ext>
                </a:extLst>
              </p:cNvPr>
              <p:cNvGrpSpPr/>
              <p:nvPr userDrawn="1"/>
            </p:nvGrpSpPr>
            <p:grpSpPr>
              <a:xfrm>
                <a:off x="-3311319" y="2164285"/>
                <a:ext cx="825500" cy="209550"/>
                <a:chOff x="13504624" y="2482850"/>
                <a:chExt cx="825500" cy="209550"/>
              </a:xfrm>
            </p:grpSpPr>
            <p:sp>
              <p:nvSpPr>
                <p:cNvPr id="96" name="Rechthoek 95">
                  <a:extLst>
                    <a:ext uri="{FF2B5EF4-FFF2-40B4-BE49-F238E27FC236}">
                      <a16:creationId xmlns:a16="http://schemas.microsoft.com/office/drawing/2014/main" id="{FCFD399A-9DB6-442C-B63D-DD2971BC9C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97" name="Rechte verbindingslijn 96">
                  <a:extLst>
                    <a:ext uri="{FF2B5EF4-FFF2-40B4-BE49-F238E27FC236}">
                      <a16:creationId xmlns:a16="http://schemas.microsoft.com/office/drawing/2014/main" id="{41C3B35C-891A-4E5D-AB1E-916B3E2924B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8" name="Gelijkbenige driehoek 97">
                  <a:extLst>
                    <a:ext uri="{FF2B5EF4-FFF2-40B4-BE49-F238E27FC236}">
                      <a16:creationId xmlns:a16="http://schemas.microsoft.com/office/drawing/2014/main" id="{C3131AF0-07CD-4946-B098-23FC11CC775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grpSp>
            <p:nvGrpSpPr>
              <p:cNvPr id="87" name="Groep 86">
                <a:extLst>
                  <a:ext uri="{FF2B5EF4-FFF2-40B4-BE49-F238E27FC236}">
                    <a16:creationId xmlns:a16="http://schemas.microsoft.com/office/drawing/2014/main" id="{A4F20450-FD36-49D2-9374-7444B03A5B8C}"/>
                  </a:ext>
                </a:extLst>
              </p:cNvPr>
              <p:cNvGrpSpPr/>
              <p:nvPr userDrawn="1"/>
            </p:nvGrpSpPr>
            <p:grpSpPr>
              <a:xfrm>
                <a:off x="-3316599" y="1232480"/>
                <a:ext cx="289372" cy="314992"/>
                <a:chOff x="7322769" y="-310267"/>
                <a:chExt cx="289372" cy="314992"/>
              </a:xfrm>
            </p:grpSpPr>
            <p:sp>
              <p:nvSpPr>
                <p:cNvPr id="93" name="Rechthoek 92">
                  <a:extLst>
                    <a:ext uri="{FF2B5EF4-FFF2-40B4-BE49-F238E27FC236}">
                      <a16:creationId xmlns:a16="http://schemas.microsoft.com/office/drawing/2014/main" id="{E54AF7F8-6218-4DB0-A04A-C6A33AFF719E}"/>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94" name="Rechthoek 93">
                  <a:extLst>
                    <a:ext uri="{FF2B5EF4-FFF2-40B4-BE49-F238E27FC236}">
                      <a16:creationId xmlns:a16="http://schemas.microsoft.com/office/drawing/2014/main" id="{A83C88D3-9D4D-45B3-8CF5-55717DD72625}"/>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95" name="Rechthoek 94">
                  <a:extLst>
                    <a:ext uri="{FF2B5EF4-FFF2-40B4-BE49-F238E27FC236}">
                      <a16:creationId xmlns:a16="http://schemas.microsoft.com/office/drawing/2014/main" id="{79DA98A2-4FD2-4AA5-A8BB-5C1B4812672B}"/>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sp>
            <p:nvSpPr>
              <p:cNvPr id="88" name="Ovaal 87">
                <a:extLst>
                  <a:ext uri="{FF2B5EF4-FFF2-40B4-BE49-F238E27FC236}">
                    <a16:creationId xmlns:a16="http://schemas.microsoft.com/office/drawing/2014/main" id="{82D214EA-DECF-45CD-A5FB-C655994169AB}"/>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9" name="Rechthoek 88">
                <a:extLst>
                  <a:ext uri="{FF2B5EF4-FFF2-40B4-BE49-F238E27FC236}">
                    <a16:creationId xmlns:a16="http://schemas.microsoft.com/office/drawing/2014/main" id="{12AE77C2-76A0-4486-BD2A-1952A78501C5}"/>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90" name="Groep 89">
                <a:extLst>
                  <a:ext uri="{FF2B5EF4-FFF2-40B4-BE49-F238E27FC236}">
                    <a16:creationId xmlns:a16="http://schemas.microsoft.com/office/drawing/2014/main" id="{FE7071E7-427A-4C59-AC6C-3DBDDFDB07AB}"/>
                  </a:ext>
                </a:extLst>
              </p:cNvPr>
              <p:cNvGrpSpPr/>
              <p:nvPr userDrawn="1"/>
            </p:nvGrpSpPr>
            <p:grpSpPr>
              <a:xfrm>
                <a:off x="-3312582" y="3144513"/>
                <a:ext cx="576000" cy="246597"/>
                <a:chOff x="-3312582" y="1060763"/>
                <a:chExt cx="576000" cy="246597"/>
              </a:xfrm>
            </p:grpSpPr>
            <p:sp>
              <p:nvSpPr>
                <p:cNvPr id="91" name="Rechthoek 90">
                  <a:extLst>
                    <a:ext uri="{FF2B5EF4-FFF2-40B4-BE49-F238E27FC236}">
                      <a16:creationId xmlns:a16="http://schemas.microsoft.com/office/drawing/2014/main" id="{D53E4546-CC8C-4AA6-8F6D-90D31B0CE6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a:solidFill>
                        <a:srgbClr val="B74629"/>
                      </a:solidFill>
                      <a:latin typeface="Calibri" panose="020F0502020204030204" pitchFamily="34" charset="0"/>
                      <a:cs typeface="Calibri" panose="020F0502020204030204" pitchFamily="34" charset="0"/>
                    </a:rPr>
                    <a:t>Opmaak</a:t>
                  </a:r>
                </a:p>
              </p:txBody>
            </p:sp>
            <p:sp>
              <p:nvSpPr>
                <p:cNvPr id="92" name="Rechthoek 91">
                  <a:extLst>
                    <a:ext uri="{FF2B5EF4-FFF2-40B4-BE49-F238E27FC236}">
                      <a16:creationId xmlns:a16="http://schemas.microsoft.com/office/drawing/2014/main" id="{09B63EDE-03E1-4356-9A95-6D4A4C3433A9}"/>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401360022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P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6"/>
            <a:ext cx="11160125" cy="869860"/>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18" name="Tijdelijke aanduiding voor grafiek 17">
            <a:extLst>
              <a:ext uri="{FF2B5EF4-FFF2-40B4-BE49-F238E27FC236}">
                <a16:creationId xmlns:a16="http://schemas.microsoft.com/office/drawing/2014/main" id="{FBAE20DA-BB0F-413F-A532-86A4D0079AB9}"/>
              </a:ext>
            </a:extLst>
          </p:cNvPr>
          <p:cNvSpPr>
            <a:spLocks noGrp="1"/>
          </p:cNvSpPr>
          <p:nvPr>
            <p:ph type="chart" sz="quarter" idx="13" hasCustomPrompt="1"/>
          </p:nvPr>
        </p:nvSpPr>
        <p:spPr>
          <a:xfrm>
            <a:off x="515937" y="1790700"/>
            <a:ext cx="11160125" cy="455550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8" name="Rechthoek: afgeronde hoeken 7">
            <a:extLst>
              <a:ext uri="{FF2B5EF4-FFF2-40B4-BE49-F238E27FC236}">
                <a16:creationId xmlns:a16="http://schemas.microsoft.com/office/drawing/2014/main" id="{2CB6E363-810F-4273-949C-A7D72C07CE4F}"/>
              </a:ext>
            </a:extLst>
          </p:cNvPr>
          <p:cNvSpPr/>
          <p:nvPr userDrawn="1"/>
        </p:nvSpPr>
        <p:spPr>
          <a:xfrm>
            <a:off x="0" y="-429492"/>
            <a:ext cx="111088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err="1">
                <a:solidFill>
                  <a:schemeClr val="accent2"/>
                </a:solidFill>
                <a:latin typeface="+mj-lt"/>
              </a:rPr>
              <a:t>graph</a:t>
            </a:r>
            <a:endParaRPr lang="nl-NL" sz="2400" b="1" cap="all" baseline="0" noProof="0">
              <a:solidFill>
                <a:schemeClr val="accent2"/>
              </a:solidFill>
              <a:latin typeface="+mj-lt"/>
            </a:endParaRPr>
          </a:p>
        </p:txBody>
      </p:sp>
      <p:grpSp>
        <p:nvGrpSpPr>
          <p:cNvPr id="68" name="INSTRUCTIE">
            <a:extLst>
              <a:ext uri="{FF2B5EF4-FFF2-40B4-BE49-F238E27FC236}">
                <a16:creationId xmlns:a16="http://schemas.microsoft.com/office/drawing/2014/main" id="{0234D544-189B-4884-B0CA-40F0E3F386DC}"/>
              </a:ext>
            </a:extLst>
          </p:cNvPr>
          <p:cNvGrpSpPr/>
          <p:nvPr userDrawn="1"/>
        </p:nvGrpSpPr>
        <p:grpSpPr>
          <a:xfrm>
            <a:off x="-3786437" y="1"/>
            <a:ext cx="3693386" cy="6233352"/>
            <a:chOff x="-3786437" y="1"/>
            <a:chExt cx="3693386" cy="6233352"/>
          </a:xfrm>
        </p:grpSpPr>
        <p:grpSp>
          <p:nvGrpSpPr>
            <p:cNvPr id="69" name="Groep 68">
              <a:extLst>
                <a:ext uri="{FF2B5EF4-FFF2-40B4-BE49-F238E27FC236}">
                  <a16:creationId xmlns:a16="http://schemas.microsoft.com/office/drawing/2014/main" id="{D96ACFEE-3E74-4A0F-82A4-B52866030924}"/>
                </a:ext>
              </a:extLst>
            </p:cNvPr>
            <p:cNvGrpSpPr/>
            <p:nvPr userDrawn="1"/>
          </p:nvGrpSpPr>
          <p:grpSpPr>
            <a:xfrm>
              <a:off x="-3786437" y="3752148"/>
              <a:ext cx="3693386" cy="2481205"/>
              <a:chOff x="-3786437" y="3752148"/>
              <a:chExt cx="3693386" cy="2481205"/>
            </a:xfrm>
          </p:grpSpPr>
          <p:sp>
            <p:nvSpPr>
              <p:cNvPr id="89" name="Rechthoek 88">
                <a:extLst>
                  <a:ext uri="{FF2B5EF4-FFF2-40B4-BE49-F238E27FC236}">
                    <a16:creationId xmlns:a16="http://schemas.microsoft.com/office/drawing/2014/main" id="{29D481FF-C6B3-4DF2-8278-99775BC8EE43}"/>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Grafiek data bewerken</a:t>
                </a:r>
              </a:p>
            </p:txBody>
          </p:sp>
          <p:sp>
            <p:nvSpPr>
              <p:cNvPr id="90" name="Ovaal 89">
                <a:extLst>
                  <a:ext uri="{FF2B5EF4-FFF2-40B4-BE49-F238E27FC236}">
                    <a16:creationId xmlns:a16="http://schemas.microsoft.com/office/drawing/2014/main" id="{7A2B02A4-9118-46B7-98CF-F6B40C97DC16}"/>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1" name="Rechthoek 90">
                <a:extLst>
                  <a:ext uri="{FF2B5EF4-FFF2-40B4-BE49-F238E27FC236}">
                    <a16:creationId xmlns:a16="http://schemas.microsoft.com/office/drawing/2014/main" id="{7FFD4365-4A25-4D91-BF77-3F3E629D2D68}"/>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2" name="Groep 91">
                <a:extLst>
                  <a:ext uri="{FF2B5EF4-FFF2-40B4-BE49-F238E27FC236}">
                    <a16:creationId xmlns:a16="http://schemas.microsoft.com/office/drawing/2014/main" id="{D5015839-E1CC-4164-86FC-C92BE2CDC8F5}"/>
                  </a:ext>
                </a:extLst>
              </p:cNvPr>
              <p:cNvGrpSpPr/>
              <p:nvPr userDrawn="1"/>
            </p:nvGrpSpPr>
            <p:grpSpPr>
              <a:xfrm>
                <a:off x="-3314821" y="4656539"/>
                <a:ext cx="1495189" cy="563933"/>
                <a:chOff x="-3314821" y="3310415"/>
                <a:chExt cx="1495189" cy="563933"/>
              </a:xfrm>
            </p:grpSpPr>
            <p:sp>
              <p:nvSpPr>
                <p:cNvPr id="97" name="Rechthoek 96">
                  <a:extLst>
                    <a:ext uri="{FF2B5EF4-FFF2-40B4-BE49-F238E27FC236}">
                      <a16:creationId xmlns:a16="http://schemas.microsoft.com/office/drawing/2014/main" id="{AFD3EA65-8425-4335-8DC2-A42ADE0A32EF}"/>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98" name="Rechthoek 97">
                  <a:extLst>
                    <a:ext uri="{FF2B5EF4-FFF2-40B4-BE49-F238E27FC236}">
                      <a16:creationId xmlns:a16="http://schemas.microsoft.com/office/drawing/2014/main" id="{DC6A3DD1-0591-4BF7-99BD-AE7827F003A4}"/>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99" name="Tekstvak 98">
                  <a:extLst>
                    <a:ext uri="{FF2B5EF4-FFF2-40B4-BE49-F238E27FC236}">
                      <a16:creationId xmlns:a16="http://schemas.microsoft.com/office/drawing/2014/main" id="{0D549732-956C-47F6-84B9-C6EA0398CF2F}"/>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Grafiektype wijzigen</a:t>
                  </a:r>
                </a:p>
              </p:txBody>
            </p:sp>
            <p:sp>
              <p:nvSpPr>
                <p:cNvPr id="100" name="Tekstvak 99">
                  <a:extLst>
                    <a:ext uri="{FF2B5EF4-FFF2-40B4-BE49-F238E27FC236}">
                      <a16:creationId xmlns:a16="http://schemas.microsoft.com/office/drawing/2014/main" id="{FFD6CACD-C828-4186-9ADB-D4193519863C}"/>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Gegevens bewerken</a:t>
                  </a:r>
                </a:p>
              </p:txBody>
            </p:sp>
            <p:sp>
              <p:nvSpPr>
                <p:cNvPr id="101" name="Vrije vorm: vorm 100">
                  <a:extLst>
                    <a:ext uri="{FF2B5EF4-FFF2-40B4-BE49-F238E27FC236}">
                      <a16:creationId xmlns:a16="http://schemas.microsoft.com/office/drawing/2014/main" id="{AEF53839-8447-41F6-B8D7-C1FC9E030BF0}"/>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grpSp>
              <p:nvGrpSpPr>
                <p:cNvPr id="102" name="Groep 101">
                  <a:extLst>
                    <a:ext uri="{FF2B5EF4-FFF2-40B4-BE49-F238E27FC236}">
                      <a16:creationId xmlns:a16="http://schemas.microsoft.com/office/drawing/2014/main" id="{CE73A4C5-81B4-4E72-8838-3081A4387E53}"/>
                    </a:ext>
                  </a:extLst>
                </p:cNvPr>
                <p:cNvGrpSpPr/>
                <p:nvPr userDrawn="1"/>
              </p:nvGrpSpPr>
              <p:grpSpPr>
                <a:xfrm>
                  <a:off x="-3261976" y="3361742"/>
                  <a:ext cx="139861" cy="152244"/>
                  <a:chOff x="12574450" y="6053892"/>
                  <a:chExt cx="169232" cy="184215"/>
                </a:xfrm>
              </p:grpSpPr>
              <p:sp>
                <p:nvSpPr>
                  <p:cNvPr id="122" name="Rechthoek 121">
                    <a:extLst>
                      <a:ext uri="{FF2B5EF4-FFF2-40B4-BE49-F238E27FC236}">
                        <a16:creationId xmlns:a16="http://schemas.microsoft.com/office/drawing/2014/main" id="{382A52DE-14E8-49D7-930D-794751AF6758}"/>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sp>
                <p:nvSpPr>
                  <p:cNvPr id="123" name="Rechthoek 122">
                    <a:extLst>
                      <a:ext uri="{FF2B5EF4-FFF2-40B4-BE49-F238E27FC236}">
                        <a16:creationId xmlns:a16="http://schemas.microsoft.com/office/drawing/2014/main" id="{6DB90010-F51C-427D-B3AF-C56E2004D5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305DC0F8-0517-4D4A-A5E7-599CB2B1E7E0}"/>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103" name="Groep 102">
                  <a:extLst>
                    <a:ext uri="{FF2B5EF4-FFF2-40B4-BE49-F238E27FC236}">
                      <a16:creationId xmlns:a16="http://schemas.microsoft.com/office/drawing/2014/main" id="{B8223D4F-714B-4BD1-9023-64A7283D70AC}"/>
                    </a:ext>
                  </a:extLst>
                </p:cNvPr>
                <p:cNvGrpSpPr/>
                <p:nvPr userDrawn="1"/>
              </p:nvGrpSpPr>
              <p:grpSpPr>
                <a:xfrm>
                  <a:off x="-3261070" y="3635199"/>
                  <a:ext cx="168905" cy="104490"/>
                  <a:chOff x="-3261070" y="3620931"/>
                  <a:chExt cx="193920" cy="119965"/>
                </a:xfrm>
              </p:grpSpPr>
              <p:sp>
                <p:nvSpPr>
                  <p:cNvPr id="104" name="Rechthoek 103">
                    <a:extLst>
                      <a:ext uri="{FF2B5EF4-FFF2-40B4-BE49-F238E27FC236}">
                        <a16:creationId xmlns:a16="http://schemas.microsoft.com/office/drawing/2014/main" id="{ADB20AC8-15D5-4563-A96D-F6218016299A}"/>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nvGrpSpPr>
                  <p:cNvPr id="105" name="Groep 104">
                    <a:extLst>
                      <a:ext uri="{FF2B5EF4-FFF2-40B4-BE49-F238E27FC236}">
                        <a16:creationId xmlns:a16="http://schemas.microsoft.com/office/drawing/2014/main" id="{ADDFE956-46C8-433D-BC53-8AA8C7B6B8EB}"/>
                      </a:ext>
                    </a:extLst>
                  </p:cNvPr>
                  <p:cNvGrpSpPr/>
                  <p:nvPr userDrawn="1"/>
                </p:nvGrpSpPr>
                <p:grpSpPr>
                  <a:xfrm>
                    <a:off x="-3261070" y="3622063"/>
                    <a:ext cx="141113" cy="117345"/>
                    <a:chOff x="1094874" y="-878306"/>
                    <a:chExt cx="867364" cy="613611"/>
                  </a:xfrm>
                </p:grpSpPr>
                <p:cxnSp>
                  <p:nvCxnSpPr>
                    <p:cNvPr id="115" name="Rechte verbindingslijn 114">
                      <a:extLst>
                        <a:ext uri="{FF2B5EF4-FFF2-40B4-BE49-F238E27FC236}">
                          <a16:creationId xmlns:a16="http://schemas.microsoft.com/office/drawing/2014/main" id="{09881C58-FEC2-4A91-8D06-DA6DD43E948B}"/>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6" name="Rechte verbindingslijn 115">
                      <a:extLst>
                        <a:ext uri="{FF2B5EF4-FFF2-40B4-BE49-F238E27FC236}">
                          <a16:creationId xmlns:a16="http://schemas.microsoft.com/office/drawing/2014/main" id="{52B1EEBB-446B-4433-9200-30594591404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17" name="Groep 116">
                      <a:extLst>
                        <a:ext uri="{FF2B5EF4-FFF2-40B4-BE49-F238E27FC236}">
                          <a16:creationId xmlns:a16="http://schemas.microsoft.com/office/drawing/2014/main" id="{EF1EC329-3439-4427-9A4E-D1BD4FBA1F80}"/>
                        </a:ext>
                      </a:extLst>
                    </p:cNvPr>
                    <p:cNvGrpSpPr/>
                    <p:nvPr userDrawn="1"/>
                  </p:nvGrpSpPr>
                  <p:grpSpPr>
                    <a:xfrm>
                      <a:off x="1270535" y="-878306"/>
                      <a:ext cx="526983" cy="613611"/>
                      <a:chOff x="1270535" y="-745959"/>
                      <a:chExt cx="526983" cy="481264"/>
                    </a:xfrm>
                  </p:grpSpPr>
                  <p:cxnSp>
                    <p:nvCxnSpPr>
                      <p:cNvPr id="118" name="Rechte verbindingslijn 117">
                        <a:extLst>
                          <a:ext uri="{FF2B5EF4-FFF2-40B4-BE49-F238E27FC236}">
                            <a16:creationId xmlns:a16="http://schemas.microsoft.com/office/drawing/2014/main" id="{B973B926-228C-4B90-9333-5CDF6BC7A6E5}"/>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BC0A888F-576B-47FE-B03C-07D1760FD7AD}"/>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0" name="Rechte verbindingslijn 119">
                        <a:extLst>
                          <a:ext uri="{FF2B5EF4-FFF2-40B4-BE49-F238E27FC236}">
                            <a16:creationId xmlns:a16="http://schemas.microsoft.com/office/drawing/2014/main" id="{3C1668A8-110B-4B9B-8C31-970629666D1D}"/>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1" name="Rechte verbindingslijn 120">
                        <a:extLst>
                          <a:ext uri="{FF2B5EF4-FFF2-40B4-BE49-F238E27FC236}">
                            <a16:creationId xmlns:a16="http://schemas.microsoft.com/office/drawing/2014/main" id="{8DDE7D0A-45E0-4330-A5A3-BEB6739BF225}"/>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06" name="Rechte verbindingslijn 105">
                    <a:extLst>
                      <a:ext uri="{FF2B5EF4-FFF2-40B4-BE49-F238E27FC236}">
                        <a16:creationId xmlns:a16="http://schemas.microsoft.com/office/drawing/2014/main" id="{105F4FD1-B876-4033-B580-4944887A1FD2}"/>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7" name="Rechte verbindingslijn 106">
                    <a:extLst>
                      <a:ext uri="{FF2B5EF4-FFF2-40B4-BE49-F238E27FC236}">
                        <a16:creationId xmlns:a16="http://schemas.microsoft.com/office/drawing/2014/main" id="{E095657C-1391-4627-8E4E-B48AD03C28C6}"/>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8" name="Rechte verbindingslijn 107">
                    <a:extLst>
                      <a:ext uri="{FF2B5EF4-FFF2-40B4-BE49-F238E27FC236}">
                        <a16:creationId xmlns:a16="http://schemas.microsoft.com/office/drawing/2014/main" id="{B93379A4-947F-413B-BB47-5B2916F4F669}"/>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9" name="Rechte verbindingslijn 108">
                    <a:extLst>
                      <a:ext uri="{FF2B5EF4-FFF2-40B4-BE49-F238E27FC236}">
                        <a16:creationId xmlns:a16="http://schemas.microsoft.com/office/drawing/2014/main" id="{1259E15A-516F-4B29-9590-700FE08F5F1B}"/>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10" name="Rechthoek 109">
                    <a:extLst>
                      <a:ext uri="{FF2B5EF4-FFF2-40B4-BE49-F238E27FC236}">
                        <a16:creationId xmlns:a16="http://schemas.microsoft.com/office/drawing/2014/main" id="{D157E865-7321-4984-88D9-6E9BD6A060CA}"/>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nvGrpSpPr>
                  <p:cNvPr id="111" name="Groep 110">
                    <a:extLst>
                      <a:ext uri="{FF2B5EF4-FFF2-40B4-BE49-F238E27FC236}">
                        <a16:creationId xmlns:a16="http://schemas.microsoft.com/office/drawing/2014/main" id="{68A5EDEF-A3B7-4D6B-9CDA-EE36AFA6A323}"/>
                      </a:ext>
                    </a:extLst>
                  </p:cNvPr>
                  <p:cNvGrpSpPr/>
                  <p:nvPr userDrawn="1"/>
                </p:nvGrpSpPr>
                <p:grpSpPr>
                  <a:xfrm rot="2700000">
                    <a:off x="-3158000" y="3650045"/>
                    <a:ext cx="34350" cy="147351"/>
                    <a:chOff x="3148392" y="-836646"/>
                    <a:chExt cx="132124" cy="596095"/>
                  </a:xfrm>
                  <a:solidFill>
                    <a:srgbClr val="3399FF"/>
                  </a:solidFill>
                </p:grpSpPr>
                <p:sp>
                  <p:nvSpPr>
                    <p:cNvPr id="112" name="Rechthoek 111">
                      <a:extLst>
                        <a:ext uri="{FF2B5EF4-FFF2-40B4-BE49-F238E27FC236}">
                          <a16:creationId xmlns:a16="http://schemas.microsoft.com/office/drawing/2014/main" id="{4DAD7C11-1E3E-4AFE-9E90-0CD097C086F7}"/>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13" name="Rechthoek: afgeronde bovenhoeken 112">
                      <a:extLst>
                        <a:ext uri="{FF2B5EF4-FFF2-40B4-BE49-F238E27FC236}">
                          <a16:creationId xmlns:a16="http://schemas.microsoft.com/office/drawing/2014/main" id="{C7C274C2-FFB4-4EA4-851E-9669C8260807}"/>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14" name="Gelijkbenige driehoek 113">
                      <a:extLst>
                        <a:ext uri="{FF2B5EF4-FFF2-40B4-BE49-F238E27FC236}">
                          <a16:creationId xmlns:a16="http://schemas.microsoft.com/office/drawing/2014/main" id="{B5E1C0EE-8722-495B-8280-98B5879C4687}"/>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grpSp>
          </p:grpSp>
          <p:sp>
            <p:nvSpPr>
              <p:cNvPr id="93" name="Rechthoek 92">
                <a:extLst>
                  <a:ext uri="{FF2B5EF4-FFF2-40B4-BE49-F238E27FC236}">
                    <a16:creationId xmlns:a16="http://schemas.microsoft.com/office/drawing/2014/main" id="{05906D92-23F9-49FA-8E9F-FA5AD7BACC20}"/>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94" name="ICOON_info">
                <a:extLst>
                  <a:ext uri="{FF2B5EF4-FFF2-40B4-BE49-F238E27FC236}">
                    <a16:creationId xmlns:a16="http://schemas.microsoft.com/office/drawing/2014/main" id="{30463973-5819-4263-9B7B-E02A10754D05}"/>
                  </a:ext>
                </a:extLst>
              </p:cNvPr>
              <p:cNvGrpSpPr/>
              <p:nvPr userDrawn="1"/>
            </p:nvGrpSpPr>
            <p:grpSpPr>
              <a:xfrm>
                <a:off x="-376736" y="5269335"/>
                <a:ext cx="283685" cy="283685"/>
                <a:chOff x="-510741" y="5913713"/>
                <a:chExt cx="267555" cy="267555"/>
              </a:xfrm>
            </p:grpSpPr>
            <p:sp>
              <p:nvSpPr>
                <p:cNvPr id="95" name="Ovaal 94">
                  <a:extLst>
                    <a:ext uri="{FF2B5EF4-FFF2-40B4-BE49-F238E27FC236}">
                      <a16:creationId xmlns:a16="http://schemas.microsoft.com/office/drawing/2014/main" id="{E10DD3EB-E689-495E-B9D8-E3D94DA83DD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96" name="Graphic 163" descr="Informatie">
                  <a:extLst>
                    <a:ext uri="{FF2B5EF4-FFF2-40B4-BE49-F238E27FC236}">
                      <a16:creationId xmlns:a16="http://schemas.microsoft.com/office/drawing/2014/main" id="{7EE336EE-0157-406C-BB4F-B9632A80B9B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a:solidFill>
                      <a:srgbClr val="211F26"/>
                    </a:solidFill>
                    <a:latin typeface="Calibri" panose="020F0502020204030204" pitchFamily="34" charset="0"/>
                    <a:cs typeface="Calibri" panose="020F0502020204030204" pitchFamily="34" charset="0"/>
                  </a:endParaRPr>
                </a:p>
              </p:txBody>
            </p:sp>
          </p:grpSp>
        </p:grpSp>
        <p:grpSp>
          <p:nvGrpSpPr>
            <p:cNvPr id="70" name="INSTRUCTIE">
              <a:extLst>
                <a:ext uri="{FF2B5EF4-FFF2-40B4-BE49-F238E27FC236}">
                  <a16:creationId xmlns:a16="http://schemas.microsoft.com/office/drawing/2014/main" id="{3FE8834D-8107-496B-852C-A737EF4C6092}"/>
                </a:ext>
              </a:extLst>
            </p:cNvPr>
            <p:cNvGrpSpPr/>
            <p:nvPr userDrawn="1"/>
          </p:nvGrpSpPr>
          <p:grpSpPr>
            <a:xfrm>
              <a:off x="-3786165" y="1"/>
              <a:ext cx="3593091" cy="3570215"/>
              <a:chOff x="-3786165" y="1"/>
              <a:chExt cx="3593091" cy="3570215"/>
            </a:xfrm>
          </p:grpSpPr>
          <p:sp>
            <p:nvSpPr>
              <p:cNvPr id="71" name="Rechthoek 70">
                <a:extLst>
                  <a:ext uri="{FF2B5EF4-FFF2-40B4-BE49-F238E27FC236}">
                    <a16:creationId xmlns:a16="http://schemas.microsoft.com/office/drawing/2014/main" id="{DA78FC21-5B7D-47C6-82CF-2FC0AEDFEA55}"/>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Grafiek invoegen/opmaken</a:t>
                </a:r>
              </a:p>
            </p:txBody>
          </p:sp>
          <p:sp>
            <p:nvSpPr>
              <p:cNvPr id="72" name="Ovaal 71">
                <a:extLst>
                  <a:ext uri="{FF2B5EF4-FFF2-40B4-BE49-F238E27FC236}">
                    <a16:creationId xmlns:a16="http://schemas.microsoft.com/office/drawing/2014/main" id="{4BDA4D97-6502-4A2A-9731-DA42254E227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73" name="Rechthoek 72">
                <a:extLst>
                  <a:ext uri="{FF2B5EF4-FFF2-40B4-BE49-F238E27FC236}">
                    <a16:creationId xmlns:a16="http://schemas.microsoft.com/office/drawing/2014/main" id="{E307DB95-8810-44B5-912E-D0F031E4BDB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sp>
            <p:nvSpPr>
              <p:cNvPr id="74" name="Ovaal 73">
                <a:extLst>
                  <a:ext uri="{FF2B5EF4-FFF2-40B4-BE49-F238E27FC236}">
                    <a16:creationId xmlns:a16="http://schemas.microsoft.com/office/drawing/2014/main" id="{851693E7-38E2-48C7-8A6B-E71BAF04D111}"/>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75" name="Rechthoek 74">
                <a:extLst>
                  <a:ext uri="{FF2B5EF4-FFF2-40B4-BE49-F238E27FC236}">
                    <a16:creationId xmlns:a16="http://schemas.microsoft.com/office/drawing/2014/main" id="{0D5FDFF2-509D-4FDF-98DB-DD858AD4FAA5}"/>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76" name="Groep 75">
                <a:extLst>
                  <a:ext uri="{FF2B5EF4-FFF2-40B4-BE49-F238E27FC236}">
                    <a16:creationId xmlns:a16="http://schemas.microsoft.com/office/drawing/2014/main" id="{BEBACDE7-7EF5-4D2B-B51F-A1622AEA51D1}"/>
                  </a:ext>
                </a:extLst>
              </p:cNvPr>
              <p:cNvGrpSpPr/>
              <p:nvPr userDrawn="1"/>
            </p:nvGrpSpPr>
            <p:grpSpPr>
              <a:xfrm>
                <a:off x="-3311319" y="2164285"/>
                <a:ext cx="825500" cy="209550"/>
                <a:chOff x="13504624" y="2482850"/>
                <a:chExt cx="825500" cy="209550"/>
              </a:xfrm>
            </p:grpSpPr>
            <p:sp>
              <p:nvSpPr>
                <p:cNvPr id="86" name="Rechthoek 85">
                  <a:extLst>
                    <a:ext uri="{FF2B5EF4-FFF2-40B4-BE49-F238E27FC236}">
                      <a16:creationId xmlns:a16="http://schemas.microsoft.com/office/drawing/2014/main" id="{3E27B5F6-8F9D-472B-AE71-64F7EFE349B8}"/>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87" name="Rechte verbindingslijn 86">
                  <a:extLst>
                    <a:ext uri="{FF2B5EF4-FFF2-40B4-BE49-F238E27FC236}">
                      <a16:creationId xmlns:a16="http://schemas.microsoft.com/office/drawing/2014/main" id="{C04E2F86-C30C-45F7-BA9F-9F13EEA743A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88" name="Gelijkbenige driehoek 87">
                  <a:extLst>
                    <a:ext uri="{FF2B5EF4-FFF2-40B4-BE49-F238E27FC236}">
                      <a16:creationId xmlns:a16="http://schemas.microsoft.com/office/drawing/2014/main" id="{AECCAE51-71CD-4A8B-9E1F-2F1720AC2AB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grpSp>
            <p:nvGrpSpPr>
              <p:cNvPr id="77" name="Groep 76">
                <a:extLst>
                  <a:ext uri="{FF2B5EF4-FFF2-40B4-BE49-F238E27FC236}">
                    <a16:creationId xmlns:a16="http://schemas.microsoft.com/office/drawing/2014/main" id="{F7E8558E-7ADF-4F3C-B421-D49622567934}"/>
                  </a:ext>
                </a:extLst>
              </p:cNvPr>
              <p:cNvGrpSpPr/>
              <p:nvPr userDrawn="1"/>
            </p:nvGrpSpPr>
            <p:grpSpPr>
              <a:xfrm>
                <a:off x="-3316599" y="1232480"/>
                <a:ext cx="289372" cy="314992"/>
                <a:chOff x="7322769" y="-310267"/>
                <a:chExt cx="289372" cy="314992"/>
              </a:xfrm>
            </p:grpSpPr>
            <p:sp>
              <p:nvSpPr>
                <p:cNvPr id="83" name="Rechthoek 82">
                  <a:extLst>
                    <a:ext uri="{FF2B5EF4-FFF2-40B4-BE49-F238E27FC236}">
                      <a16:creationId xmlns:a16="http://schemas.microsoft.com/office/drawing/2014/main" id="{B5FD9310-0535-40A2-8F22-23047F9A700F}"/>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84" name="Rechthoek 83">
                  <a:extLst>
                    <a:ext uri="{FF2B5EF4-FFF2-40B4-BE49-F238E27FC236}">
                      <a16:creationId xmlns:a16="http://schemas.microsoft.com/office/drawing/2014/main" id="{2070FF47-F887-47F6-8D28-35292E419008}"/>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85" name="Rechthoek 84">
                  <a:extLst>
                    <a:ext uri="{FF2B5EF4-FFF2-40B4-BE49-F238E27FC236}">
                      <a16:creationId xmlns:a16="http://schemas.microsoft.com/office/drawing/2014/main" id="{34F269C9-E577-4823-A9F8-59BB3C1690D4}"/>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sp>
            <p:nvSpPr>
              <p:cNvPr id="78" name="Ovaal 77">
                <a:extLst>
                  <a:ext uri="{FF2B5EF4-FFF2-40B4-BE49-F238E27FC236}">
                    <a16:creationId xmlns:a16="http://schemas.microsoft.com/office/drawing/2014/main" id="{6033094D-6277-433C-A382-72A2B528D76F}"/>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79" name="Rechthoek 78">
                <a:extLst>
                  <a:ext uri="{FF2B5EF4-FFF2-40B4-BE49-F238E27FC236}">
                    <a16:creationId xmlns:a16="http://schemas.microsoft.com/office/drawing/2014/main" id="{5575D980-2F59-49C5-8FA8-B01EC9DAB3CF}"/>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80" name="Groep 79">
                <a:extLst>
                  <a:ext uri="{FF2B5EF4-FFF2-40B4-BE49-F238E27FC236}">
                    <a16:creationId xmlns:a16="http://schemas.microsoft.com/office/drawing/2014/main" id="{F5C2B810-68D2-4331-8191-524382DDCB44}"/>
                  </a:ext>
                </a:extLst>
              </p:cNvPr>
              <p:cNvGrpSpPr/>
              <p:nvPr userDrawn="1"/>
            </p:nvGrpSpPr>
            <p:grpSpPr>
              <a:xfrm>
                <a:off x="-3312582" y="3144513"/>
                <a:ext cx="576000" cy="246597"/>
                <a:chOff x="-3312582" y="1060763"/>
                <a:chExt cx="576000" cy="246597"/>
              </a:xfrm>
            </p:grpSpPr>
            <p:sp>
              <p:nvSpPr>
                <p:cNvPr id="81" name="Rechthoek 80">
                  <a:extLst>
                    <a:ext uri="{FF2B5EF4-FFF2-40B4-BE49-F238E27FC236}">
                      <a16:creationId xmlns:a16="http://schemas.microsoft.com/office/drawing/2014/main" id="{366A6260-10ED-4DC1-971F-7EA78E245B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a:solidFill>
                        <a:srgbClr val="B74629"/>
                      </a:solidFill>
                      <a:latin typeface="Calibri" panose="020F0502020204030204" pitchFamily="34" charset="0"/>
                      <a:cs typeface="Calibri" panose="020F0502020204030204" pitchFamily="34" charset="0"/>
                    </a:rPr>
                    <a:t>Opmaak</a:t>
                  </a:r>
                </a:p>
              </p:txBody>
            </p:sp>
            <p:sp>
              <p:nvSpPr>
                <p:cNvPr id="82" name="Rechthoek 81">
                  <a:extLst>
                    <a:ext uri="{FF2B5EF4-FFF2-40B4-BE49-F238E27FC236}">
                      <a16:creationId xmlns:a16="http://schemas.microsoft.com/office/drawing/2014/main" id="{4593C876-BF69-4D13-BF86-B6F4836C7570}"/>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129918799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 TAB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714375"/>
            <a:ext cx="11160124" cy="877887"/>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1765300"/>
            <a:ext cx="5364162" cy="4575175"/>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Reading </a:t>
            </a:r>
            <a:r>
              <a:rPr lang="nl-NL" noProof="0" dirty="0" err="1"/>
              <a:t>text</a:t>
            </a:r>
            <a:endParaRPr lang="nl-NL" noProof="0" dirty="0"/>
          </a:p>
          <a:p>
            <a:pPr lvl="4"/>
            <a:r>
              <a:rPr lang="nl-NL" noProof="0" dirty="0" err="1"/>
              <a:t>Heading</a:t>
            </a:r>
            <a:r>
              <a:rPr lang="nl-NL" noProof="0" dirty="0"/>
              <a:t> #1</a:t>
            </a:r>
          </a:p>
          <a:p>
            <a:pPr lvl="5"/>
            <a:r>
              <a:rPr lang="nl-NL" noProof="0" dirty="0"/>
              <a:t>HEADING #2</a:t>
            </a:r>
          </a:p>
          <a:p>
            <a:pPr lvl="6"/>
            <a:r>
              <a:rPr lang="nl-NL" noProof="0" dirty="0" err="1"/>
              <a:t>Numeric</a:t>
            </a:r>
            <a:r>
              <a:rPr lang="nl-NL" noProof="0" dirty="0"/>
              <a:t> </a:t>
            </a:r>
            <a:r>
              <a:rPr lang="nl-NL" noProof="0" dirty="0" err="1"/>
              <a:t>bullet</a:t>
            </a:r>
            <a:endParaRPr lang="nl-NL" noProof="0" dirty="0"/>
          </a:p>
          <a:p>
            <a:pPr lvl="7"/>
            <a:r>
              <a:rPr lang="nl-NL" noProof="0" dirty="0" err="1"/>
              <a:t>Alphabet</a:t>
            </a:r>
            <a:r>
              <a:rPr lang="nl-NL" noProof="0" dirty="0"/>
              <a:t> </a:t>
            </a:r>
            <a:r>
              <a:rPr lang="nl-NL" noProof="0" dirty="0" err="1"/>
              <a:t>bullet</a:t>
            </a:r>
            <a:endParaRPr lang="nl-NL" noProof="0" dirty="0"/>
          </a:p>
          <a:p>
            <a:pPr lvl="8"/>
            <a:r>
              <a:rPr lang="nl-NL" noProof="0" dirty="0"/>
              <a:t>Sub-</a:t>
            </a:r>
            <a:r>
              <a:rPr lang="nl-NL" noProof="0" dirty="0" err="1"/>
              <a:t>bullet</a:t>
            </a:r>
            <a:endParaRPr lang="nl-NL" noProof="0" dirty="0"/>
          </a:p>
        </p:txBody>
      </p:sp>
      <p:sp>
        <p:nvSpPr>
          <p:cNvPr id="9" name="Rechthoek: afgeronde hoeken 8">
            <a:extLst>
              <a:ext uri="{FF2B5EF4-FFF2-40B4-BE49-F238E27FC236}">
                <a16:creationId xmlns:a16="http://schemas.microsoft.com/office/drawing/2014/main" id="{19073F80-05A1-479C-B75D-C163DC462079}"/>
              </a:ext>
            </a:extLst>
          </p:cNvPr>
          <p:cNvSpPr/>
          <p:nvPr userDrawn="1"/>
        </p:nvSpPr>
        <p:spPr>
          <a:xfrm>
            <a:off x="0" y="-429492"/>
            <a:ext cx="2176558"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err="1">
                <a:solidFill>
                  <a:schemeClr val="accent2"/>
                </a:solidFill>
                <a:latin typeface="+mj-lt"/>
              </a:rPr>
              <a:t>Text</a:t>
            </a:r>
            <a:r>
              <a:rPr lang="nl-NL" sz="2400" b="1" cap="all" baseline="0" noProof="0">
                <a:solidFill>
                  <a:schemeClr val="accent2"/>
                </a:solidFill>
                <a:latin typeface="+mj-lt"/>
              </a:rPr>
              <a:t> + </a:t>
            </a:r>
            <a:r>
              <a:rPr lang="nl-NL" sz="2400" b="1" cap="all" baseline="0" noProof="0" err="1">
                <a:solidFill>
                  <a:schemeClr val="accent2"/>
                </a:solidFill>
                <a:latin typeface="+mj-lt"/>
              </a:rPr>
              <a:t>table</a:t>
            </a:r>
            <a:endParaRPr lang="nl-NL" sz="2400" b="1" cap="all" baseline="0" noProof="0">
              <a:solidFill>
                <a:schemeClr val="accent2"/>
              </a:solidFill>
              <a:latin typeface="+mj-lt"/>
            </a:endParaRPr>
          </a:p>
        </p:txBody>
      </p:sp>
      <p:grpSp>
        <p:nvGrpSpPr>
          <p:cNvPr id="8" name="INSTRUCTIE">
            <a:extLst>
              <a:ext uri="{FF2B5EF4-FFF2-40B4-BE49-F238E27FC236}">
                <a16:creationId xmlns:a16="http://schemas.microsoft.com/office/drawing/2014/main" id="{B43D376E-C5D5-4DFF-9CEF-84B46ACCCD9D}"/>
              </a:ext>
            </a:extLst>
          </p:cNvPr>
          <p:cNvGrpSpPr/>
          <p:nvPr userDrawn="1"/>
        </p:nvGrpSpPr>
        <p:grpSpPr>
          <a:xfrm>
            <a:off x="-3786437" y="0"/>
            <a:ext cx="3693386" cy="5359349"/>
            <a:chOff x="-3786437" y="0"/>
            <a:chExt cx="3693386" cy="5359349"/>
          </a:xfrm>
        </p:grpSpPr>
        <p:sp>
          <p:nvSpPr>
            <p:cNvPr id="12" name="Rechthoek 11">
              <a:extLst>
                <a:ext uri="{FF2B5EF4-FFF2-40B4-BE49-F238E27FC236}">
                  <a16:creationId xmlns:a16="http://schemas.microsoft.com/office/drawing/2014/main" id="{F829F412-7C66-4F48-9023-B7CDC8369AA3}"/>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13" name="Ovaal 12">
              <a:extLst>
                <a:ext uri="{FF2B5EF4-FFF2-40B4-BE49-F238E27FC236}">
                  <a16:creationId xmlns:a16="http://schemas.microsoft.com/office/drawing/2014/main" id="{A423A4CB-E8DF-4A27-A311-AD91B021C27D}"/>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4" name="Rechthoek 13">
              <a:extLst>
                <a:ext uri="{FF2B5EF4-FFF2-40B4-BE49-F238E27FC236}">
                  <a16:creationId xmlns:a16="http://schemas.microsoft.com/office/drawing/2014/main" id="{F578FB96-7F03-4F3B-BABD-E31C6854092D}"/>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5" name="Ovaal 14">
              <a:extLst>
                <a:ext uri="{FF2B5EF4-FFF2-40B4-BE49-F238E27FC236}">
                  <a16:creationId xmlns:a16="http://schemas.microsoft.com/office/drawing/2014/main" id="{DB198E00-2FD4-4241-A14C-29060F381897}"/>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61107FE6-3739-484C-94C4-4FBA11D9184F}"/>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7" name="Rechthoek 16">
              <a:extLst>
                <a:ext uri="{FF2B5EF4-FFF2-40B4-BE49-F238E27FC236}">
                  <a16:creationId xmlns:a16="http://schemas.microsoft.com/office/drawing/2014/main" id="{1B73D8D1-66E0-4745-B6EF-B3DE1D51F8D2}"/>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57161AED-9010-4FAD-B802-3C889EDA08E4}"/>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A35D2C8B-540E-4388-88C3-11EDBFA235B9}"/>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25084F64-E64F-4387-8396-9363D232FB75}"/>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9F42D347-76F2-4DBB-93BE-4CA89FCE82CF}"/>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9FEA283C-E4E6-447F-85B0-28A739421A1A}"/>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4F4A04AB-6A78-48AE-B2EC-F09D20DBA323}"/>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F1EDA69D-76EB-4832-8DB9-FA196524D4A7}"/>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E1449FB0-77D8-47A6-AD35-7C4CC5D0D6B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5A613427-1671-4A5A-B081-3AADBDE5E7AB}"/>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0245F05C-D4B0-41FF-9FC0-3A88A9CF7F02}"/>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2B72369B-2C2F-44E2-9146-81A4146F7528}"/>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DE81226B-B1D4-4013-A689-73AC71DCD2EA}"/>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2CD4A749-42E9-41FA-B040-3735772F1D77}"/>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D7F8266A-BD5C-4FE0-BC76-5A9D66D7B395}"/>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B79CF70E-E14D-4CD2-98C1-1D2E3F2C42D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A3FF8B2D-317B-40BC-819F-7FD3F83916D8}"/>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E740DA0E-0872-4B1A-B0A2-78D4BE2685B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2F383874-CFCC-4072-B30B-FD39450B269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E6ACF5FA-6558-448A-B12C-8C5F740A73CD}"/>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073CE12A-0277-4CE5-877D-1A8F9FB42B6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2F82104C-B0E1-4432-A3DF-32E00405FD14}"/>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5C3E6846-97AC-4288-9402-A299B0CA5BF9}"/>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021FE68E-C049-4EFD-9FF2-CF7287EDBC77}"/>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31EE2479-BB61-4020-A81F-363D5FAA0C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412D370-960D-4A24-90C3-78D9DF74C9E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E7889D86-EB0D-4DE5-8FB1-57260BC0D2F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43C2135B-4106-4546-B8B5-3A23182462F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38AB4DD8-9B36-4D28-BD28-A66E8DB52E6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FA7AD5AB-8B5E-4C4D-917D-9D5538121EA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83111966-8111-420D-B700-586F44AFD2C4}"/>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35ACC5CC-32D8-438C-9635-67832B7A022F}"/>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0FE64BC0-ED97-433C-BE5D-2EAC19D239D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9C79D252-AEB7-44FD-A62A-5E6544CD805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B4B41E8B-F2AB-4FB9-A6E9-75E6A0380FB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C9D554FB-77C7-413B-A1BF-257DCAA3189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D70D225F-53CB-4483-B95A-8C2D373CA13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B76E9906-A8E5-49AC-8E15-5CEC4DC0CC8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115F480-396C-431D-B83B-62678CAF7F19}"/>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CC32FB9C-B179-4C2D-9AB9-68EBA95B223B}"/>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1F2EE9F3-FFED-4233-A887-13003F48F54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81C91246-351B-441F-A18F-7102C6B2BE7F}"/>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233508FD-5575-4A2D-892F-124C4BDE1719}"/>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9F2EE565-A257-47A7-96F2-6CB333A3E859}"/>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B35AE1C2-534D-4B3A-B36C-AF92CA537DC1}"/>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F37917C9-A26C-4A56-8961-BD3EEF9B9C7F}"/>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2961A7A8-022D-4578-B354-B3DC362E3F1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FDE5ACAF-C6C5-4121-B408-8FFD888D239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3F8D828F-BCD0-4F33-96F8-F9BBFD32096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A27983E0-CD63-4803-BF5E-1E62C3E1748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5CD31F1B-4059-4FC5-A488-5914C8E0122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233E932-7420-455F-9854-6FF5C1327C6D}"/>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1A265810-C78B-435C-B962-B233D668F66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AA3E4A66-6E8E-4128-B73F-70A44E1EFE3E}"/>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F6921646-C714-4BDB-AC6B-385FD8AC002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A4380F94-AE0A-4384-99DE-619C40B580F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440BB240-790B-412E-9A37-F43232C6604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057A5DB4-655D-46D8-A2CF-5E03177F019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759EEFF1-F2C4-4C99-9896-73C49DAD005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BF95D14D-0CF5-4EEE-A62B-30D5A797B69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401510F0-1E4B-4302-9E5C-5963A8431FCB}"/>
              </a:ext>
            </a:extLst>
          </p:cNvPr>
          <p:cNvGrpSpPr/>
          <p:nvPr userDrawn="1"/>
        </p:nvGrpSpPr>
        <p:grpSpPr>
          <a:xfrm>
            <a:off x="12377595" y="1"/>
            <a:ext cx="3693386" cy="6233352"/>
            <a:chOff x="-3786437" y="1"/>
            <a:chExt cx="3693386" cy="6233352"/>
          </a:xfrm>
        </p:grpSpPr>
        <p:grpSp>
          <p:nvGrpSpPr>
            <p:cNvPr id="79" name="Groep 78">
              <a:extLst>
                <a:ext uri="{FF2B5EF4-FFF2-40B4-BE49-F238E27FC236}">
                  <a16:creationId xmlns:a16="http://schemas.microsoft.com/office/drawing/2014/main" id="{38DE2E81-5B01-412F-A7C6-37E88B4CE4BA}"/>
                </a:ext>
              </a:extLst>
            </p:cNvPr>
            <p:cNvGrpSpPr/>
            <p:nvPr userDrawn="1"/>
          </p:nvGrpSpPr>
          <p:grpSpPr>
            <a:xfrm>
              <a:off x="-3786437" y="3752148"/>
              <a:ext cx="3693386" cy="2481205"/>
              <a:chOff x="-3786437" y="3752148"/>
              <a:chExt cx="3693386" cy="2481205"/>
            </a:xfrm>
          </p:grpSpPr>
          <p:sp>
            <p:nvSpPr>
              <p:cNvPr id="99" name="Rechthoek 98">
                <a:extLst>
                  <a:ext uri="{FF2B5EF4-FFF2-40B4-BE49-F238E27FC236}">
                    <a16:creationId xmlns:a16="http://schemas.microsoft.com/office/drawing/2014/main" id="{503A3727-9F7B-43AA-8031-9162B1973540}"/>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Grafiek data bewerken</a:t>
                </a:r>
              </a:p>
            </p:txBody>
          </p:sp>
          <p:sp>
            <p:nvSpPr>
              <p:cNvPr id="100" name="Ovaal 99">
                <a:extLst>
                  <a:ext uri="{FF2B5EF4-FFF2-40B4-BE49-F238E27FC236}">
                    <a16:creationId xmlns:a16="http://schemas.microsoft.com/office/drawing/2014/main" id="{018E6471-2A6F-4CFA-A3CA-AADA8113E270}"/>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1" name="Rechthoek 100">
                <a:extLst>
                  <a:ext uri="{FF2B5EF4-FFF2-40B4-BE49-F238E27FC236}">
                    <a16:creationId xmlns:a16="http://schemas.microsoft.com/office/drawing/2014/main" id="{1921A45B-EF76-4353-9CC4-E8A2FE9AF576}"/>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2" name="Groep 101">
                <a:extLst>
                  <a:ext uri="{FF2B5EF4-FFF2-40B4-BE49-F238E27FC236}">
                    <a16:creationId xmlns:a16="http://schemas.microsoft.com/office/drawing/2014/main" id="{3EE98E52-23EF-41DD-B659-2E3CEF3198DB}"/>
                  </a:ext>
                </a:extLst>
              </p:cNvPr>
              <p:cNvGrpSpPr/>
              <p:nvPr userDrawn="1"/>
            </p:nvGrpSpPr>
            <p:grpSpPr>
              <a:xfrm>
                <a:off x="-3314821" y="4656539"/>
                <a:ext cx="1495189" cy="563933"/>
                <a:chOff x="-3314821" y="3310415"/>
                <a:chExt cx="1495189" cy="563933"/>
              </a:xfrm>
            </p:grpSpPr>
            <p:sp>
              <p:nvSpPr>
                <p:cNvPr id="107" name="Rechthoek 106">
                  <a:extLst>
                    <a:ext uri="{FF2B5EF4-FFF2-40B4-BE49-F238E27FC236}">
                      <a16:creationId xmlns:a16="http://schemas.microsoft.com/office/drawing/2014/main" id="{01A4A792-48CE-460B-84B6-A2696A96818C}"/>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08" name="Rechthoek 107">
                  <a:extLst>
                    <a:ext uri="{FF2B5EF4-FFF2-40B4-BE49-F238E27FC236}">
                      <a16:creationId xmlns:a16="http://schemas.microsoft.com/office/drawing/2014/main" id="{DC441F9E-5B16-4620-B879-28569EFAD717}"/>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9" name="Tekstvak 108">
                  <a:extLst>
                    <a:ext uri="{FF2B5EF4-FFF2-40B4-BE49-F238E27FC236}">
                      <a16:creationId xmlns:a16="http://schemas.microsoft.com/office/drawing/2014/main" id="{08EEFDB4-FD8A-4A7A-9835-D3CEAA48177A}"/>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Grafiektype wijzigen</a:t>
                  </a:r>
                </a:p>
              </p:txBody>
            </p:sp>
            <p:sp>
              <p:nvSpPr>
                <p:cNvPr id="110" name="Tekstvak 109">
                  <a:extLst>
                    <a:ext uri="{FF2B5EF4-FFF2-40B4-BE49-F238E27FC236}">
                      <a16:creationId xmlns:a16="http://schemas.microsoft.com/office/drawing/2014/main" id="{F258BCF0-021A-4256-92E3-7F2916B01A33}"/>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Gegevens bewerken</a:t>
                  </a:r>
                </a:p>
              </p:txBody>
            </p:sp>
            <p:sp>
              <p:nvSpPr>
                <p:cNvPr id="111" name="Vrije vorm: vorm 110">
                  <a:extLst>
                    <a:ext uri="{FF2B5EF4-FFF2-40B4-BE49-F238E27FC236}">
                      <a16:creationId xmlns:a16="http://schemas.microsoft.com/office/drawing/2014/main" id="{E13E50E4-0BF0-4740-BFDE-AB7B7FA023E6}"/>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grpSp>
              <p:nvGrpSpPr>
                <p:cNvPr id="112" name="Groep 111">
                  <a:extLst>
                    <a:ext uri="{FF2B5EF4-FFF2-40B4-BE49-F238E27FC236}">
                      <a16:creationId xmlns:a16="http://schemas.microsoft.com/office/drawing/2014/main" id="{3CAEC3A1-F2DC-4E45-9F4D-AFF06B59334B}"/>
                    </a:ext>
                  </a:extLst>
                </p:cNvPr>
                <p:cNvGrpSpPr/>
                <p:nvPr userDrawn="1"/>
              </p:nvGrpSpPr>
              <p:grpSpPr>
                <a:xfrm>
                  <a:off x="-3261976" y="3361742"/>
                  <a:ext cx="139861" cy="152244"/>
                  <a:chOff x="12574450" y="6053892"/>
                  <a:chExt cx="169232" cy="184215"/>
                </a:xfrm>
              </p:grpSpPr>
              <p:sp>
                <p:nvSpPr>
                  <p:cNvPr id="132" name="Rechthoek 131">
                    <a:extLst>
                      <a:ext uri="{FF2B5EF4-FFF2-40B4-BE49-F238E27FC236}">
                        <a16:creationId xmlns:a16="http://schemas.microsoft.com/office/drawing/2014/main" id="{84FA2034-8FE3-4ACF-BB7C-DA080C38DC19}"/>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sp>
                <p:nvSpPr>
                  <p:cNvPr id="133" name="Rechthoek 132">
                    <a:extLst>
                      <a:ext uri="{FF2B5EF4-FFF2-40B4-BE49-F238E27FC236}">
                        <a16:creationId xmlns:a16="http://schemas.microsoft.com/office/drawing/2014/main" id="{B947723A-2D45-4D03-A17D-0E1C87FE11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sp>
                <p:nvSpPr>
                  <p:cNvPr id="134" name="Rechthoek 133">
                    <a:extLst>
                      <a:ext uri="{FF2B5EF4-FFF2-40B4-BE49-F238E27FC236}">
                        <a16:creationId xmlns:a16="http://schemas.microsoft.com/office/drawing/2014/main" id="{71022863-9467-4369-A05F-B8C36FC241D4}"/>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113" name="Groep 112">
                  <a:extLst>
                    <a:ext uri="{FF2B5EF4-FFF2-40B4-BE49-F238E27FC236}">
                      <a16:creationId xmlns:a16="http://schemas.microsoft.com/office/drawing/2014/main" id="{BEA58F95-5802-4DFB-A98C-A2855D49172D}"/>
                    </a:ext>
                  </a:extLst>
                </p:cNvPr>
                <p:cNvGrpSpPr/>
                <p:nvPr userDrawn="1"/>
              </p:nvGrpSpPr>
              <p:grpSpPr>
                <a:xfrm>
                  <a:off x="-3261070" y="3635199"/>
                  <a:ext cx="168905" cy="104490"/>
                  <a:chOff x="-3261070" y="3620931"/>
                  <a:chExt cx="193920" cy="119965"/>
                </a:xfrm>
              </p:grpSpPr>
              <p:sp>
                <p:nvSpPr>
                  <p:cNvPr id="114" name="Rechthoek 113">
                    <a:extLst>
                      <a:ext uri="{FF2B5EF4-FFF2-40B4-BE49-F238E27FC236}">
                        <a16:creationId xmlns:a16="http://schemas.microsoft.com/office/drawing/2014/main" id="{D354CCE8-7FE2-450E-A860-A65D7E0ECBA2}"/>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nvGrpSpPr>
                  <p:cNvPr id="115" name="Groep 114">
                    <a:extLst>
                      <a:ext uri="{FF2B5EF4-FFF2-40B4-BE49-F238E27FC236}">
                        <a16:creationId xmlns:a16="http://schemas.microsoft.com/office/drawing/2014/main" id="{C2EB0CFE-0B37-4ED2-B271-2C262D2633AF}"/>
                      </a:ext>
                    </a:extLst>
                  </p:cNvPr>
                  <p:cNvGrpSpPr/>
                  <p:nvPr userDrawn="1"/>
                </p:nvGrpSpPr>
                <p:grpSpPr>
                  <a:xfrm>
                    <a:off x="-3261070" y="3622063"/>
                    <a:ext cx="141113" cy="117345"/>
                    <a:chOff x="1094874" y="-878306"/>
                    <a:chExt cx="867364" cy="613611"/>
                  </a:xfrm>
                </p:grpSpPr>
                <p:cxnSp>
                  <p:nvCxnSpPr>
                    <p:cNvPr id="125" name="Rechte verbindingslijn 124">
                      <a:extLst>
                        <a:ext uri="{FF2B5EF4-FFF2-40B4-BE49-F238E27FC236}">
                          <a16:creationId xmlns:a16="http://schemas.microsoft.com/office/drawing/2014/main" id="{AFAEFA00-CA45-4534-98F8-F69E73410298}"/>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6" name="Rechte verbindingslijn 125">
                      <a:extLst>
                        <a:ext uri="{FF2B5EF4-FFF2-40B4-BE49-F238E27FC236}">
                          <a16:creationId xmlns:a16="http://schemas.microsoft.com/office/drawing/2014/main" id="{9B412AFD-7B8C-4DF3-91C0-3C06B981C384}"/>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7" name="Groep 126">
                      <a:extLst>
                        <a:ext uri="{FF2B5EF4-FFF2-40B4-BE49-F238E27FC236}">
                          <a16:creationId xmlns:a16="http://schemas.microsoft.com/office/drawing/2014/main" id="{7D94C763-7C5D-4836-9EBD-E71DAF0392BC}"/>
                        </a:ext>
                      </a:extLst>
                    </p:cNvPr>
                    <p:cNvGrpSpPr/>
                    <p:nvPr userDrawn="1"/>
                  </p:nvGrpSpPr>
                  <p:grpSpPr>
                    <a:xfrm>
                      <a:off x="1270535" y="-878306"/>
                      <a:ext cx="526983" cy="613611"/>
                      <a:chOff x="1270535" y="-745959"/>
                      <a:chExt cx="526983" cy="481264"/>
                    </a:xfrm>
                  </p:grpSpPr>
                  <p:cxnSp>
                    <p:nvCxnSpPr>
                      <p:cNvPr id="128" name="Rechte verbindingslijn 127">
                        <a:extLst>
                          <a:ext uri="{FF2B5EF4-FFF2-40B4-BE49-F238E27FC236}">
                            <a16:creationId xmlns:a16="http://schemas.microsoft.com/office/drawing/2014/main" id="{F64AD789-6BC0-4A70-B012-71DE5EE0DA88}"/>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9" name="Rechte verbindingslijn 128">
                        <a:extLst>
                          <a:ext uri="{FF2B5EF4-FFF2-40B4-BE49-F238E27FC236}">
                            <a16:creationId xmlns:a16="http://schemas.microsoft.com/office/drawing/2014/main" id="{B2856916-50B6-4385-9C73-33A7DE200F18}"/>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0" name="Rechte verbindingslijn 129">
                        <a:extLst>
                          <a:ext uri="{FF2B5EF4-FFF2-40B4-BE49-F238E27FC236}">
                            <a16:creationId xmlns:a16="http://schemas.microsoft.com/office/drawing/2014/main" id="{AB1A8AAE-78B0-4E16-B78D-6C7207DBD7C9}"/>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1" name="Rechte verbindingslijn 130">
                        <a:extLst>
                          <a:ext uri="{FF2B5EF4-FFF2-40B4-BE49-F238E27FC236}">
                            <a16:creationId xmlns:a16="http://schemas.microsoft.com/office/drawing/2014/main" id="{9408CC6B-E0AF-4505-BA56-B63D4FB870DD}"/>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16" name="Rechte verbindingslijn 115">
                    <a:extLst>
                      <a:ext uri="{FF2B5EF4-FFF2-40B4-BE49-F238E27FC236}">
                        <a16:creationId xmlns:a16="http://schemas.microsoft.com/office/drawing/2014/main" id="{D9FE084F-BD85-40E2-8791-6A2A768FDC0C}"/>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7" name="Rechte verbindingslijn 116">
                    <a:extLst>
                      <a:ext uri="{FF2B5EF4-FFF2-40B4-BE49-F238E27FC236}">
                        <a16:creationId xmlns:a16="http://schemas.microsoft.com/office/drawing/2014/main" id="{258C6F44-C85C-4331-AC2D-11E5FAB9A6AE}"/>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8" name="Rechte verbindingslijn 117">
                    <a:extLst>
                      <a:ext uri="{FF2B5EF4-FFF2-40B4-BE49-F238E27FC236}">
                        <a16:creationId xmlns:a16="http://schemas.microsoft.com/office/drawing/2014/main" id="{5EA16D86-E9C1-4CCB-ADCB-8D4C1EB93AA5}"/>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ED5D0877-2DC0-4ACC-80C0-B51DDB4D0E83}"/>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20" name="Rechthoek 119">
                    <a:extLst>
                      <a:ext uri="{FF2B5EF4-FFF2-40B4-BE49-F238E27FC236}">
                        <a16:creationId xmlns:a16="http://schemas.microsoft.com/office/drawing/2014/main" id="{0A75FAC8-0679-46A6-9ABE-5A93EB973109}"/>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nvGrpSpPr>
                  <p:cNvPr id="121" name="Groep 120">
                    <a:extLst>
                      <a:ext uri="{FF2B5EF4-FFF2-40B4-BE49-F238E27FC236}">
                        <a16:creationId xmlns:a16="http://schemas.microsoft.com/office/drawing/2014/main" id="{061610D4-DB6A-41F2-878C-1168B7464B6E}"/>
                      </a:ext>
                    </a:extLst>
                  </p:cNvPr>
                  <p:cNvGrpSpPr/>
                  <p:nvPr userDrawn="1"/>
                </p:nvGrpSpPr>
                <p:grpSpPr>
                  <a:xfrm rot="2700000">
                    <a:off x="-3158000" y="3650045"/>
                    <a:ext cx="34350" cy="147351"/>
                    <a:chOff x="3148392" y="-836646"/>
                    <a:chExt cx="132124" cy="596095"/>
                  </a:xfrm>
                  <a:solidFill>
                    <a:srgbClr val="3399FF"/>
                  </a:solidFill>
                </p:grpSpPr>
                <p:sp>
                  <p:nvSpPr>
                    <p:cNvPr id="122" name="Rechthoek 121">
                      <a:extLst>
                        <a:ext uri="{FF2B5EF4-FFF2-40B4-BE49-F238E27FC236}">
                          <a16:creationId xmlns:a16="http://schemas.microsoft.com/office/drawing/2014/main" id="{E174C5CF-6E26-4BFE-81AB-0F3D3935088D}"/>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23" name="Rechthoek: afgeronde bovenhoeken 122">
                      <a:extLst>
                        <a:ext uri="{FF2B5EF4-FFF2-40B4-BE49-F238E27FC236}">
                          <a16:creationId xmlns:a16="http://schemas.microsoft.com/office/drawing/2014/main" id="{2E195A6C-619A-45FF-9648-F6D5EC3280B6}"/>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24" name="Gelijkbenige driehoek 123">
                      <a:extLst>
                        <a:ext uri="{FF2B5EF4-FFF2-40B4-BE49-F238E27FC236}">
                          <a16:creationId xmlns:a16="http://schemas.microsoft.com/office/drawing/2014/main" id="{E37011A6-DA25-4CB4-BC44-6364BA2AD2CB}"/>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grpSp>
          </p:grpSp>
          <p:sp>
            <p:nvSpPr>
              <p:cNvPr id="103" name="Rechthoek 102">
                <a:extLst>
                  <a:ext uri="{FF2B5EF4-FFF2-40B4-BE49-F238E27FC236}">
                    <a16:creationId xmlns:a16="http://schemas.microsoft.com/office/drawing/2014/main" id="{5F904B88-744F-452E-87F0-7205E37ABDFE}"/>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104" name="ICOON_info">
                <a:extLst>
                  <a:ext uri="{FF2B5EF4-FFF2-40B4-BE49-F238E27FC236}">
                    <a16:creationId xmlns:a16="http://schemas.microsoft.com/office/drawing/2014/main" id="{637E9E26-A493-4BCF-98E6-A56BB95917AF}"/>
                  </a:ext>
                </a:extLst>
              </p:cNvPr>
              <p:cNvGrpSpPr/>
              <p:nvPr userDrawn="1"/>
            </p:nvGrpSpPr>
            <p:grpSpPr>
              <a:xfrm>
                <a:off x="-376736" y="5269335"/>
                <a:ext cx="283685" cy="283685"/>
                <a:chOff x="-510741" y="5913713"/>
                <a:chExt cx="267555" cy="267555"/>
              </a:xfrm>
            </p:grpSpPr>
            <p:sp>
              <p:nvSpPr>
                <p:cNvPr id="105" name="Ovaal 104">
                  <a:extLst>
                    <a:ext uri="{FF2B5EF4-FFF2-40B4-BE49-F238E27FC236}">
                      <a16:creationId xmlns:a16="http://schemas.microsoft.com/office/drawing/2014/main" id="{1D580A5D-D3FF-4BB0-8B72-4250133D9FF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106" name="Graphic 163" descr="Informatie">
                  <a:extLst>
                    <a:ext uri="{FF2B5EF4-FFF2-40B4-BE49-F238E27FC236}">
                      <a16:creationId xmlns:a16="http://schemas.microsoft.com/office/drawing/2014/main" id="{F74266F3-88AD-4C61-B52D-B7D2D133F24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a:solidFill>
                      <a:srgbClr val="211F26"/>
                    </a:solidFill>
                    <a:latin typeface="Calibri" panose="020F0502020204030204" pitchFamily="34" charset="0"/>
                    <a:cs typeface="Calibri" panose="020F0502020204030204" pitchFamily="34" charset="0"/>
                  </a:endParaRPr>
                </a:p>
              </p:txBody>
            </p:sp>
          </p:grpSp>
        </p:grpSp>
        <p:grpSp>
          <p:nvGrpSpPr>
            <p:cNvPr id="80" name="INSTRUCTIE">
              <a:extLst>
                <a:ext uri="{FF2B5EF4-FFF2-40B4-BE49-F238E27FC236}">
                  <a16:creationId xmlns:a16="http://schemas.microsoft.com/office/drawing/2014/main" id="{DD5E165D-DC45-4245-908D-6CB476AB89B2}"/>
                </a:ext>
              </a:extLst>
            </p:cNvPr>
            <p:cNvGrpSpPr/>
            <p:nvPr userDrawn="1"/>
          </p:nvGrpSpPr>
          <p:grpSpPr>
            <a:xfrm>
              <a:off x="-3786165" y="1"/>
              <a:ext cx="3593091" cy="3570215"/>
              <a:chOff x="-3786165" y="1"/>
              <a:chExt cx="3593091" cy="3570215"/>
            </a:xfrm>
          </p:grpSpPr>
          <p:sp>
            <p:nvSpPr>
              <p:cNvPr id="81" name="Rechthoek 80">
                <a:extLst>
                  <a:ext uri="{FF2B5EF4-FFF2-40B4-BE49-F238E27FC236}">
                    <a16:creationId xmlns:a16="http://schemas.microsoft.com/office/drawing/2014/main" id="{5A753C5C-F0FC-42B2-A588-FEE9DB17F729}"/>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Grafiek invoegen/opmaken</a:t>
                </a:r>
              </a:p>
            </p:txBody>
          </p:sp>
          <p:sp>
            <p:nvSpPr>
              <p:cNvPr id="82" name="Ovaal 81">
                <a:extLst>
                  <a:ext uri="{FF2B5EF4-FFF2-40B4-BE49-F238E27FC236}">
                    <a16:creationId xmlns:a16="http://schemas.microsoft.com/office/drawing/2014/main" id="{76829774-A30D-4810-B5E9-DA7AC6130C66}"/>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3" name="Rechthoek 82">
                <a:extLst>
                  <a:ext uri="{FF2B5EF4-FFF2-40B4-BE49-F238E27FC236}">
                    <a16:creationId xmlns:a16="http://schemas.microsoft.com/office/drawing/2014/main" id="{9DF69EEE-746B-412D-977C-F724A17AD0C5}"/>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sp>
            <p:nvSpPr>
              <p:cNvPr id="84" name="Ovaal 83">
                <a:extLst>
                  <a:ext uri="{FF2B5EF4-FFF2-40B4-BE49-F238E27FC236}">
                    <a16:creationId xmlns:a16="http://schemas.microsoft.com/office/drawing/2014/main" id="{C2EB5319-8296-4C7D-A7CC-D2AD75A0D0FD}"/>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31DBA489-E8B9-4157-9DCD-3D3B86B724BF}"/>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C1814997-1673-41E4-BC09-AA514D52FE52}"/>
                  </a:ext>
                </a:extLst>
              </p:cNvPr>
              <p:cNvGrpSpPr/>
              <p:nvPr userDrawn="1"/>
            </p:nvGrpSpPr>
            <p:grpSpPr>
              <a:xfrm>
                <a:off x="-3311319" y="2164285"/>
                <a:ext cx="825500" cy="209550"/>
                <a:chOff x="13504624" y="2482850"/>
                <a:chExt cx="825500" cy="209550"/>
              </a:xfrm>
            </p:grpSpPr>
            <p:sp>
              <p:nvSpPr>
                <p:cNvPr id="96" name="Rechthoek 95">
                  <a:extLst>
                    <a:ext uri="{FF2B5EF4-FFF2-40B4-BE49-F238E27FC236}">
                      <a16:creationId xmlns:a16="http://schemas.microsoft.com/office/drawing/2014/main" id="{FCFD399A-9DB6-442C-B63D-DD2971BC9C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97" name="Rechte verbindingslijn 96">
                  <a:extLst>
                    <a:ext uri="{FF2B5EF4-FFF2-40B4-BE49-F238E27FC236}">
                      <a16:creationId xmlns:a16="http://schemas.microsoft.com/office/drawing/2014/main" id="{41C3B35C-891A-4E5D-AB1E-916B3E2924B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8" name="Gelijkbenige driehoek 97">
                  <a:extLst>
                    <a:ext uri="{FF2B5EF4-FFF2-40B4-BE49-F238E27FC236}">
                      <a16:creationId xmlns:a16="http://schemas.microsoft.com/office/drawing/2014/main" id="{C3131AF0-07CD-4946-B098-23FC11CC775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grpSp>
            <p:nvGrpSpPr>
              <p:cNvPr id="87" name="Groep 86">
                <a:extLst>
                  <a:ext uri="{FF2B5EF4-FFF2-40B4-BE49-F238E27FC236}">
                    <a16:creationId xmlns:a16="http://schemas.microsoft.com/office/drawing/2014/main" id="{A4F20450-FD36-49D2-9374-7444B03A5B8C}"/>
                  </a:ext>
                </a:extLst>
              </p:cNvPr>
              <p:cNvGrpSpPr/>
              <p:nvPr userDrawn="1"/>
            </p:nvGrpSpPr>
            <p:grpSpPr>
              <a:xfrm>
                <a:off x="-3316599" y="1232480"/>
                <a:ext cx="289372" cy="314992"/>
                <a:chOff x="7322769" y="-310267"/>
                <a:chExt cx="289372" cy="314992"/>
              </a:xfrm>
            </p:grpSpPr>
            <p:sp>
              <p:nvSpPr>
                <p:cNvPr id="93" name="Rechthoek 92">
                  <a:extLst>
                    <a:ext uri="{FF2B5EF4-FFF2-40B4-BE49-F238E27FC236}">
                      <a16:creationId xmlns:a16="http://schemas.microsoft.com/office/drawing/2014/main" id="{E54AF7F8-6218-4DB0-A04A-C6A33AFF719E}"/>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94" name="Rechthoek 93">
                  <a:extLst>
                    <a:ext uri="{FF2B5EF4-FFF2-40B4-BE49-F238E27FC236}">
                      <a16:creationId xmlns:a16="http://schemas.microsoft.com/office/drawing/2014/main" id="{A83C88D3-9D4D-45B3-8CF5-55717DD72625}"/>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95" name="Rechthoek 94">
                  <a:extLst>
                    <a:ext uri="{FF2B5EF4-FFF2-40B4-BE49-F238E27FC236}">
                      <a16:creationId xmlns:a16="http://schemas.microsoft.com/office/drawing/2014/main" id="{79DA98A2-4FD2-4AA5-A8BB-5C1B4812672B}"/>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sp>
            <p:nvSpPr>
              <p:cNvPr id="88" name="Ovaal 87">
                <a:extLst>
                  <a:ext uri="{FF2B5EF4-FFF2-40B4-BE49-F238E27FC236}">
                    <a16:creationId xmlns:a16="http://schemas.microsoft.com/office/drawing/2014/main" id="{82D214EA-DECF-45CD-A5FB-C655994169AB}"/>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9" name="Rechthoek 88">
                <a:extLst>
                  <a:ext uri="{FF2B5EF4-FFF2-40B4-BE49-F238E27FC236}">
                    <a16:creationId xmlns:a16="http://schemas.microsoft.com/office/drawing/2014/main" id="{12AE77C2-76A0-4486-BD2A-1952A78501C5}"/>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90" name="Groep 89">
                <a:extLst>
                  <a:ext uri="{FF2B5EF4-FFF2-40B4-BE49-F238E27FC236}">
                    <a16:creationId xmlns:a16="http://schemas.microsoft.com/office/drawing/2014/main" id="{FE7071E7-427A-4C59-AC6C-3DBDDFDB07AB}"/>
                  </a:ext>
                </a:extLst>
              </p:cNvPr>
              <p:cNvGrpSpPr/>
              <p:nvPr userDrawn="1"/>
            </p:nvGrpSpPr>
            <p:grpSpPr>
              <a:xfrm>
                <a:off x="-3312582" y="3144513"/>
                <a:ext cx="576000" cy="246597"/>
                <a:chOff x="-3312582" y="1060763"/>
                <a:chExt cx="576000" cy="246597"/>
              </a:xfrm>
            </p:grpSpPr>
            <p:sp>
              <p:nvSpPr>
                <p:cNvPr id="91" name="Rechthoek 90">
                  <a:extLst>
                    <a:ext uri="{FF2B5EF4-FFF2-40B4-BE49-F238E27FC236}">
                      <a16:creationId xmlns:a16="http://schemas.microsoft.com/office/drawing/2014/main" id="{D53E4546-CC8C-4AA6-8F6D-90D31B0CE6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a:solidFill>
                        <a:srgbClr val="B74629"/>
                      </a:solidFill>
                      <a:latin typeface="Calibri" panose="020F0502020204030204" pitchFamily="34" charset="0"/>
                      <a:cs typeface="Calibri" panose="020F0502020204030204" pitchFamily="34" charset="0"/>
                    </a:rPr>
                    <a:t>Opmaak</a:t>
                  </a:r>
                </a:p>
              </p:txBody>
            </p:sp>
            <p:sp>
              <p:nvSpPr>
                <p:cNvPr id="92" name="Rechthoek 91">
                  <a:extLst>
                    <a:ext uri="{FF2B5EF4-FFF2-40B4-BE49-F238E27FC236}">
                      <a16:creationId xmlns:a16="http://schemas.microsoft.com/office/drawing/2014/main" id="{09B63EDE-03E1-4356-9A95-6D4A4C3433A9}"/>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sp>
        <p:nvSpPr>
          <p:cNvPr id="136" name="Tijdelijke aanduiding voor tabel 16">
            <a:extLst>
              <a:ext uri="{FF2B5EF4-FFF2-40B4-BE49-F238E27FC236}">
                <a16:creationId xmlns:a16="http://schemas.microsoft.com/office/drawing/2014/main" id="{89E4726B-3DD0-4DFE-AD40-C9B88ADE1209}"/>
              </a:ext>
            </a:extLst>
          </p:cNvPr>
          <p:cNvSpPr>
            <a:spLocks noGrp="1"/>
          </p:cNvSpPr>
          <p:nvPr>
            <p:ph type="tbl" sz="quarter" idx="16" hasCustomPrompt="1"/>
          </p:nvPr>
        </p:nvSpPr>
        <p:spPr>
          <a:xfrm>
            <a:off x="6319497" y="1776184"/>
            <a:ext cx="5391391" cy="4575174"/>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Tree>
    <p:extLst>
      <p:ext uri="{BB962C8B-B14F-4D97-AF65-F5344CB8AC3E}">
        <p14:creationId xmlns:p14="http://schemas.microsoft.com/office/powerpoint/2010/main" val="410884552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6"/>
            <a:ext cx="11160125" cy="869860"/>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8" name="Rechthoek: afgeronde hoeken 7">
            <a:extLst>
              <a:ext uri="{FF2B5EF4-FFF2-40B4-BE49-F238E27FC236}">
                <a16:creationId xmlns:a16="http://schemas.microsoft.com/office/drawing/2014/main" id="{2CB6E363-810F-4273-949C-A7D72C07CE4F}"/>
              </a:ext>
            </a:extLst>
          </p:cNvPr>
          <p:cNvSpPr/>
          <p:nvPr userDrawn="1"/>
        </p:nvSpPr>
        <p:spPr>
          <a:xfrm>
            <a:off x="0" y="-429492"/>
            <a:ext cx="102072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TABLE</a:t>
            </a:r>
          </a:p>
        </p:txBody>
      </p:sp>
      <p:grpSp>
        <p:nvGrpSpPr>
          <p:cNvPr id="68" name="INSTRUCTIE">
            <a:extLst>
              <a:ext uri="{FF2B5EF4-FFF2-40B4-BE49-F238E27FC236}">
                <a16:creationId xmlns:a16="http://schemas.microsoft.com/office/drawing/2014/main" id="{0234D544-189B-4884-B0CA-40F0E3F386DC}"/>
              </a:ext>
            </a:extLst>
          </p:cNvPr>
          <p:cNvGrpSpPr/>
          <p:nvPr userDrawn="1"/>
        </p:nvGrpSpPr>
        <p:grpSpPr>
          <a:xfrm>
            <a:off x="-3786437" y="1"/>
            <a:ext cx="3693386" cy="6233352"/>
            <a:chOff x="-3786437" y="1"/>
            <a:chExt cx="3693386" cy="6233352"/>
          </a:xfrm>
        </p:grpSpPr>
        <p:grpSp>
          <p:nvGrpSpPr>
            <p:cNvPr id="69" name="Groep 68">
              <a:extLst>
                <a:ext uri="{FF2B5EF4-FFF2-40B4-BE49-F238E27FC236}">
                  <a16:creationId xmlns:a16="http://schemas.microsoft.com/office/drawing/2014/main" id="{D96ACFEE-3E74-4A0F-82A4-B52866030924}"/>
                </a:ext>
              </a:extLst>
            </p:cNvPr>
            <p:cNvGrpSpPr/>
            <p:nvPr userDrawn="1"/>
          </p:nvGrpSpPr>
          <p:grpSpPr>
            <a:xfrm>
              <a:off x="-3786437" y="3752148"/>
              <a:ext cx="3693386" cy="2481205"/>
              <a:chOff x="-3786437" y="3752148"/>
              <a:chExt cx="3693386" cy="2481205"/>
            </a:xfrm>
          </p:grpSpPr>
          <p:sp>
            <p:nvSpPr>
              <p:cNvPr id="89" name="Rechthoek 88">
                <a:extLst>
                  <a:ext uri="{FF2B5EF4-FFF2-40B4-BE49-F238E27FC236}">
                    <a16:creationId xmlns:a16="http://schemas.microsoft.com/office/drawing/2014/main" id="{29D481FF-C6B3-4DF2-8278-99775BC8EE43}"/>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err="1">
                    <a:solidFill>
                      <a:schemeClr val="accent1"/>
                    </a:solidFill>
                    <a:latin typeface="Calibri" panose="020F0502020204030204" pitchFamily="34" charset="0"/>
                    <a:cs typeface="Calibri" panose="020F0502020204030204" pitchFamily="34" charset="0"/>
                  </a:rPr>
                  <a:t>Graphic</a:t>
                </a:r>
                <a:r>
                  <a:rPr lang="nl-NL" sz="1400" b="1" cap="all" baseline="0" noProof="0">
                    <a:solidFill>
                      <a:schemeClr val="accent1"/>
                    </a:solidFill>
                    <a:latin typeface="Calibri" panose="020F0502020204030204" pitchFamily="34" charset="0"/>
                    <a:cs typeface="Calibri" panose="020F0502020204030204" pitchFamily="34" charset="0"/>
                  </a:rPr>
                  <a:t> data bewerken</a:t>
                </a:r>
              </a:p>
            </p:txBody>
          </p:sp>
          <p:sp>
            <p:nvSpPr>
              <p:cNvPr id="90" name="Ovaal 89">
                <a:extLst>
                  <a:ext uri="{FF2B5EF4-FFF2-40B4-BE49-F238E27FC236}">
                    <a16:creationId xmlns:a16="http://schemas.microsoft.com/office/drawing/2014/main" id="{7A2B02A4-9118-46B7-98CF-F6B40C97DC16}"/>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1" name="Rechthoek 90">
                <a:extLst>
                  <a:ext uri="{FF2B5EF4-FFF2-40B4-BE49-F238E27FC236}">
                    <a16:creationId xmlns:a16="http://schemas.microsoft.com/office/drawing/2014/main" id="{7FFD4365-4A25-4D91-BF77-3F3E629D2D68}"/>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2" name="Groep 91">
                <a:extLst>
                  <a:ext uri="{FF2B5EF4-FFF2-40B4-BE49-F238E27FC236}">
                    <a16:creationId xmlns:a16="http://schemas.microsoft.com/office/drawing/2014/main" id="{D5015839-E1CC-4164-86FC-C92BE2CDC8F5}"/>
                  </a:ext>
                </a:extLst>
              </p:cNvPr>
              <p:cNvGrpSpPr/>
              <p:nvPr userDrawn="1"/>
            </p:nvGrpSpPr>
            <p:grpSpPr>
              <a:xfrm>
                <a:off x="-3314821" y="4656539"/>
                <a:ext cx="1495189" cy="563933"/>
                <a:chOff x="-3314821" y="3310415"/>
                <a:chExt cx="1495189" cy="563933"/>
              </a:xfrm>
            </p:grpSpPr>
            <p:sp>
              <p:nvSpPr>
                <p:cNvPr id="97" name="Rechthoek 96">
                  <a:extLst>
                    <a:ext uri="{FF2B5EF4-FFF2-40B4-BE49-F238E27FC236}">
                      <a16:creationId xmlns:a16="http://schemas.microsoft.com/office/drawing/2014/main" id="{AFD3EA65-8425-4335-8DC2-A42ADE0A32EF}"/>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98" name="Rechthoek 97">
                  <a:extLst>
                    <a:ext uri="{FF2B5EF4-FFF2-40B4-BE49-F238E27FC236}">
                      <a16:creationId xmlns:a16="http://schemas.microsoft.com/office/drawing/2014/main" id="{DC6A3DD1-0591-4BF7-99BD-AE7827F003A4}"/>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99" name="Tekstvak 98">
                  <a:extLst>
                    <a:ext uri="{FF2B5EF4-FFF2-40B4-BE49-F238E27FC236}">
                      <a16:creationId xmlns:a16="http://schemas.microsoft.com/office/drawing/2014/main" id="{0D549732-956C-47F6-84B9-C6EA0398CF2F}"/>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Grafiektype wijzigen</a:t>
                  </a:r>
                </a:p>
              </p:txBody>
            </p:sp>
            <p:sp>
              <p:nvSpPr>
                <p:cNvPr id="100" name="Tekstvak 99">
                  <a:extLst>
                    <a:ext uri="{FF2B5EF4-FFF2-40B4-BE49-F238E27FC236}">
                      <a16:creationId xmlns:a16="http://schemas.microsoft.com/office/drawing/2014/main" id="{FFD6CACD-C828-4186-9ADB-D4193519863C}"/>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Gegevens bewerken</a:t>
                  </a:r>
                </a:p>
              </p:txBody>
            </p:sp>
            <p:sp>
              <p:nvSpPr>
                <p:cNvPr id="101" name="Vrije vorm: vorm 100">
                  <a:extLst>
                    <a:ext uri="{FF2B5EF4-FFF2-40B4-BE49-F238E27FC236}">
                      <a16:creationId xmlns:a16="http://schemas.microsoft.com/office/drawing/2014/main" id="{AEF53839-8447-41F6-B8D7-C1FC9E030BF0}"/>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grpSp>
              <p:nvGrpSpPr>
                <p:cNvPr id="102" name="Groep 101">
                  <a:extLst>
                    <a:ext uri="{FF2B5EF4-FFF2-40B4-BE49-F238E27FC236}">
                      <a16:creationId xmlns:a16="http://schemas.microsoft.com/office/drawing/2014/main" id="{CE73A4C5-81B4-4E72-8838-3081A4387E53}"/>
                    </a:ext>
                  </a:extLst>
                </p:cNvPr>
                <p:cNvGrpSpPr/>
                <p:nvPr userDrawn="1"/>
              </p:nvGrpSpPr>
              <p:grpSpPr>
                <a:xfrm>
                  <a:off x="-3261976" y="3361742"/>
                  <a:ext cx="139861" cy="152244"/>
                  <a:chOff x="12574450" y="6053892"/>
                  <a:chExt cx="169232" cy="184215"/>
                </a:xfrm>
              </p:grpSpPr>
              <p:sp>
                <p:nvSpPr>
                  <p:cNvPr id="122" name="Rechthoek 121">
                    <a:extLst>
                      <a:ext uri="{FF2B5EF4-FFF2-40B4-BE49-F238E27FC236}">
                        <a16:creationId xmlns:a16="http://schemas.microsoft.com/office/drawing/2014/main" id="{382A52DE-14E8-49D7-930D-794751AF6758}"/>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sp>
                <p:nvSpPr>
                  <p:cNvPr id="123" name="Rechthoek 122">
                    <a:extLst>
                      <a:ext uri="{FF2B5EF4-FFF2-40B4-BE49-F238E27FC236}">
                        <a16:creationId xmlns:a16="http://schemas.microsoft.com/office/drawing/2014/main" id="{6DB90010-F51C-427D-B3AF-C56E2004D5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305DC0F8-0517-4D4A-A5E7-599CB2B1E7E0}"/>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103" name="Groep 102">
                  <a:extLst>
                    <a:ext uri="{FF2B5EF4-FFF2-40B4-BE49-F238E27FC236}">
                      <a16:creationId xmlns:a16="http://schemas.microsoft.com/office/drawing/2014/main" id="{B8223D4F-714B-4BD1-9023-64A7283D70AC}"/>
                    </a:ext>
                  </a:extLst>
                </p:cNvPr>
                <p:cNvGrpSpPr/>
                <p:nvPr userDrawn="1"/>
              </p:nvGrpSpPr>
              <p:grpSpPr>
                <a:xfrm>
                  <a:off x="-3261070" y="3635199"/>
                  <a:ext cx="168905" cy="104490"/>
                  <a:chOff x="-3261070" y="3620931"/>
                  <a:chExt cx="193920" cy="119965"/>
                </a:xfrm>
              </p:grpSpPr>
              <p:sp>
                <p:nvSpPr>
                  <p:cNvPr id="104" name="Rechthoek 103">
                    <a:extLst>
                      <a:ext uri="{FF2B5EF4-FFF2-40B4-BE49-F238E27FC236}">
                        <a16:creationId xmlns:a16="http://schemas.microsoft.com/office/drawing/2014/main" id="{ADB20AC8-15D5-4563-A96D-F6218016299A}"/>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nvGrpSpPr>
                  <p:cNvPr id="105" name="Groep 104">
                    <a:extLst>
                      <a:ext uri="{FF2B5EF4-FFF2-40B4-BE49-F238E27FC236}">
                        <a16:creationId xmlns:a16="http://schemas.microsoft.com/office/drawing/2014/main" id="{ADDFE956-46C8-433D-BC53-8AA8C7B6B8EB}"/>
                      </a:ext>
                    </a:extLst>
                  </p:cNvPr>
                  <p:cNvGrpSpPr/>
                  <p:nvPr userDrawn="1"/>
                </p:nvGrpSpPr>
                <p:grpSpPr>
                  <a:xfrm>
                    <a:off x="-3261070" y="3622063"/>
                    <a:ext cx="141113" cy="117345"/>
                    <a:chOff x="1094874" y="-878306"/>
                    <a:chExt cx="867364" cy="613611"/>
                  </a:xfrm>
                </p:grpSpPr>
                <p:cxnSp>
                  <p:nvCxnSpPr>
                    <p:cNvPr id="115" name="Rechte verbindingslijn 114">
                      <a:extLst>
                        <a:ext uri="{FF2B5EF4-FFF2-40B4-BE49-F238E27FC236}">
                          <a16:creationId xmlns:a16="http://schemas.microsoft.com/office/drawing/2014/main" id="{09881C58-FEC2-4A91-8D06-DA6DD43E948B}"/>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6" name="Rechte verbindingslijn 115">
                      <a:extLst>
                        <a:ext uri="{FF2B5EF4-FFF2-40B4-BE49-F238E27FC236}">
                          <a16:creationId xmlns:a16="http://schemas.microsoft.com/office/drawing/2014/main" id="{52B1EEBB-446B-4433-9200-30594591404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17" name="Groep 116">
                      <a:extLst>
                        <a:ext uri="{FF2B5EF4-FFF2-40B4-BE49-F238E27FC236}">
                          <a16:creationId xmlns:a16="http://schemas.microsoft.com/office/drawing/2014/main" id="{EF1EC329-3439-4427-9A4E-D1BD4FBA1F80}"/>
                        </a:ext>
                      </a:extLst>
                    </p:cNvPr>
                    <p:cNvGrpSpPr/>
                    <p:nvPr userDrawn="1"/>
                  </p:nvGrpSpPr>
                  <p:grpSpPr>
                    <a:xfrm>
                      <a:off x="1270535" y="-878306"/>
                      <a:ext cx="526983" cy="613611"/>
                      <a:chOff x="1270535" y="-745959"/>
                      <a:chExt cx="526983" cy="481264"/>
                    </a:xfrm>
                  </p:grpSpPr>
                  <p:cxnSp>
                    <p:nvCxnSpPr>
                      <p:cNvPr id="118" name="Rechte verbindingslijn 117">
                        <a:extLst>
                          <a:ext uri="{FF2B5EF4-FFF2-40B4-BE49-F238E27FC236}">
                            <a16:creationId xmlns:a16="http://schemas.microsoft.com/office/drawing/2014/main" id="{B973B926-228C-4B90-9333-5CDF6BC7A6E5}"/>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BC0A888F-576B-47FE-B03C-07D1760FD7AD}"/>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0" name="Rechte verbindingslijn 119">
                        <a:extLst>
                          <a:ext uri="{FF2B5EF4-FFF2-40B4-BE49-F238E27FC236}">
                            <a16:creationId xmlns:a16="http://schemas.microsoft.com/office/drawing/2014/main" id="{3C1668A8-110B-4B9B-8C31-970629666D1D}"/>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1" name="Rechte verbindingslijn 120">
                        <a:extLst>
                          <a:ext uri="{FF2B5EF4-FFF2-40B4-BE49-F238E27FC236}">
                            <a16:creationId xmlns:a16="http://schemas.microsoft.com/office/drawing/2014/main" id="{8DDE7D0A-45E0-4330-A5A3-BEB6739BF225}"/>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06" name="Rechte verbindingslijn 105">
                    <a:extLst>
                      <a:ext uri="{FF2B5EF4-FFF2-40B4-BE49-F238E27FC236}">
                        <a16:creationId xmlns:a16="http://schemas.microsoft.com/office/drawing/2014/main" id="{105F4FD1-B876-4033-B580-4944887A1FD2}"/>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7" name="Rechte verbindingslijn 106">
                    <a:extLst>
                      <a:ext uri="{FF2B5EF4-FFF2-40B4-BE49-F238E27FC236}">
                        <a16:creationId xmlns:a16="http://schemas.microsoft.com/office/drawing/2014/main" id="{E095657C-1391-4627-8E4E-B48AD03C28C6}"/>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8" name="Rechte verbindingslijn 107">
                    <a:extLst>
                      <a:ext uri="{FF2B5EF4-FFF2-40B4-BE49-F238E27FC236}">
                        <a16:creationId xmlns:a16="http://schemas.microsoft.com/office/drawing/2014/main" id="{B93379A4-947F-413B-BB47-5B2916F4F669}"/>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9" name="Rechte verbindingslijn 108">
                    <a:extLst>
                      <a:ext uri="{FF2B5EF4-FFF2-40B4-BE49-F238E27FC236}">
                        <a16:creationId xmlns:a16="http://schemas.microsoft.com/office/drawing/2014/main" id="{1259E15A-516F-4B29-9590-700FE08F5F1B}"/>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10" name="Rechthoek 109">
                    <a:extLst>
                      <a:ext uri="{FF2B5EF4-FFF2-40B4-BE49-F238E27FC236}">
                        <a16:creationId xmlns:a16="http://schemas.microsoft.com/office/drawing/2014/main" id="{D157E865-7321-4984-88D9-6E9BD6A060CA}"/>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nvGrpSpPr>
                  <p:cNvPr id="111" name="Groep 110">
                    <a:extLst>
                      <a:ext uri="{FF2B5EF4-FFF2-40B4-BE49-F238E27FC236}">
                        <a16:creationId xmlns:a16="http://schemas.microsoft.com/office/drawing/2014/main" id="{68A5EDEF-A3B7-4D6B-9CDA-EE36AFA6A323}"/>
                      </a:ext>
                    </a:extLst>
                  </p:cNvPr>
                  <p:cNvGrpSpPr/>
                  <p:nvPr userDrawn="1"/>
                </p:nvGrpSpPr>
                <p:grpSpPr>
                  <a:xfrm rot="2700000">
                    <a:off x="-3158000" y="3650045"/>
                    <a:ext cx="34350" cy="147351"/>
                    <a:chOff x="3148392" y="-836646"/>
                    <a:chExt cx="132124" cy="596095"/>
                  </a:xfrm>
                  <a:solidFill>
                    <a:srgbClr val="3399FF"/>
                  </a:solidFill>
                </p:grpSpPr>
                <p:sp>
                  <p:nvSpPr>
                    <p:cNvPr id="112" name="Rechthoek 111">
                      <a:extLst>
                        <a:ext uri="{FF2B5EF4-FFF2-40B4-BE49-F238E27FC236}">
                          <a16:creationId xmlns:a16="http://schemas.microsoft.com/office/drawing/2014/main" id="{4DAD7C11-1E3E-4AFE-9E90-0CD097C086F7}"/>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13" name="Rechthoek: afgeronde bovenhoeken 112">
                      <a:extLst>
                        <a:ext uri="{FF2B5EF4-FFF2-40B4-BE49-F238E27FC236}">
                          <a16:creationId xmlns:a16="http://schemas.microsoft.com/office/drawing/2014/main" id="{C7C274C2-FFB4-4EA4-851E-9669C8260807}"/>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14" name="Gelijkbenige driehoek 113">
                      <a:extLst>
                        <a:ext uri="{FF2B5EF4-FFF2-40B4-BE49-F238E27FC236}">
                          <a16:creationId xmlns:a16="http://schemas.microsoft.com/office/drawing/2014/main" id="{B5E1C0EE-8722-495B-8280-98B5879C4687}"/>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grpSp>
          </p:grpSp>
          <p:sp>
            <p:nvSpPr>
              <p:cNvPr id="93" name="Rechthoek 92">
                <a:extLst>
                  <a:ext uri="{FF2B5EF4-FFF2-40B4-BE49-F238E27FC236}">
                    <a16:creationId xmlns:a16="http://schemas.microsoft.com/office/drawing/2014/main" id="{05906D92-23F9-49FA-8E9F-FA5AD7BACC20}"/>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94" name="ICOON_info">
                <a:extLst>
                  <a:ext uri="{FF2B5EF4-FFF2-40B4-BE49-F238E27FC236}">
                    <a16:creationId xmlns:a16="http://schemas.microsoft.com/office/drawing/2014/main" id="{30463973-5819-4263-9B7B-E02A10754D05}"/>
                  </a:ext>
                </a:extLst>
              </p:cNvPr>
              <p:cNvGrpSpPr/>
              <p:nvPr userDrawn="1"/>
            </p:nvGrpSpPr>
            <p:grpSpPr>
              <a:xfrm>
                <a:off x="-376736" y="5269335"/>
                <a:ext cx="283685" cy="283685"/>
                <a:chOff x="-510741" y="5913713"/>
                <a:chExt cx="267555" cy="267555"/>
              </a:xfrm>
            </p:grpSpPr>
            <p:sp>
              <p:nvSpPr>
                <p:cNvPr id="95" name="Ovaal 94">
                  <a:extLst>
                    <a:ext uri="{FF2B5EF4-FFF2-40B4-BE49-F238E27FC236}">
                      <a16:creationId xmlns:a16="http://schemas.microsoft.com/office/drawing/2014/main" id="{E10DD3EB-E689-495E-B9D8-E3D94DA83DD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96" name="Graphic 163" descr="Informatie">
                  <a:extLst>
                    <a:ext uri="{FF2B5EF4-FFF2-40B4-BE49-F238E27FC236}">
                      <a16:creationId xmlns:a16="http://schemas.microsoft.com/office/drawing/2014/main" id="{7EE336EE-0157-406C-BB4F-B9632A80B9B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a:solidFill>
                      <a:srgbClr val="211F26"/>
                    </a:solidFill>
                    <a:latin typeface="Calibri" panose="020F0502020204030204" pitchFamily="34" charset="0"/>
                    <a:cs typeface="Calibri" panose="020F0502020204030204" pitchFamily="34" charset="0"/>
                  </a:endParaRPr>
                </a:p>
              </p:txBody>
            </p:sp>
          </p:grpSp>
        </p:grpSp>
        <p:grpSp>
          <p:nvGrpSpPr>
            <p:cNvPr id="70" name="INSTRUCTIE">
              <a:extLst>
                <a:ext uri="{FF2B5EF4-FFF2-40B4-BE49-F238E27FC236}">
                  <a16:creationId xmlns:a16="http://schemas.microsoft.com/office/drawing/2014/main" id="{3FE8834D-8107-496B-852C-A737EF4C6092}"/>
                </a:ext>
              </a:extLst>
            </p:cNvPr>
            <p:cNvGrpSpPr/>
            <p:nvPr userDrawn="1"/>
          </p:nvGrpSpPr>
          <p:grpSpPr>
            <a:xfrm>
              <a:off x="-3786165" y="1"/>
              <a:ext cx="3593091" cy="3570215"/>
              <a:chOff x="-3786165" y="1"/>
              <a:chExt cx="3593091" cy="3570215"/>
            </a:xfrm>
          </p:grpSpPr>
          <p:sp>
            <p:nvSpPr>
              <p:cNvPr id="71" name="Rechthoek 70">
                <a:extLst>
                  <a:ext uri="{FF2B5EF4-FFF2-40B4-BE49-F238E27FC236}">
                    <a16:creationId xmlns:a16="http://schemas.microsoft.com/office/drawing/2014/main" id="{DA78FC21-5B7D-47C6-82CF-2FC0AEDFEA55}"/>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Grafiek invoegen/opmaken</a:t>
                </a:r>
              </a:p>
            </p:txBody>
          </p:sp>
          <p:sp>
            <p:nvSpPr>
              <p:cNvPr id="72" name="Ovaal 71">
                <a:extLst>
                  <a:ext uri="{FF2B5EF4-FFF2-40B4-BE49-F238E27FC236}">
                    <a16:creationId xmlns:a16="http://schemas.microsoft.com/office/drawing/2014/main" id="{4BDA4D97-6502-4A2A-9731-DA42254E227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73" name="Rechthoek 72">
                <a:extLst>
                  <a:ext uri="{FF2B5EF4-FFF2-40B4-BE49-F238E27FC236}">
                    <a16:creationId xmlns:a16="http://schemas.microsoft.com/office/drawing/2014/main" id="{E307DB95-8810-44B5-912E-D0F031E4BDB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sp>
            <p:nvSpPr>
              <p:cNvPr id="74" name="Ovaal 73">
                <a:extLst>
                  <a:ext uri="{FF2B5EF4-FFF2-40B4-BE49-F238E27FC236}">
                    <a16:creationId xmlns:a16="http://schemas.microsoft.com/office/drawing/2014/main" id="{851693E7-38E2-48C7-8A6B-E71BAF04D111}"/>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75" name="Rechthoek 74">
                <a:extLst>
                  <a:ext uri="{FF2B5EF4-FFF2-40B4-BE49-F238E27FC236}">
                    <a16:creationId xmlns:a16="http://schemas.microsoft.com/office/drawing/2014/main" id="{0D5FDFF2-509D-4FDF-98DB-DD858AD4FAA5}"/>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76" name="Groep 75">
                <a:extLst>
                  <a:ext uri="{FF2B5EF4-FFF2-40B4-BE49-F238E27FC236}">
                    <a16:creationId xmlns:a16="http://schemas.microsoft.com/office/drawing/2014/main" id="{BEBACDE7-7EF5-4D2B-B51F-A1622AEA51D1}"/>
                  </a:ext>
                </a:extLst>
              </p:cNvPr>
              <p:cNvGrpSpPr/>
              <p:nvPr userDrawn="1"/>
            </p:nvGrpSpPr>
            <p:grpSpPr>
              <a:xfrm>
                <a:off x="-3311319" y="2164285"/>
                <a:ext cx="825500" cy="209550"/>
                <a:chOff x="13504624" y="2482850"/>
                <a:chExt cx="825500" cy="209550"/>
              </a:xfrm>
            </p:grpSpPr>
            <p:sp>
              <p:nvSpPr>
                <p:cNvPr id="86" name="Rechthoek 85">
                  <a:extLst>
                    <a:ext uri="{FF2B5EF4-FFF2-40B4-BE49-F238E27FC236}">
                      <a16:creationId xmlns:a16="http://schemas.microsoft.com/office/drawing/2014/main" id="{3E27B5F6-8F9D-472B-AE71-64F7EFE349B8}"/>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87" name="Rechte verbindingslijn 86">
                  <a:extLst>
                    <a:ext uri="{FF2B5EF4-FFF2-40B4-BE49-F238E27FC236}">
                      <a16:creationId xmlns:a16="http://schemas.microsoft.com/office/drawing/2014/main" id="{C04E2F86-C30C-45F7-BA9F-9F13EEA743A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88" name="Gelijkbenige driehoek 87">
                  <a:extLst>
                    <a:ext uri="{FF2B5EF4-FFF2-40B4-BE49-F238E27FC236}">
                      <a16:creationId xmlns:a16="http://schemas.microsoft.com/office/drawing/2014/main" id="{AECCAE51-71CD-4A8B-9E1F-2F1720AC2AB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grpSp>
            <p:nvGrpSpPr>
              <p:cNvPr id="77" name="Groep 76">
                <a:extLst>
                  <a:ext uri="{FF2B5EF4-FFF2-40B4-BE49-F238E27FC236}">
                    <a16:creationId xmlns:a16="http://schemas.microsoft.com/office/drawing/2014/main" id="{F7E8558E-7ADF-4F3C-B421-D49622567934}"/>
                  </a:ext>
                </a:extLst>
              </p:cNvPr>
              <p:cNvGrpSpPr/>
              <p:nvPr userDrawn="1"/>
            </p:nvGrpSpPr>
            <p:grpSpPr>
              <a:xfrm>
                <a:off x="-3316599" y="1232480"/>
                <a:ext cx="289372" cy="314992"/>
                <a:chOff x="7322769" y="-310267"/>
                <a:chExt cx="289372" cy="314992"/>
              </a:xfrm>
            </p:grpSpPr>
            <p:sp>
              <p:nvSpPr>
                <p:cNvPr id="83" name="Rechthoek 82">
                  <a:extLst>
                    <a:ext uri="{FF2B5EF4-FFF2-40B4-BE49-F238E27FC236}">
                      <a16:creationId xmlns:a16="http://schemas.microsoft.com/office/drawing/2014/main" id="{B5FD9310-0535-40A2-8F22-23047F9A700F}"/>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84" name="Rechthoek 83">
                  <a:extLst>
                    <a:ext uri="{FF2B5EF4-FFF2-40B4-BE49-F238E27FC236}">
                      <a16:creationId xmlns:a16="http://schemas.microsoft.com/office/drawing/2014/main" id="{2070FF47-F887-47F6-8D28-35292E419008}"/>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85" name="Rechthoek 84">
                  <a:extLst>
                    <a:ext uri="{FF2B5EF4-FFF2-40B4-BE49-F238E27FC236}">
                      <a16:creationId xmlns:a16="http://schemas.microsoft.com/office/drawing/2014/main" id="{34F269C9-E577-4823-A9F8-59BB3C1690D4}"/>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sp>
            <p:nvSpPr>
              <p:cNvPr id="78" name="Ovaal 77">
                <a:extLst>
                  <a:ext uri="{FF2B5EF4-FFF2-40B4-BE49-F238E27FC236}">
                    <a16:creationId xmlns:a16="http://schemas.microsoft.com/office/drawing/2014/main" id="{6033094D-6277-433C-A382-72A2B528D76F}"/>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79" name="Rechthoek 78">
                <a:extLst>
                  <a:ext uri="{FF2B5EF4-FFF2-40B4-BE49-F238E27FC236}">
                    <a16:creationId xmlns:a16="http://schemas.microsoft.com/office/drawing/2014/main" id="{5575D980-2F59-49C5-8FA8-B01EC9DAB3CF}"/>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80" name="Groep 79">
                <a:extLst>
                  <a:ext uri="{FF2B5EF4-FFF2-40B4-BE49-F238E27FC236}">
                    <a16:creationId xmlns:a16="http://schemas.microsoft.com/office/drawing/2014/main" id="{F5C2B810-68D2-4331-8191-524382DDCB44}"/>
                  </a:ext>
                </a:extLst>
              </p:cNvPr>
              <p:cNvGrpSpPr/>
              <p:nvPr userDrawn="1"/>
            </p:nvGrpSpPr>
            <p:grpSpPr>
              <a:xfrm>
                <a:off x="-3312582" y="3144513"/>
                <a:ext cx="576000" cy="246597"/>
                <a:chOff x="-3312582" y="1060763"/>
                <a:chExt cx="576000" cy="246597"/>
              </a:xfrm>
            </p:grpSpPr>
            <p:sp>
              <p:nvSpPr>
                <p:cNvPr id="81" name="Rechthoek 80">
                  <a:extLst>
                    <a:ext uri="{FF2B5EF4-FFF2-40B4-BE49-F238E27FC236}">
                      <a16:creationId xmlns:a16="http://schemas.microsoft.com/office/drawing/2014/main" id="{366A6260-10ED-4DC1-971F-7EA78E245B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a:solidFill>
                        <a:srgbClr val="B74629"/>
                      </a:solidFill>
                      <a:latin typeface="Calibri" panose="020F0502020204030204" pitchFamily="34" charset="0"/>
                      <a:cs typeface="Calibri" panose="020F0502020204030204" pitchFamily="34" charset="0"/>
                    </a:rPr>
                    <a:t>Opmaak</a:t>
                  </a:r>
                </a:p>
              </p:txBody>
            </p:sp>
            <p:sp>
              <p:nvSpPr>
                <p:cNvPr id="82" name="Rechthoek 81">
                  <a:extLst>
                    <a:ext uri="{FF2B5EF4-FFF2-40B4-BE49-F238E27FC236}">
                      <a16:creationId xmlns:a16="http://schemas.microsoft.com/office/drawing/2014/main" id="{4593C876-BF69-4D13-BF86-B6F4836C7570}"/>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sp>
        <p:nvSpPr>
          <p:cNvPr id="65" name="Tijdelijke aanduiding voor tabel 16">
            <a:extLst>
              <a:ext uri="{FF2B5EF4-FFF2-40B4-BE49-F238E27FC236}">
                <a16:creationId xmlns:a16="http://schemas.microsoft.com/office/drawing/2014/main" id="{3E859572-DFB8-4856-AFE7-CAB06FA95306}"/>
              </a:ext>
            </a:extLst>
          </p:cNvPr>
          <p:cNvSpPr>
            <a:spLocks noGrp="1"/>
          </p:cNvSpPr>
          <p:nvPr>
            <p:ph type="tbl" sz="quarter" idx="16" hasCustomPrompt="1"/>
          </p:nvPr>
        </p:nvSpPr>
        <p:spPr>
          <a:xfrm>
            <a:off x="515938" y="1784517"/>
            <a:ext cx="11160124" cy="455595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3" name="TextBox 2">
            <a:extLst>
              <a:ext uri="{FF2B5EF4-FFF2-40B4-BE49-F238E27FC236}">
                <a16:creationId xmlns:a16="http://schemas.microsoft.com/office/drawing/2014/main" id="{9AEF6879-A3AD-58DD-09C0-621DCEA1985B}"/>
              </a:ext>
            </a:extLst>
          </p:cNvPr>
          <p:cNvSpPr txBox="1"/>
          <p:nvPr userDrawn="1"/>
        </p:nvSpPr>
        <p:spPr>
          <a:xfrm>
            <a:off x="1381760" y="-244826"/>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US" sz="1600" err="1"/>
          </a:p>
        </p:txBody>
      </p:sp>
    </p:spTree>
    <p:extLst>
      <p:ext uri="{BB962C8B-B14F-4D97-AF65-F5344CB8AC3E}">
        <p14:creationId xmlns:p14="http://schemas.microsoft.com/office/powerpoint/2010/main" val="38047429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0 IMAGE + TEXT HORIZONTAL">
    <p:spTree>
      <p:nvGrpSpPr>
        <p:cNvPr id="1" name=""/>
        <p:cNvGrpSpPr/>
        <p:nvPr/>
      </p:nvGrpSpPr>
      <p:grpSpPr>
        <a:xfrm>
          <a:off x="0" y="0"/>
          <a:ext cx="0" cy="0"/>
          <a:chOff x="0" y="0"/>
          <a:chExt cx="0" cy="0"/>
        </a:xfrm>
      </p:grpSpPr>
      <p:sp>
        <p:nvSpPr>
          <p:cNvPr id="11" name="Tijdelijke aanduiding voor afbeelding 16">
            <a:extLst>
              <a:ext uri="{FF2B5EF4-FFF2-40B4-BE49-F238E27FC236}">
                <a16:creationId xmlns:a16="http://schemas.microsoft.com/office/drawing/2014/main" id="{2C26AAE2-9E04-4B1D-8D29-B24111007579}"/>
              </a:ext>
            </a:extLst>
          </p:cNvPr>
          <p:cNvSpPr>
            <a:spLocks noGrp="1"/>
          </p:cNvSpPr>
          <p:nvPr>
            <p:ph type="pic" sz="quarter" idx="13"/>
          </p:nvPr>
        </p:nvSpPr>
        <p:spPr>
          <a:xfrm>
            <a:off x="0" y="0"/>
            <a:ext cx="12192001" cy="3429000"/>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3778283"/>
            <a:ext cx="11160125" cy="874689"/>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082809"/>
            <a:ext cx="2933400" cy="151790"/>
          </a:xfrm>
        </p:spPr>
        <p:txBody>
          <a:bodyPr/>
          <a:lstStyle/>
          <a:p>
            <a:endParaRPr lang="nl-NL" noProof="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082809"/>
            <a:ext cx="4114800" cy="151790"/>
          </a:xfrm>
        </p:spPr>
        <p:txBody>
          <a:bodyPr/>
          <a:lstStyle/>
          <a:p>
            <a:r>
              <a:rPr lang="en-US" noProof="0"/>
              <a:t>Analytics for a Better World, Lecture 1</a:t>
            </a:r>
            <a:endParaRPr lang="nl-NL" noProof="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082809"/>
            <a:ext cx="284597" cy="151790"/>
          </a:xfrm>
        </p:spPr>
        <p:txBody>
          <a:bodyPr/>
          <a:lstStyle/>
          <a:p>
            <a:fld id="{D7B5DC5B-6873-43DB-ADC7-B15ACCE0DFDB}" type="slidenum">
              <a:rPr lang="nl-NL" noProof="0" smtClean="0"/>
              <a:t>‹#›</a:t>
            </a:fld>
            <a:endParaRPr lang="nl-NL" noProof="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5233484"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50% image - </a:t>
            </a:r>
            <a:r>
              <a:rPr lang="nl-NL" sz="2400" b="1" cap="all" baseline="0" noProof="0" err="1">
                <a:solidFill>
                  <a:schemeClr val="accent2"/>
                </a:solidFill>
                <a:latin typeface="+mj-lt"/>
              </a:rPr>
              <a:t>text</a:t>
            </a:r>
            <a:r>
              <a:rPr lang="nl-NL" sz="2400" b="1" cap="all" baseline="0" noProof="0">
                <a:solidFill>
                  <a:schemeClr val="accent2"/>
                </a:solidFill>
                <a:latin typeface="+mj-lt"/>
              </a:rPr>
              <a:t> (</a:t>
            </a:r>
            <a:r>
              <a:rPr lang="nl-NL" sz="2400" b="1" cap="all" baseline="0" noProof="0" err="1">
                <a:solidFill>
                  <a:schemeClr val="accent2"/>
                </a:solidFill>
                <a:latin typeface="+mj-lt"/>
              </a:rPr>
              <a:t>horizontal</a:t>
            </a:r>
            <a:r>
              <a:rPr lang="nl-NL" sz="2400" b="1" cap="all" baseline="0" noProof="0">
                <a:solidFill>
                  <a:schemeClr val="accent2"/>
                </a:solidFill>
                <a:latin typeface="+mj-lt"/>
              </a:rPr>
              <a:t>)</a:t>
            </a:r>
          </a:p>
        </p:txBody>
      </p:sp>
      <p:sp>
        <p:nvSpPr>
          <p:cNvPr id="10" name="Tijdelijke aanduiding voor verticale tekst 2">
            <a:extLst>
              <a:ext uri="{FF2B5EF4-FFF2-40B4-BE49-F238E27FC236}">
                <a16:creationId xmlns:a16="http://schemas.microsoft.com/office/drawing/2014/main" id="{2385E53E-BBEF-4C9A-9E57-4CDDADCF931B}"/>
              </a:ext>
            </a:extLst>
          </p:cNvPr>
          <p:cNvSpPr>
            <a:spLocks noGrp="1"/>
          </p:cNvSpPr>
          <p:nvPr>
            <p:ph type="body" orient="vert" idx="1" hasCustomPrompt="1"/>
          </p:nvPr>
        </p:nvSpPr>
        <p:spPr>
          <a:xfrm>
            <a:off x="515938" y="5007304"/>
            <a:ext cx="11160124" cy="1128713"/>
          </a:xfrm>
        </p:spPr>
        <p:txBody>
          <a:bodyPr vert="horz" numCol="2" spcCol="180000"/>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Reading </a:t>
            </a:r>
            <a:r>
              <a:rPr lang="nl-NL" noProof="0" dirty="0" err="1"/>
              <a:t>text</a:t>
            </a:r>
            <a:endParaRPr lang="nl-NL" noProof="0" dirty="0"/>
          </a:p>
          <a:p>
            <a:pPr lvl="4"/>
            <a:r>
              <a:rPr lang="nl-NL" noProof="0" dirty="0" err="1"/>
              <a:t>Heading</a:t>
            </a:r>
            <a:r>
              <a:rPr lang="nl-NL" noProof="0" dirty="0"/>
              <a:t> #1</a:t>
            </a:r>
          </a:p>
          <a:p>
            <a:pPr lvl="5"/>
            <a:r>
              <a:rPr lang="nl-NL" noProof="0" dirty="0" err="1"/>
              <a:t>heading</a:t>
            </a:r>
            <a:r>
              <a:rPr lang="nl-NL" noProof="0" dirty="0"/>
              <a:t> #2</a:t>
            </a:r>
          </a:p>
        </p:txBody>
      </p:sp>
      <p:grpSp>
        <p:nvGrpSpPr>
          <p:cNvPr id="12" name="INSTRUCTIE">
            <a:extLst>
              <a:ext uri="{FF2B5EF4-FFF2-40B4-BE49-F238E27FC236}">
                <a16:creationId xmlns:a16="http://schemas.microsoft.com/office/drawing/2014/main" id="{A6A01F48-22A8-46D9-BB60-296185B5EC3E}"/>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54653F47-A192-409F-9748-3B6CF56F5024}"/>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6EE483A7-1855-4D7B-B90D-52BC5F548C6D}"/>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807FE15D-31A4-4760-8AE2-35698AAF021E}"/>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3F689252-2E5A-45A6-95FD-9BECCB8DE429}"/>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AF72EB45-D609-4280-8A57-2AD423A6D747}"/>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CF717158-F134-49D0-A3E9-289F86F8DCEE}"/>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6B9D1AF5-F23F-4563-A75A-9C8484EF0581}"/>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4873520F-395B-45DF-9602-95E134EDBC1B}"/>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9EAE3A2F-8A56-470B-955D-E43C0C7BFA2A}"/>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A47CA680-F93D-4DC1-A5DD-125256771E8B}"/>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DC6BEF87-9AD1-4437-938B-D9A53915AB90}"/>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5768293D-1D7D-48F6-BFF0-82AFC4329027}"/>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804187FC-D120-4C6A-9E3C-57980E3DE965}"/>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030E5679-FE83-4F09-8D74-4C2D3BE85602}"/>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8CF81E9B-8CCB-404D-91CF-AC3EF26A843A}"/>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8721B581-ADF7-4899-99C5-DAADECAC8504}"/>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A0B9AAC5-2FBA-4AB1-8996-5D90DAFF4FE0}"/>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EFDD03EC-A90A-42E4-9EC1-8441C45C2EBB}"/>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6BA5C1F0-F93A-40F2-BD4A-42FF3B17C573}"/>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0530CBC4-1455-4824-BF8D-E0AFDE79583D}"/>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B27843EF-B8EE-408E-8222-CD988A51F713}"/>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121A6951-1B66-4D36-AFFC-F91072F818F1}"/>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68260434-5C4F-4F41-AEF0-D9DF9E93DD41}"/>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8354AC0A-E340-4E7A-808F-24C0C1F29BF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C847F201-0497-4068-9879-2D8DCCA4B11D}"/>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AB2DB74A-BF6C-45FA-97FB-AABD1891B7DA}"/>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B821667B-D317-4B70-90D9-FAF1E9A5DC48}"/>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70D1A14B-A8D0-4056-A547-94009A1C0BAC}"/>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D9C78D9F-BE00-4DDB-9500-1507F7332F74}"/>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D26365CC-5EDB-4F76-9E5B-787E5AB073F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716108AA-F41A-477F-A66B-63B94C39F75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9C85B420-FCFA-4E46-B2E2-64506CB92309}"/>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2C60C303-504A-4A40-9475-A32EA946C0D3}"/>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7E58F87B-B733-4FCC-AC78-6C672A2DCFA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88D8FD70-3234-47D0-B975-FB760D20A799}"/>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32DEB3FD-87FF-4C08-BF92-B63D649808AD}"/>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028ED0B2-1F98-426F-B463-16F88A35B52A}"/>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ED9AF3E5-4E7E-44EF-9F83-4F39ED132307}"/>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72150A66-073F-4384-AAB0-1148DFC2A34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558C3485-D33A-4167-8BCF-14241A87AA3D}"/>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397684BA-83FC-45C1-8749-2388D90066FA}"/>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8DFBECEA-DF00-422A-8CEB-5FDBA368185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52C950B8-72CC-41BC-8370-D348C1EA0B3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A42380C2-1C3A-483A-B719-D0AB60922A98}"/>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309BFFD5-4860-419E-A9DC-C385236240BE}"/>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B5C45887-816C-4062-B8D7-7EBBF404A67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3E180924-58C7-4700-9558-2317F7822EFA}"/>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59308B3A-4114-4FC8-876A-1B7F7AA54B70}"/>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F34730E4-0228-4337-BD4E-9A312F470D9C}"/>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EB04F2F4-325B-4ABC-9647-50E37C20DE66}"/>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EC4405CC-73A6-4CCE-A55A-ACCAEEAADBD9}"/>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94A041B8-0CB7-4337-9046-A5A8B18078CB}"/>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9C07CF37-8824-44D3-B03B-B50D47029B4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F63D55D6-949D-4528-BBE3-3CAB8BD6ABA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B4DC4009-4364-4069-8364-6EA1B066D2B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BD8C8505-3A5A-40AD-85B7-4D0DEE5EBB90}"/>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AA29B2C5-E0BB-4AFB-BC4E-DD7095C837B3}"/>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B942738C-4800-4499-9A2E-6417B096F664}"/>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3D7375BB-B667-43EA-AE65-F3607F35EAAB}"/>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B5DE78C0-971C-473F-8551-0668D57EC8F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93EF6EEE-F149-473B-9A40-18CC1A6399D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7F4F35C5-39A9-4C3E-9055-9A784B57B77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BF16DC2A-3145-482B-9D51-6055B446555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A06C01B1-1093-4D20-95D8-FA747BDDCD9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C4546A0D-63EC-49A0-B30F-613123C7A99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B0DC836D-1370-49DA-B393-DDF60B20E224}"/>
              </a:ext>
            </a:extLst>
          </p:cNvPr>
          <p:cNvGrpSpPr/>
          <p:nvPr userDrawn="1"/>
        </p:nvGrpSpPr>
        <p:grpSpPr>
          <a:xfrm>
            <a:off x="12377595" y="0"/>
            <a:ext cx="3693386" cy="5270646"/>
            <a:chOff x="-3786437" y="0"/>
            <a:chExt cx="3693386" cy="5270646"/>
          </a:xfrm>
        </p:grpSpPr>
        <p:sp>
          <p:nvSpPr>
            <p:cNvPr id="79" name="Rechthoek 78">
              <a:extLst>
                <a:ext uri="{FF2B5EF4-FFF2-40B4-BE49-F238E27FC236}">
                  <a16:creationId xmlns:a16="http://schemas.microsoft.com/office/drawing/2014/main" id="{A2B8134A-16DA-41DB-8F29-C70FE774805A}"/>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sp>
          <p:nvSpPr>
            <p:cNvPr id="80" name="Rechthoek 79">
              <a:extLst>
                <a:ext uri="{FF2B5EF4-FFF2-40B4-BE49-F238E27FC236}">
                  <a16:creationId xmlns:a16="http://schemas.microsoft.com/office/drawing/2014/main" id="{3ABB4241-4352-4B34-9D0A-C308ACB428BA}"/>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81" name="Ovaal 80">
              <a:extLst>
                <a:ext uri="{FF2B5EF4-FFF2-40B4-BE49-F238E27FC236}">
                  <a16:creationId xmlns:a16="http://schemas.microsoft.com/office/drawing/2014/main" id="{E4E9830D-48A4-4A69-915D-B5A7CB18618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2" name="Rechthoek 81">
              <a:extLst>
                <a:ext uri="{FF2B5EF4-FFF2-40B4-BE49-F238E27FC236}">
                  <a16:creationId xmlns:a16="http://schemas.microsoft.com/office/drawing/2014/main" id="{F97D9110-CEBD-4B6A-8C5E-F5EE174A7D4E}"/>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3" name="Groep 82">
              <a:extLst>
                <a:ext uri="{FF2B5EF4-FFF2-40B4-BE49-F238E27FC236}">
                  <a16:creationId xmlns:a16="http://schemas.microsoft.com/office/drawing/2014/main" id="{816305C4-8C4F-4581-9C14-03516008841F}"/>
                </a:ext>
              </a:extLst>
            </p:cNvPr>
            <p:cNvGrpSpPr/>
            <p:nvPr userDrawn="1"/>
          </p:nvGrpSpPr>
          <p:grpSpPr>
            <a:xfrm>
              <a:off x="-3316179" y="1231351"/>
              <a:ext cx="294789" cy="318834"/>
              <a:chOff x="14466489" y="1001522"/>
              <a:chExt cx="290627" cy="314333"/>
            </a:xfrm>
          </p:grpSpPr>
          <p:sp>
            <p:nvSpPr>
              <p:cNvPr id="112" name="Rechthoek 111">
                <a:extLst>
                  <a:ext uri="{FF2B5EF4-FFF2-40B4-BE49-F238E27FC236}">
                    <a16:creationId xmlns:a16="http://schemas.microsoft.com/office/drawing/2014/main" id="{D9E9E523-8C19-4CF9-ADB3-D7B94C5964F3}"/>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13" name="Ovaal 112">
                <a:extLst>
                  <a:ext uri="{FF2B5EF4-FFF2-40B4-BE49-F238E27FC236}">
                    <a16:creationId xmlns:a16="http://schemas.microsoft.com/office/drawing/2014/main" id="{D357F3E7-95FB-466F-BE69-7174A9A2E31C}"/>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14" name="Vrije vorm: vorm 113">
                <a:extLst>
                  <a:ext uri="{FF2B5EF4-FFF2-40B4-BE49-F238E27FC236}">
                    <a16:creationId xmlns:a16="http://schemas.microsoft.com/office/drawing/2014/main" id="{AE43A57C-0A3C-4142-AC55-0E81BCD59949}"/>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15" name="Rechthoek: afgeronde hoeken 114">
                <a:extLst>
                  <a:ext uri="{FF2B5EF4-FFF2-40B4-BE49-F238E27FC236}">
                    <a16:creationId xmlns:a16="http://schemas.microsoft.com/office/drawing/2014/main" id="{BA9B12D0-B984-40B4-A623-BF4431754AE3}"/>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116" name="Rechte verbindingslijn 115">
                <a:extLst>
                  <a:ext uri="{FF2B5EF4-FFF2-40B4-BE49-F238E27FC236}">
                    <a16:creationId xmlns:a16="http://schemas.microsoft.com/office/drawing/2014/main" id="{64B55FC6-BB5A-48F9-9E38-B903625D719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Rechte verbindingslijn 116">
                <a:extLst>
                  <a:ext uri="{FF2B5EF4-FFF2-40B4-BE49-F238E27FC236}">
                    <a16:creationId xmlns:a16="http://schemas.microsoft.com/office/drawing/2014/main" id="{85FB6E1B-CAA7-4619-A949-81572A95AC60}"/>
                  </a:ext>
                </a:extLst>
              </p:cNvPr>
              <p:cNvCxnSpPr>
                <a:cxnSpLocks/>
                <a:stCxn id="11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4" name="Ovaal 83">
              <a:extLst>
                <a:ext uri="{FF2B5EF4-FFF2-40B4-BE49-F238E27FC236}">
                  <a16:creationId xmlns:a16="http://schemas.microsoft.com/office/drawing/2014/main" id="{47F53988-D643-46EB-B607-EABE6111D7BE}"/>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DB5FFDB9-5BA5-491C-9C47-AF483C9298C7}"/>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2C5498F1-B859-402A-A2FD-28F9EC8B2184}"/>
                </a:ext>
              </a:extLst>
            </p:cNvPr>
            <p:cNvGrpSpPr/>
            <p:nvPr userDrawn="1"/>
          </p:nvGrpSpPr>
          <p:grpSpPr>
            <a:xfrm>
              <a:off x="-3311319" y="2164285"/>
              <a:ext cx="825500" cy="209550"/>
              <a:chOff x="13504624" y="2482850"/>
              <a:chExt cx="825500" cy="209550"/>
            </a:xfrm>
          </p:grpSpPr>
          <p:sp>
            <p:nvSpPr>
              <p:cNvPr id="109" name="Rechthoek 108">
                <a:extLst>
                  <a:ext uri="{FF2B5EF4-FFF2-40B4-BE49-F238E27FC236}">
                    <a16:creationId xmlns:a16="http://schemas.microsoft.com/office/drawing/2014/main" id="{06E661C3-5932-4416-A066-D6C67FDF101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110" name="Rechte verbindingslijn 109">
                <a:extLst>
                  <a:ext uri="{FF2B5EF4-FFF2-40B4-BE49-F238E27FC236}">
                    <a16:creationId xmlns:a16="http://schemas.microsoft.com/office/drawing/2014/main" id="{DD05E31E-E2A7-489A-8B56-2C42C1AE48DE}"/>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1" name="Gelijkbenige driehoek 110">
                <a:extLst>
                  <a:ext uri="{FF2B5EF4-FFF2-40B4-BE49-F238E27FC236}">
                    <a16:creationId xmlns:a16="http://schemas.microsoft.com/office/drawing/2014/main" id="{3BE622D3-CA84-4590-939C-59EF100F48EA}"/>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87" name="Ovaal 86">
              <a:extLst>
                <a:ext uri="{FF2B5EF4-FFF2-40B4-BE49-F238E27FC236}">
                  <a16:creationId xmlns:a16="http://schemas.microsoft.com/office/drawing/2014/main" id="{556A98B4-A7E5-4B54-A15F-43AB942ED37E}"/>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D1D4F192-B909-4C08-950C-55CD2ED0E552}"/>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89" name="Groep 88">
              <a:extLst>
                <a:ext uri="{FF2B5EF4-FFF2-40B4-BE49-F238E27FC236}">
                  <a16:creationId xmlns:a16="http://schemas.microsoft.com/office/drawing/2014/main" id="{97AEDBDF-9E0F-4E7D-961D-D04F2AE78A75}"/>
                </a:ext>
              </a:extLst>
            </p:cNvPr>
            <p:cNvGrpSpPr/>
            <p:nvPr userDrawn="1"/>
          </p:nvGrpSpPr>
          <p:grpSpPr>
            <a:xfrm>
              <a:off x="-3408294" y="3643742"/>
              <a:ext cx="622283" cy="612920"/>
              <a:chOff x="12617641" y="3403239"/>
              <a:chExt cx="752963" cy="741634"/>
            </a:xfrm>
          </p:grpSpPr>
          <p:grpSp>
            <p:nvGrpSpPr>
              <p:cNvPr id="93" name="Groep 92">
                <a:extLst>
                  <a:ext uri="{FF2B5EF4-FFF2-40B4-BE49-F238E27FC236}">
                    <a16:creationId xmlns:a16="http://schemas.microsoft.com/office/drawing/2014/main" id="{D717DAE9-3D30-421E-9BD2-636834661505}"/>
                  </a:ext>
                </a:extLst>
              </p:cNvPr>
              <p:cNvGrpSpPr/>
              <p:nvPr userDrawn="1"/>
            </p:nvGrpSpPr>
            <p:grpSpPr>
              <a:xfrm>
                <a:off x="12771530" y="3403239"/>
                <a:ext cx="467176" cy="448491"/>
                <a:chOff x="12782157" y="3403239"/>
                <a:chExt cx="467176" cy="448491"/>
              </a:xfrm>
            </p:grpSpPr>
            <p:grpSp>
              <p:nvGrpSpPr>
                <p:cNvPr id="96" name="Groep 95">
                  <a:extLst>
                    <a:ext uri="{FF2B5EF4-FFF2-40B4-BE49-F238E27FC236}">
                      <a16:creationId xmlns:a16="http://schemas.microsoft.com/office/drawing/2014/main" id="{A11513AA-1AF3-4290-9A7B-2FC0D2FDC253}"/>
                    </a:ext>
                  </a:extLst>
                </p:cNvPr>
                <p:cNvGrpSpPr/>
                <p:nvPr userDrawn="1"/>
              </p:nvGrpSpPr>
              <p:grpSpPr>
                <a:xfrm>
                  <a:off x="12782157" y="3403239"/>
                  <a:ext cx="412976" cy="396132"/>
                  <a:chOff x="13554906" y="3320109"/>
                  <a:chExt cx="443917" cy="425811"/>
                </a:xfrm>
              </p:grpSpPr>
              <p:grpSp>
                <p:nvGrpSpPr>
                  <p:cNvPr id="103" name="Groep 102">
                    <a:extLst>
                      <a:ext uri="{FF2B5EF4-FFF2-40B4-BE49-F238E27FC236}">
                        <a16:creationId xmlns:a16="http://schemas.microsoft.com/office/drawing/2014/main" id="{CF27DED1-0EB8-47C2-95D2-0504452F16FB}"/>
                      </a:ext>
                    </a:extLst>
                  </p:cNvPr>
                  <p:cNvGrpSpPr/>
                  <p:nvPr userDrawn="1"/>
                </p:nvGrpSpPr>
                <p:grpSpPr>
                  <a:xfrm>
                    <a:off x="13554906" y="3320109"/>
                    <a:ext cx="443917" cy="425811"/>
                    <a:chOff x="12909684" y="1276143"/>
                    <a:chExt cx="443917" cy="425811"/>
                  </a:xfrm>
                </p:grpSpPr>
                <p:sp>
                  <p:nvSpPr>
                    <p:cNvPr id="106" name="Rechthoek 105">
                      <a:extLst>
                        <a:ext uri="{FF2B5EF4-FFF2-40B4-BE49-F238E27FC236}">
                          <a16:creationId xmlns:a16="http://schemas.microsoft.com/office/drawing/2014/main" id="{F2048758-4D18-4BAE-B769-3D026DEC698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178AFAAE-58C6-43C9-B8A2-AEF5A136BC7A}"/>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08" name="Ovaal 107">
                      <a:extLst>
                        <a:ext uri="{FF2B5EF4-FFF2-40B4-BE49-F238E27FC236}">
                          <a16:creationId xmlns:a16="http://schemas.microsoft.com/office/drawing/2014/main" id="{309C58F8-C92A-4561-8915-9C21E145696D}"/>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104" name="Afbeelding 103">
                    <a:extLst>
                      <a:ext uri="{FF2B5EF4-FFF2-40B4-BE49-F238E27FC236}">
                        <a16:creationId xmlns:a16="http://schemas.microsoft.com/office/drawing/2014/main" id="{CAD7AA07-FE65-42E5-8F53-9440D8379FB1}"/>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5" name="Afbeelding 104">
                    <a:extLst>
                      <a:ext uri="{FF2B5EF4-FFF2-40B4-BE49-F238E27FC236}">
                        <a16:creationId xmlns:a16="http://schemas.microsoft.com/office/drawing/2014/main" id="{6E0BB2D9-D78E-4D93-8D80-ECAF5675DAEF}"/>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97" name="Groep 96">
                  <a:extLst>
                    <a:ext uri="{FF2B5EF4-FFF2-40B4-BE49-F238E27FC236}">
                      <a16:creationId xmlns:a16="http://schemas.microsoft.com/office/drawing/2014/main" id="{0D4FBBB3-F5D9-496A-992C-2CAED73707BB}"/>
                    </a:ext>
                  </a:extLst>
                </p:cNvPr>
                <p:cNvGrpSpPr/>
                <p:nvPr userDrawn="1"/>
              </p:nvGrpSpPr>
              <p:grpSpPr>
                <a:xfrm>
                  <a:off x="13103513" y="3705268"/>
                  <a:ext cx="145820" cy="146462"/>
                  <a:chOff x="13096169" y="3602278"/>
                  <a:chExt cx="145820" cy="146462"/>
                </a:xfrm>
              </p:grpSpPr>
              <p:sp>
                <p:nvSpPr>
                  <p:cNvPr id="101" name="Rechthoek 100">
                    <a:extLst>
                      <a:ext uri="{FF2B5EF4-FFF2-40B4-BE49-F238E27FC236}">
                        <a16:creationId xmlns:a16="http://schemas.microsoft.com/office/drawing/2014/main" id="{CA4908DB-5CD6-4B1B-BCFF-211E399589E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2" name="Rechthoek 101">
                    <a:extLst>
                      <a:ext uri="{FF2B5EF4-FFF2-40B4-BE49-F238E27FC236}">
                        <a16:creationId xmlns:a16="http://schemas.microsoft.com/office/drawing/2014/main" id="{43695715-E470-4454-83C1-5A9D258472E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98" name="Groep 97">
                  <a:extLst>
                    <a:ext uri="{FF2B5EF4-FFF2-40B4-BE49-F238E27FC236}">
                      <a16:creationId xmlns:a16="http://schemas.microsoft.com/office/drawing/2014/main" id="{AFC3B480-4CBF-4FEF-A4E8-68ACA988E446}"/>
                    </a:ext>
                  </a:extLst>
                </p:cNvPr>
                <p:cNvGrpSpPr/>
                <p:nvPr userDrawn="1"/>
              </p:nvGrpSpPr>
              <p:grpSpPr>
                <a:xfrm rot="10800000">
                  <a:off x="13061402" y="3665637"/>
                  <a:ext cx="145820" cy="146462"/>
                  <a:chOff x="13096169" y="3602278"/>
                  <a:chExt cx="145820" cy="146462"/>
                </a:xfrm>
              </p:grpSpPr>
              <p:sp>
                <p:nvSpPr>
                  <p:cNvPr id="99" name="Rechthoek 98">
                    <a:extLst>
                      <a:ext uri="{FF2B5EF4-FFF2-40B4-BE49-F238E27FC236}">
                        <a16:creationId xmlns:a16="http://schemas.microsoft.com/office/drawing/2014/main" id="{4E947A6A-8F32-4B4A-B15D-EEAA3952CDF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0" name="Rechthoek 99">
                    <a:extLst>
                      <a:ext uri="{FF2B5EF4-FFF2-40B4-BE49-F238E27FC236}">
                        <a16:creationId xmlns:a16="http://schemas.microsoft.com/office/drawing/2014/main" id="{526E97EE-8901-4937-9E4D-81D6E69D11E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94" name="Rechthoek 93">
                <a:extLst>
                  <a:ext uri="{FF2B5EF4-FFF2-40B4-BE49-F238E27FC236}">
                    <a16:creationId xmlns:a16="http://schemas.microsoft.com/office/drawing/2014/main" id="{4FA72639-68D2-4A7D-857D-EA93B6F05AA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95" name="Gelijkbenige driehoek 94">
                <a:extLst>
                  <a:ext uri="{FF2B5EF4-FFF2-40B4-BE49-F238E27FC236}">
                    <a16:creationId xmlns:a16="http://schemas.microsoft.com/office/drawing/2014/main" id="{21D0178D-B74B-4B56-8BF2-6C86681CCF8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90" name="ICOON_info">
              <a:extLst>
                <a:ext uri="{FF2B5EF4-FFF2-40B4-BE49-F238E27FC236}">
                  <a16:creationId xmlns:a16="http://schemas.microsoft.com/office/drawing/2014/main" id="{413011CE-08A9-49FF-9483-EDE06705EA92}"/>
                </a:ext>
              </a:extLst>
            </p:cNvPr>
            <p:cNvGrpSpPr/>
            <p:nvPr userDrawn="1"/>
          </p:nvGrpSpPr>
          <p:grpSpPr>
            <a:xfrm>
              <a:off x="-376736" y="4271597"/>
              <a:ext cx="283685" cy="283685"/>
              <a:chOff x="-510741" y="5913713"/>
              <a:chExt cx="267555" cy="267555"/>
            </a:xfrm>
          </p:grpSpPr>
          <p:sp>
            <p:nvSpPr>
              <p:cNvPr id="91" name="Ovaal 90">
                <a:extLst>
                  <a:ext uri="{FF2B5EF4-FFF2-40B4-BE49-F238E27FC236}">
                    <a16:creationId xmlns:a16="http://schemas.microsoft.com/office/drawing/2014/main" id="{F9FAB2A6-1B81-484A-AEB2-5376FF42BEE5}"/>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92" name="Graphic 163" descr="Informatie">
                <a:extLst>
                  <a:ext uri="{FF2B5EF4-FFF2-40B4-BE49-F238E27FC236}">
                    <a16:creationId xmlns:a16="http://schemas.microsoft.com/office/drawing/2014/main" id="{64C10FAF-2766-435F-801F-5C8C0779A82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59918473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7729D-5F08-4B50-8FBB-A4FD75BB6A9F}"/>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ED4D784B-5C24-4CD4-A568-91391FF25F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86BDA329-F069-40DE-B452-38D5C0B8FB9F}"/>
              </a:ext>
            </a:extLst>
          </p:cNvPr>
          <p:cNvSpPr>
            <a:spLocks noGrp="1"/>
          </p:cNvSpPr>
          <p:nvPr>
            <p:ph type="dt" sz="half" idx="10"/>
          </p:nvPr>
        </p:nvSpPr>
        <p:spPr/>
        <p:txBody>
          <a:bodyPr/>
          <a:lstStyle/>
          <a:p>
            <a:endParaRPr lang="nl-NL"/>
          </a:p>
        </p:txBody>
      </p:sp>
      <p:sp>
        <p:nvSpPr>
          <p:cNvPr id="5" name="Footer Placeholder 4">
            <a:extLst>
              <a:ext uri="{FF2B5EF4-FFF2-40B4-BE49-F238E27FC236}">
                <a16:creationId xmlns:a16="http://schemas.microsoft.com/office/drawing/2014/main" id="{260977C4-2E5E-42AC-BBD3-9786BD38F0B6}"/>
              </a:ext>
            </a:extLst>
          </p:cNvPr>
          <p:cNvSpPr>
            <a:spLocks noGrp="1"/>
          </p:cNvSpPr>
          <p:nvPr>
            <p:ph type="ftr" sz="quarter" idx="11"/>
          </p:nvPr>
        </p:nvSpPr>
        <p:spPr/>
        <p:txBody>
          <a:bodyPr/>
          <a:lstStyle/>
          <a:p>
            <a:r>
              <a:rPr lang="en-US"/>
              <a:t>Analytics for a Better World, Lecture 1</a:t>
            </a:r>
            <a:endParaRPr lang="en-US" dirty="0"/>
          </a:p>
        </p:txBody>
      </p:sp>
      <p:sp>
        <p:nvSpPr>
          <p:cNvPr id="6" name="Slide Number Placeholder 5">
            <a:extLst>
              <a:ext uri="{FF2B5EF4-FFF2-40B4-BE49-F238E27FC236}">
                <a16:creationId xmlns:a16="http://schemas.microsoft.com/office/drawing/2014/main" id="{E6904222-BB10-420A-8502-E91F119A3287}"/>
              </a:ext>
            </a:extLst>
          </p:cNvPr>
          <p:cNvSpPr>
            <a:spLocks noGrp="1"/>
          </p:cNvSpPr>
          <p:nvPr>
            <p:ph type="sldNum" sz="quarter" idx="12"/>
          </p:nvPr>
        </p:nvSpPr>
        <p:spPr/>
        <p:txBody>
          <a:bodyPr/>
          <a:lstStyle/>
          <a:p>
            <a:fld id="{F0C94032-CD4C-4C25-B0C2-CEC720522D92}" type="slidenum">
              <a:rPr lang="en-US" smtClean="0"/>
              <a:pPr/>
              <a:t>‹#›</a:t>
            </a:fld>
            <a:endParaRPr lang="en-US" dirty="0"/>
          </a:p>
        </p:txBody>
      </p:sp>
    </p:spTree>
    <p:extLst>
      <p:ext uri="{BB962C8B-B14F-4D97-AF65-F5344CB8AC3E}">
        <p14:creationId xmlns:p14="http://schemas.microsoft.com/office/powerpoint/2010/main" val="23677642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el en inhou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9602" y="1915204"/>
            <a:ext cx="11148649" cy="4617031"/>
          </a:xfrm>
        </p:spPr>
        <p:txBody>
          <a:bodyPr/>
          <a:lstStyle>
            <a:lvl1pPr>
              <a:defRPr>
                <a:solidFill>
                  <a:schemeClr val="tx1"/>
                </a:solidFill>
              </a:defRPr>
            </a:lvl1pPr>
            <a:lvl3pPr marL="0">
              <a:spcBef>
                <a:spcPts val="0"/>
              </a:spcBef>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nl-NL" dirty="0"/>
          </a:p>
        </p:txBody>
      </p:sp>
      <p:sp>
        <p:nvSpPr>
          <p:cNvPr id="2" name="Title 1">
            <a:extLst>
              <a:ext uri="{FF2B5EF4-FFF2-40B4-BE49-F238E27FC236}">
                <a16:creationId xmlns:a16="http://schemas.microsoft.com/office/drawing/2014/main" id="{D71F7EDB-0AEE-417F-9CB5-243BC8B4D7C5}"/>
              </a:ext>
            </a:extLst>
          </p:cNvPr>
          <p:cNvSpPr>
            <a:spLocks noGrp="1"/>
          </p:cNvSpPr>
          <p:nvPr>
            <p:ph type="title"/>
          </p:nvPr>
        </p:nvSpPr>
        <p:spPr>
          <a:xfrm>
            <a:off x="489602" y="835204"/>
            <a:ext cx="11159196" cy="936103"/>
          </a:xfrm>
        </p:spPr>
        <p:txBody>
          <a:bodyPr/>
          <a:lstStyle>
            <a:lvl1pPr>
              <a:lnSpc>
                <a:spcPct val="100000"/>
              </a:lnSpc>
              <a:defRPr/>
            </a:lvl1pPr>
          </a:lstStyle>
          <a:p>
            <a:r>
              <a:rPr lang="en-US" dirty="0"/>
              <a:t>Click to edit Master title style</a:t>
            </a:r>
            <a:endParaRPr lang="x-none"/>
          </a:p>
        </p:txBody>
      </p:sp>
      <p:sp>
        <p:nvSpPr>
          <p:cNvPr id="4" name="TextBox 3"/>
          <p:cNvSpPr txBox="1"/>
          <p:nvPr userDrawn="1"/>
        </p:nvSpPr>
        <p:spPr>
          <a:xfrm>
            <a:off x="6528048" y="-531440"/>
            <a:ext cx="5663952" cy="369332"/>
          </a:xfrm>
          <a:prstGeom prst="rect">
            <a:avLst/>
          </a:prstGeom>
          <a:noFill/>
        </p:spPr>
        <p:txBody>
          <a:bodyPr wrap="square" rtlCol="0">
            <a:spAutoFit/>
          </a:bodyPr>
          <a:lstStyle/>
          <a:p>
            <a:pPr algn="r"/>
            <a:r>
              <a:rPr lang="nl-NL" sz="1800" b="1" dirty="0">
                <a:solidFill>
                  <a:schemeClr val="accent1"/>
                </a:solidFill>
                <a:latin typeface="Arial" panose="020B0604020202020204" pitchFamily="34" charset="0"/>
                <a:cs typeface="Arial" panose="020B0604020202020204" pitchFamily="34" charset="0"/>
              </a:rPr>
              <a:t>Text</a:t>
            </a:r>
            <a:r>
              <a:rPr lang="nl-NL" sz="1800" b="1" baseline="0" dirty="0">
                <a:solidFill>
                  <a:schemeClr val="accent1"/>
                </a:solidFill>
                <a:latin typeface="Arial" panose="020B0604020202020204" pitchFamily="34" charset="0"/>
                <a:cs typeface="Arial" panose="020B0604020202020204" pitchFamily="34" charset="0"/>
              </a:rPr>
              <a:t> page</a:t>
            </a:r>
            <a:endParaRPr lang="en-US" sz="1800" b="1" dirty="0">
              <a:solidFill>
                <a:schemeClr val="accent1"/>
              </a:solidFill>
              <a:latin typeface="Arial" panose="020B0604020202020204" pitchFamily="34" charset="0"/>
              <a:cs typeface="Arial" panose="020B0604020202020204" pitchFamily="34" charset="0"/>
            </a:endParaRPr>
          </a:p>
        </p:txBody>
      </p:sp>
      <p:sp>
        <p:nvSpPr>
          <p:cNvPr id="5" name="TextBox 4"/>
          <p:cNvSpPr txBox="1"/>
          <p:nvPr userDrawn="1"/>
        </p:nvSpPr>
        <p:spPr>
          <a:xfrm>
            <a:off x="-2508956" y="7641"/>
            <a:ext cx="2376264" cy="307777"/>
          </a:xfrm>
          <a:prstGeom prst="rect">
            <a:avLst/>
          </a:prstGeom>
          <a:noFill/>
        </p:spPr>
        <p:txBody>
          <a:bodyPr wrap="square" rtlCol="0">
            <a:spAutoFit/>
          </a:bodyPr>
          <a:lstStyle/>
          <a:p>
            <a:r>
              <a:rPr lang="nl-NL" sz="1400" b="1" dirty="0">
                <a:solidFill>
                  <a:schemeClr val="accent1"/>
                </a:solidFill>
                <a:latin typeface="Arial" panose="020B0604020202020204" pitchFamily="34" charset="0"/>
                <a:cs typeface="Arial" panose="020B0604020202020204" pitchFamily="34" charset="0"/>
              </a:rPr>
              <a:t>Working with tex</a:t>
            </a:r>
            <a:r>
              <a:rPr lang="nl-NL" sz="1400" b="1" baseline="0" dirty="0">
                <a:solidFill>
                  <a:schemeClr val="accent1"/>
                </a:solidFill>
                <a:latin typeface="Arial" panose="020B0604020202020204" pitchFamily="34" charset="0"/>
                <a:cs typeface="Arial" panose="020B0604020202020204" pitchFamily="34" charset="0"/>
              </a:rPr>
              <a:t>t levels</a:t>
            </a:r>
            <a:endParaRPr lang="en-US" sz="1400" b="1" dirty="0">
              <a:solidFill>
                <a:schemeClr val="accent1"/>
              </a:solidFill>
              <a:latin typeface="Arial" panose="020B0604020202020204" pitchFamily="34" charset="0"/>
              <a:cs typeface="Arial" panose="020B0604020202020204" pitchFamily="34" charset="0"/>
            </a:endParaRPr>
          </a:p>
        </p:txBody>
      </p:sp>
      <p:cxnSp>
        <p:nvCxnSpPr>
          <p:cNvPr id="6" name="Straight Connector 5"/>
          <p:cNvCxnSpPr/>
          <p:nvPr userDrawn="1"/>
        </p:nvCxnSpPr>
        <p:spPr>
          <a:xfrm>
            <a:off x="-2436948" y="404664"/>
            <a:ext cx="216024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2436948" y="2054386"/>
            <a:ext cx="2160240"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8" name="Picture 2"/>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45962" t="15444" r="5868" b="19995"/>
          <a:stretch/>
        </p:blipFill>
        <p:spPr bwMode="auto">
          <a:xfrm>
            <a:off x="-2310933" y="1272886"/>
            <a:ext cx="321175" cy="3136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userDrawn="1"/>
        </p:nvSpPr>
        <p:spPr>
          <a:xfrm>
            <a:off x="-2409976" y="476674"/>
            <a:ext cx="2133267" cy="646331"/>
          </a:xfrm>
          <a:prstGeom prst="rect">
            <a:avLst/>
          </a:prstGeom>
          <a:noFill/>
        </p:spPr>
        <p:txBody>
          <a:bodyPr wrap="square" rtlCol="0">
            <a:spAutoFit/>
          </a:bodyPr>
          <a:lstStyle/>
          <a:p>
            <a:r>
              <a:rPr lang="en-US" sz="900" b="0" i="0" kern="1200" dirty="0">
                <a:solidFill>
                  <a:schemeClr val="tx1"/>
                </a:solidFill>
                <a:effectLst/>
                <a:latin typeface="Arial" panose="020B0604020202020204" pitchFamily="34" charset="0"/>
                <a:ea typeface="+mn-ea"/>
                <a:cs typeface="Arial" panose="020B0604020202020204" pitchFamily="34" charset="0"/>
              </a:rPr>
              <a:t>The UvA template has a number of pre-programmed text levels. Go to 'Home' and then to 'Paragraph' to easily switch between different levels</a:t>
            </a:r>
            <a:endParaRPr lang="en-US" sz="900" b="1" dirty="0">
              <a:latin typeface="Arial" panose="020B0604020202020204" pitchFamily="34" charset="0"/>
              <a:cs typeface="Arial" panose="020B0604020202020204" pitchFamily="34" charset="0"/>
            </a:endParaRPr>
          </a:p>
        </p:txBody>
      </p:sp>
      <p:sp>
        <p:nvSpPr>
          <p:cNvPr id="10" name="TextBox 9"/>
          <p:cNvSpPr txBox="1"/>
          <p:nvPr userDrawn="1"/>
        </p:nvSpPr>
        <p:spPr>
          <a:xfrm>
            <a:off x="-1896800" y="1693275"/>
            <a:ext cx="1080032" cy="230832"/>
          </a:xfrm>
          <a:prstGeom prst="rect">
            <a:avLst/>
          </a:prstGeom>
          <a:noFill/>
        </p:spPr>
        <p:txBody>
          <a:bodyPr wrap="square" rtlCol="0">
            <a:spAutoFit/>
          </a:bodyPr>
          <a:lstStyle/>
          <a:p>
            <a:r>
              <a:rPr lang="nl-NL" sz="900" b="1" dirty="0">
                <a:solidFill>
                  <a:schemeClr val="accent1"/>
                </a:solidFill>
                <a:latin typeface="Arial" panose="020B0604020202020204" pitchFamily="34" charset="0"/>
                <a:cs typeface="Arial" panose="020B0604020202020204" pitchFamily="34" charset="0"/>
              </a:rPr>
              <a:t>Level Down</a:t>
            </a:r>
            <a:endParaRPr lang="en-US" sz="900" b="1" dirty="0">
              <a:solidFill>
                <a:schemeClr val="accent1"/>
              </a:solidFill>
              <a:latin typeface="Arial" panose="020B0604020202020204" pitchFamily="34" charset="0"/>
              <a:cs typeface="Arial" panose="020B0604020202020204" pitchFamily="34" charset="0"/>
            </a:endParaRPr>
          </a:p>
        </p:txBody>
      </p:sp>
      <p:sp>
        <p:nvSpPr>
          <p:cNvPr id="11" name="TextBox 10"/>
          <p:cNvSpPr txBox="1"/>
          <p:nvPr userDrawn="1"/>
        </p:nvSpPr>
        <p:spPr>
          <a:xfrm>
            <a:off x="-1896888" y="1322862"/>
            <a:ext cx="1080120" cy="230832"/>
          </a:xfrm>
          <a:prstGeom prst="rect">
            <a:avLst/>
          </a:prstGeom>
          <a:noFill/>
        </p:spPr>
        <p:txBody>
          <a:bodyPr wrap="square" rtlCol="0">
            <a:spAutoFit/>
          </a:bodyPr>
          <a:lstStyle/>
          <a:p>
            <a:r>
              <a:rPr lang="nl-NL" sz="900" b="1" dirty="0">
                <a:solidFill>
                  <a:schemeClr val="accent1"/>
                </a:solidFill>
                <a:latin typeface="Arial" panose="020B0604020202020204" pitchFamily="34" charset="0"/>
                <a:cs typeface="Arial" panose="020B0604020202020204" pitchFamily="34" charset="0"/>
              </a:rPr>
              <a:t>Level Up</a:t>
            </a:r>
            <a:endParaRPr lang="en-US" sz="900" b="1" dirty="0">
              <a:solidFill>
                <a:schemeClr val="accent1"/>
              </a:solidFill>
              <a:latin typeface="Arial" panose="020B0604020202020204" pitchFamily="34" charset="0"/>
              <a:cs typeface="Arial" panose="020B0604020202020204" pitchFamily="34" charset="0"/>
            </a:endParaRPr>
          </a:p>
        </p:txBody>
      </p:sp>
      <p:pic>
        <p:nvPicPr>
          <p:cNvPr id="12" name="Picture 2"/>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4675" t="13612" r="47155" b="21827"/>
          <a:stretch/>
        </p:blipFill>
        <p:spPr bwMode="auto">
          <a:xfrm>
            <a:off x="-2310933" y="1628804"/>
            <a:ext cx="321175" cy="3136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userDrawn="1"/>
        </p:nvSpPr>
        <p:spPr>
          <a:xfrm>
            <a:off x="-2508954" y="2084661"/>
            <a:ext cx="1376953" cy="246221"/>
          </a:xfrm>
          <a:prstGeom prst="rect">
            <a:avLst/>
          </a:prstGeom>
          <a:noFill/>
        </p:spPr>
        <p:txBody>
          <a:bodyPr wrap="square" rtlCol="0">
            <a:spAutoFit/>
          </a:bodyPr>
          <a:lstStyle/>
          <a:p>
            <a:r>
              <a:rPr lang="nl-NL" sz="1000" b="1" dirty="0">
                <a:solidFill>
                  <a:schemeClr val="accent1"/>
                </a:solidFill>
                <a:latin typeface="Arial" panose="020B0604020202020204" pitchFamily="34" charset="0"/>
                <a:cs typeface="Arial" panose="020B0604020202020204" pitchFamily="34" charset="0"/>
              </a:rPr>
              <a:t>Tex</a:t>
            </a:r>
            <a:r>
              <a:rPr lang="nl-NL" sz="1000" b="1" baseline="0" dirty="0">
                <a:solidFill>
                  <a:schemeClr val="accent1"/>
                </a:solidFill>
                <a:latin typeface="Arial" panose="020B0604020202020204" pitchFamily="34" charset="0"/>
                <a:cs typeface="Arial" panose="020B0604020202020204" pitchFamily="34" charset="0"/>
              </a:rPr>
              <a:t>t levels</a:t>
            </a:r>
            <a:endParaRPr lang="en-US" sz="1000" b="1" dirty="0">
              <a:solidFill>
                <a:schemeClr val="accent1"/>
              </a:solidFill>
              <a:latin typeface="Arial" panose="020B0604020202020204" pitchFamily="34" charset="0"/>
              <a:cs typeface="Arial" panose="020B0604020202020204" pitchFamily="34" charset="0"/>
            </a:endParaRPr>
          </a:p>
        </p:txBody>
      </p:sp>
      <p:sp>
        <p:nvSpPr>
          <p:cNvPr id="14" name="TextBox 13"/>
          <p:cNvSpPr txBox="1"/>
          <p:nvPr userDrawn="1"/>
        </p:nvSpPr>
        <p:spPr>
          <a:xfrm>
            <a:off x="-2166917" y="2453426"/>
            <a:ext cx="1854207" cy="246221"/>
          </a:xfrm>
          <a:prstGeom prst="rect">
            <a:avLst/>
          </a:prstGeom>
          <a:noFill/>
        </p:spPr>
        <p:txBody>
          <a:bodyPr wrap="square" rtlCol="0">
            <a:spAutoFit/>
          </a:bodyPr>
          <a:lstStyle/>
          <a:p>
            <a:r>
              <a:rPr lang="nl-NL" sz="1000" dirty="0">
                <a:latin typeface="+mj-lt"/>
                <a:cs typeface="Arial" panose="020B0604020202020204" pitchFamily="34" charset="0"/>
              </a:rPr>
              <a:t>Body</a:t>
            </a:r>
            <a:r>
              <a:rPr lang="nl-NL" sz="1000" baseline="0" dirty="0">
                <a:latin typeface="+mj-lt"/>
                <a:cs typeface="Arial" panose="020B0604020202020204" pitchFamily="34" charset="0"/>
              </a:rPr>
              <a:t> text</a:t>
            </a:r>
            <a:r>
              <a:rPr lang="nl-NL" sz="1000" dirty="0">
                <a:latin typeface="+mj-lt"/>
                <a:cs typeface="Arial" panose="020B0604020202020204" pitchFamily="34" charset="0"/>
              </a:rPr>
              <a:t> (24 pt.)</a:t>
            </a:r>
            <a:endParaRPr lang="en-US" sz="1000" dirty="0">
              <a:latin typeface="+mj-lt"/>
              <a:cs typeface="Arial" panose="020B0604020202020204" pitchFamily="34" charset="0"/>
            </a:endParaRPr>
          </a:p>
        </p:txBody>
      </p:sp>
      <p:sp>
        <p:nvSpPr>
          <p:cNvPr id="15" name="TextBox 14"/>
          <p:cNvSpPr txBox="1"/>
          <p:nvPr userDrawn="1"/>
        </p:nvSpPr>
        <p:spPr>
          <a:xfrm>
            <a:off x="-2169589" y="2723266"/>
            <a:ext cx="1854207" cy="246221"/>
          </a:xfrm>
          <a:prstGeom prst="rect">
            <a:avLst/>
          </a:prstGeom>
          <a:noFill/>
        </p:spPr>
        <p:txBody>
          <a:bodyPr wrap="square" rtlCol="0">
            <a:spAutoFit/>
          </a:bodyPr>
          <a:lstStyle/>
          <a:p>
            <a:pPr marL="171446" indent="-171446">
              <a:buFont typeface="Arial" panose="020B0604020202020204" pitchFamily="34" charset="0"/>
              <a:buChar char="•"/>
            </a:pPr>
            <a:r>
              <a:rPr lang="nl-NL" sz="1000" dirty="0">
                <a:latin typeface="+mj-lt"/>
                <a:cs typeface="Arial" panose="020B0604020202020204" pitchFamily="34" charset="0"/>
              </a:rPr>
              <a:t>Bullet (24 pt.)</a:t>
            </a:r>
            <a:endParaRPr lang="en-US" sz="1000" dirty="0">
              <a:latin typeface="+mj-lt"/>
              <a:cs typeface="Arial" panose="020B0604020202020204" pitchFamily="34" charset="0"/>
            </a:endParaRPr>
          </a:p>
        </p:txBody>
      </p:sp>
      <p:sp>
        <p:nvSpPr>
          <p:cNvPr id="16" name="TextBox 15"/>
          <p:cNvSpPr txBox="1"/>
          <p:nvPr userDrawn="1"/>
        </p:nvSpPr>
        <p:spPr>
          <a:xfrm>
            <a:off x="-2083419" y="3023107"/>
            <a:ext cx="1693619" cy="246221"/>
          </a:xfrm>
          <a:prstGeom prst="rect">
            <a:avLst/>
          </a:prstGeom>
          <a:noFill/>
        </p:spPr>
        <p:txBody>
          <a:bodyPr wrap="square" rtlCol="0">
            <a:spAutoFit/>
          </a:bodyPr>
          <a:lstStyle/>
          <a:p>
            <a:pPr marL="360354" lvl="1" indent="-180970">
              <a:buFont typeface="Arial" panose="020B0604020202020204" pitchFamily="34" charset="0"/>
              <a:buChar char="•"/>
            </a:pPr>
            <a:r>
              <a:rPr lang="nl-NL" sz="1000" dirty="0">
                <a:latin typeface="+mj-lt"/>
                <a:cs typeface="Arial" panose="020B0604020202020204" pitchFamily="34" charset="0"/>
              </a:rPr>
              <a:t>Sub Bullet (16 pt.)</a:t>
            </a:r>
            <a:endParaRPr lang="en-US" sz="1000" dirty="0">
              <a:latin typeface="+mj-lt"/>
              <a:cs typeface="Arial" panose="020B0604020202020204" pitchFamily="34" charset="0"/>
            </a:endParaRPr>
          </a:p>
        </p:txBody>
      </p:sp>
      <p:sp>
        <p:nvSpPr>
          <p:cNvPr id="17" name="TextBox 16"/>
          <p:cNvSpPr txBox="1"/>
          <p:nvPr userDrawn="1"/>
        </p:nvSpPr>
        <p:spPr>
          <a:xfrm>
            <a:off x="-2083419" y="3329535"/>
            <a:ext cx="1693619" cy="246221"/>
          </a:xfrm>
          <a:prstGeom prst="rect">
            <a:avLst/>
          </a:prstGeom>
          <a:noFill/>
        </p:spPr>
        <p:txBody>
          <a:bodyPr wrap="square" rtlCol="0">
            <a:spAutoFit/>
          </a:bodyPr>
          <a:lstStyle/>
          <a:p>
            <a:r>
              <a:rPr lang="nl-NL" sz="1000" b="1" dirty="0">
                <a:solidFill>
                  <a:schemeClr val="accent1"/>
                </a:solidFill>
                <a:latin typeface="+mj-lt"/>
                <a:cs typeface="Arial" panose="020B0604020202020204" pitchFamily="34" charset="0"/>
              </a:rPr>
              <a:t>Title (24 pt)</a:t>
            </a:r>
            <a:endParaRPr lang="en-US" sz="1000" b="1" dirty="0">
              <a:solidFill>
                <a:schemeClr val="accent1"/>
              </a:solidFill>
              <a:latin typeface="+mj-lt"/>
              <a:cs typeface="Arial" panose="020B0604020202020204" pitchFamily="34" charset="0"/>
            </a:endParaRPr>
          </a:p>
        </p:txBody>
      </p:sp>
      <p:sp>
        <p:nvSpPr>
          <p:cNvPr id="18" name="TextBox 17"/>
          <p:cNvSpPr txBox="1"/>
          <p:nvPr userDrawn="1"/>
        </p:nvSpPr>
        <p:spPr>
          <a:xfrm>
            <a:off x="-2093659" y="3636330"/>
            <a:ext cx="1693619" cy="246221"/>
          </a:xfrm>
          <a:prstGeom prst="rect">
            <a:avLst/>
          </a:prstGeom>
          <a:noFill/>
        </p:spPr>
        <p:txBody>
          <a:bodyPr wrap="square" rtlCol="0">
            <a:spAutoFit/>
          </a:bodyPr>
          <a:lstStyle/>
          <a:p>
            <a:r>
              <a:rPr lang="nl-NL" sz="1000" i="1" dirty="0">
                <a:solidFill>
                  <a:schemeClr val="accent1"/>
                </a:solidFill>
                <a:latin typeface="+mj-lt"/>
                <a:cs typeface="Arial" panose="020B0604020202020204" pitchFamily="34" charset="0"/>
              </a:rPr>
              <a:t>Title (16 pt)</a:t>
            </a:r>
            <a:endParaRPr lang="en-US" sz="1000" i="1" dirty="0">
              <a:solidFill>
                <a:schemeClr val="accent1"/>
              </a:solidFill>
              <a:latin typeface="+mj-lt"/>
              <a:cs typeface="Arial" panose="020B0604020202020204" pitchFamily="34" charset="0"/>
            </a:endParaRPr>
          </a:p>
        </p:txBody>
      </p:sp>
      <p:grpSp>
        <p:nvGrpSpPr>
          <p:cNvPr id="19" name="Group 18"/>
          <p:cNvGrpSpPr/>
          <p:nvPr userDrawn="1"/>
        </p:nvGrpSpPr>
        <p:grpSpPr>
          <a:xfrm>
            <a:off x="-2425457" y="2431924"/>
            <a:ext cx="288032" cy="276999"/>
            <a:chOff x="12492689" y="2721406"/>
            <a:chExt cx="288032" cy="276999"/>
          </a:xfrm>
        </p:grpSpPr>
        <p:sp>
          <p:nvSpPr>
            <p:cNvPr id="20" name="Rectangle 19"/>
            <p:cNvSpPr/>
            <p:nvPr/>
          </p:nvSpPr>
          <p:spPr>
            <a:xfrm>
              <a:off x="12507842" y="2721406"/>
              <a:ext cx="252028" cy="2520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TextBox 20"/>
            <p:cNvSpPr txBox="1"/>
            <p:nvPr/>
          </p:nvSpPr>
          <p:spPr>
            <a:xfrm>
              <a:off x="12492689" y="2721406"/>
              <a:ext cx="288032" cy="276999"/>
            </a:xfrm>
            <a:prstGeom prst="rect">
              <a:avLst/>
            </a:prstGeom>
            <a:noFill/>
          </p:spPr>
          <p:txBody>
            <a:bodyPr wrap="square" rtlCol="0">
              <a:spAutoFit/>
            </a:bodyPr>
            <a:lstStyle/>
            <a:p>
              <a:r>
                <a:rPr lang="nl-NL" sz="1200" b="1" dirty="0">
                  <a:solidFill>
                    <a:schemeClr val="bg1"/>
                  </a:solidFill>
                  <a:latin typeface="Arial" panose="020B0604020202020204" pitchFamily="34" charset="0"/>
                  <a:cs typeface="Arial" panose="020B0604020202020204" pitchFamily="34" charset="0"/>
                </a:rPr>
                <a:t>1</a:t>
              </a:r>
              <a:endParaRPr lang="en-US" sz="1200" b="1" dirty="0">
                <a:solidFill>
                  <a:schemeClr val="bg1"/>
                </a:solidFill>
                <a:latin typeface="Arial" panose="020B0604020202020204" pitchFamily="34" charset="0"/>
                <a:cs typeface="Arial" panose="020B0604020202020204" pitchFamily="34" charset="0"/>
              </a:endParaRPr>
            </a:p>
          </p:txBody>
        </p:sp>
      </p:grpSp>
      <p:grpSp>
        <p:nvGrpSpPr>
          <p:cNvPr id="22" name="Group 21"/>
          <p:cNvGrpSpPr/>
          <p:nvPr userDrawn="1"/>
        </p:nvGrpSpPr>
        <p:grpSpPr>
          <a:xfrm>
            <a:off x="-2426044" y="2725770"/>
            <a:ext cx="288032" cy="276999"/>
            <a:chOff x="12492689" y="2721406"/>
            <a:chExt cx="288032" cy="276999"/>
          </a:xfrm>
        </p:grpSpPr>
        <p:sp>
          <p:nvSpPr>
            <p:cNvPr id="23" name="Rectangle 22"/>
            <p:cNvSpPr/>
            <p:nvPr/>
          </p:nvSpPr>
          <p:spPr>
            <a:xfrm>
              <a:off x="12507842" y="2721406"/>
              <a:ext cx="252028" cy="2520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TextBox 23"/>
            <p:cNvSpPr txBox="1"/>
            <p:nvPr/>
          </p:nvSpPr>
          <p:spPr>
            <a:xfrm>
              <a:off x="12492689" y="2721406"/>
              <a:ext cx="288032" cy="276999"/>
            </a:xfrm>
            <a:prstGeom prst="rect">
              <a:avLst/>
            </a:prstGeom>
            <a:noFill/>
          </p:spPr>
          <p:txBody>
            <a:bodyPr wrap="square" rtlCol="0">
              <a:spAutoFit/>
            </a:bodyPr>
            <a:lstStyle/>
            <a:p>
              <a:r>
                <a:rPr lang="nl-NL" sz="1200" b="1" dirty="0">
                  <a:solidFill>
                    <a:schemeClr val="bg1"/>
                  </a:solidFill>
                  <a:latin typeface="Arial" panose="020B0604020202020204" pitchFamily="34" charset="0"/>
                  <a:cs typeface="Arial" panose="020B0604020202020204" pitchFamily="34" charset="0"/>
                </a:rPr>
                <a:t>2</a:t>
              </a:r>
              <a:endParaRPr lang="en-US" sz="1200" b="1" dirty="0">
                <a:solidFill>
                  <a:schemeClr val="bg1"/>
                </a:solidFill>
                <a:latin typeface="Arial" panose="020B0604020202020204" pitchFamily="34" charset="0"/>
                <a:cs typeface="Arial" panose="020B0604020202020204" pitchFamily="34" charset="0"/>
              </a:endParaRPr>
            </a:p>
          </p:txBody>
        </p:sp>
      </p:grpSp>
      <p:grpSp>
        <p:nvGrpSpPr>
          <p:cNvPr id="25" name="Group 24"/>
          <p:cNvGrpSpPr/>
          <p:nvPr userDrawn="1"/>
        </p:nvGrpSpPr>
        <p:grpSpPr>
          <a:xfrm>
            <a:off x="-2425457" y="3023108"/>
            <a:ext cx="288032" cy="276999"/>
            <a:chOff x="12492689" y="2721406"/>
            <a:chExt cx="288032" cy="276999"/>
          </a:xfrm>
        </p:grpSpPr>
        <p:sp>
          <p:nvSpPr>
            <p:cNvPr id="26" name="Rectangle 25"/>
            <p:cNvSpPr/>
            <p:nvPr/>
          </p:nvSpPr>
          <p:spPr>
            <a:xfrm>
              <a:off x="12507842" y="2721406"/>
              <a:ext cx="252028" cy="2520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7" name="TextBox 26"/>
            <p:cNvSpPr txBox="1"/>
            <p:nvPr/>
          </p:nvSpPr>
          <p:spPr>
            <a:xfrm>
              <a:off x="12492689" y="2721406"/>
              <a:ext cx="288032" cy="276999"/>
            </a:xfrm>
            <a:prstGeom prst="rect">
              <a:avLst/>
            </a:prstGeom>
            <a:noFill/>
          </p:spPr>
          <p:txBody>
            <a:bodyPr wrap="square" rtlCol="0">
              <a:spAutoFit/>
            </a:bodyPr>
            <a:lstStyle/>
            <a:p>
              <a:r>
                <a:rPr lang="nl-NL" sz="1200" b="1" dirty="0">
                  <a:solidFill>
                    <a:schemeClr val="bg1"/>
                  </a:solidFill>
                  <a:latin typeface="Arial" panose="020B0604020202020204" pitchFamily="34" charset="0"/>
                  <a:cs typeface="Arial" panose="020B0604020202020204" pitchFamily="34" charset="0"/>
                </a:rPr>
                <a:t>3</a:t>
              </a:r>
              <a:endParaRPr lang="en-US" sz="1200" b="1" dirty="0">
                <a:solidFill>
                  <a:schemeClr val="bg1"/>
                </a:solidFill>
                <a:latin typeface="Arial" panose="020B0604020202020204" pitchFamily="34" charset="0"/>
                <a:cs typeface="Arial" panose="020B0604020202020204" pitchFamily="34" charset="0"/>
              </a:endParaRPr>
            </a:p>
          </p:txBody>
        </p:sp>
      </p:grpSp>
      <p:grpSp>
        <p:nvGrpSpPr>
          <p:cNvPr id="28" name="Group 27"/>
          <p:cNvGrpSpPr/>
          <p:nvPr userDrawn="1"/>
        </p:nvGrpSpPr>
        <p:grpSpPr>
          <a:xfrm>
            <a:off x="-2425457" y="3329534"/>
            <a:ext cx="288032" cy="276999"/>
            <a:chOff x="12492689" y="2721406"/>
            <a:chExt cx="288032" cy="276999"/>
          </a:xfrm>
        </p:grpSpPr>
        <p:sp>
          <p:nvSpPr>
            <p:cNvPr id="29" name="Rectangle 28"/>
            <p:cNvSpPr/>
            <p:nvPr/>
          </p:nvSpPr>
          <p:spPr>
            <a:xfrm>
              <a:off x="12507842" y="2721406"/>
              <a:ext cx="252028" cy="2520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0" name="TextBox 29"/>
            <p:cNvSpPr txBox="1"/>
            <p:nvPr/>
          </p:nvSpPr>
          <p:spPr>
            <a:xfrm>
              <a:off x="12492689" y="2721406"/>
              <a:ext cx="288032" cy="276999"/>
            </a:xfrm>
            <a:prstGeom prst="rect">
              <a:avLst/>
            </a:prstGeom>
            <a:noFill/>
          </p:spPr>
          <p:txBody>
            <a:bodyPr wrap="square" rtlCol="0">
              <a:spAutoFit/>
            </a:bodyPr>
            <a:lstStyle/>
            <a:p>
              <a:r>
                <a:rPr lang="nl-NL" sz="1200" b="1" dirty="0">
                  <a:solidFill>
                    <a:schemeClr val="bg1"/>
                  </a:solidFill>
                  <a:latin typeface="Arial" panose="020B0604020202020204" pitchFamily="34" charset="0"/>
                  <a:cs typeface="Arial" panose="020B0604020202020204" pitchFamily="34" charset="0"/>
                </a:rPr>
                <a:t>4</a:t>
              </a:r>
              <a:endParaRPr lang="en-US" sz="1200" b="1" dirty="0">
                <a:solidFill>
                  <a:schemeClr val="bg1"/>
                </a:solidFill>
                <a:latin typeface="Arial" panose="020B0604020202020204" pitchFamily="34" charset="0"/>
                <a:cs typeface="Arial" panose="020B0604020202020204" pitchFamily="34" charset="0"/>
              </a:endParaRPr>
            </a:p>
          </p:txBody>
        </p:sp>
      </p:grpSp>
      <p:grpSp>
        <p:nvGrpSpPr>
          <p:cNvPr id="31" name="Group 30"/>
          <p:cNvGrpSpPr/>
          <p:nvPr userDrawn="1"/>
        </p:nvGrpSpPr>
        <p:grpSpPr>
          <a:xfrm>
            <a:off x="-2427768" y="3630522"/>
            <a:ext cx="288032" cy="276999"/>
            <a:chOff x="12492689" y="2721406"/>
            <a:chExt cx="288032" cy="276999"/>
          </a:xfrm>
        </p:grpSpPr>
        <p:sp>
          <p:nvSpPr>
            <p:cNvPr id="32" name="Rectangle 31"/>
            <p:cNvSpPr/>
            <p:nvPr/>
          </p:nvSpPr>
          <p:spPr>
            <a:xfrm>
              <a:off x="12507842" y="2721406"/>
              <a:ext cx="252028" cy="2520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3" name="TextBox 32"/>
            <p:cNvSpPr txBox="1"/>
            <p:nvPr/>
          </p:nvSpPr>
          <p:spPr>
            <a:xfrm>
              <a:off x="12492689" y="2721406"/>
              <a:ext cx="288032" cy="276999"/>
            </a:xfrm>
            <a:prstGeom prst="rect">
              <a:avLst/>
            </a:prstGeom>
            <a:noFill/>
          </p:spPr>
          <p:txBody>
            <a:bodyPr wrap="square" rtlCol="0">
              <a:spAutoFit/>
            </a:bodyPr>
            <a:lstStyle/>
            <a:p>
              <a:r>
                <a:rPr lang="nl-NL" sz="1200" b="1" dirty="0">
                  <a:solidFill>
                    <a:schemeClr val="bg1"/>
                  </a:solidFill>
                  <a:latin typeface="Arial" panose="020B0604020202020204" pitchFamily="34" charset="0"/>
                  <a:cs typeface="Arial" panose="020B0604020202020204" pitchFamily="34" charset="0"/>
                </a:rPr>
                <a:t>5</a:t>
              </a:r>
              <a:endParaRPr lang="en-US" sz="1200" b="1" dirty="0">
                <a:solidFill>
                  <a:schemeClr val="bg1"/>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2933321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2A2DD-F8DC-4FDC-9795-0989431B888A}"/>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nl-NL"/>
          </a:p>
        </p:txBody>
      </p:sp>
      <p:sp>
        <p:nvSpPr>
          <p:cNvPr id="3" name="Text Placeholder 2">
            <a:extLst>
              <a:ext uri="{FF2B5EF4-FFF2-40B4-BE49-F238E27FC236}">
                <a16:creationId xmlns:a16="http://schemas.microsoft.com/office/drawing/2014/main" id="{9F6FDED3-CA78-4563-8DDD-8979E06A93F4}"/>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0B94D3-1C85-4604-9B7E-00795ED12A21}"/>
              </a:ext>
            </a:extLst>
          </p:cNvPr>
          <p:cNvSpPr>
            <a:spLocks noGrp="1"/>
          </p:cNvSpPr>
          <p:nvPr>
            <p:ph type="dt" sz="half" idx="10"/>
          </p:nvPr>
        </p:nvSpPr>
        <p:spPr/>
        <p:txBody>
          <a:bodyPr/>
          <a:lstStyle/>
          <a:p>
            <a:endParaRPr lang="nl-NL"/>
          </a:p>
        </p:txBody>
      </p:sp>
      <p:sp>
        <p:nvSpPr>
          <p:cNvPr id="5" name="Footer Placeholder 4">
            <a:extLst>
              <a:ext uri="{FF2B5EF4-FFF2-40B4-BE49-F238E27FC236}">
                <a16:creationId xmlns:a16="http://schemas.microsoft.com/office/drawing/2014/main" id="{EB22CF09-CEF4-4A57-A284-156F2325BBB4}"/>
              </a:ext>
            </a:extLst>
          </p:cNvPr>
          <p:cNvSpPr>
            <a:spLocks noGrp="1"/>
          </p:cNvSpPr>
          <p:nvPr>
            <p:ph type="ftr" sz="quarter" idx="11"/>
          </p:nvPr>
        </p:nvSpPr>
        <p:spPr/>
        <p:txBody>
          <a:bodyPr/>
          <a:lstStyle/>
          <a:p>
            <a:r>
              <a:rPr lang="en-US"/>
              <a:t>Analytics for a Better World, Lecture 1</a:t>
            </a:r>
            <a:endParaRPr lang="en-US" dirty="0"/>
          </a:p>
        </p:txBody>
      </p:sp>
      <p:sp>
        <p:nvSpPr>
          <p:cNvPr id="6" name="Slide Number Placeholder 5">
            <a:extLst>
              <a:ext uri="{FF2B5EF4-FFF2-40B4-BE49-F238E27FC236}">
                <a16:creationId xmlns:a16="http://schemas.microsoft.com/office/drawing/2014/main" id="{1E437D7A-0301-44CE-A80C-E25113C70A3B}"/>
              </a:ext>
            </a:extLst>
          </p:cNvPr>
          <p:cNvSpPr>
            <a:spLocks noGrp="1"/>
          </p:cNvSpPr>
          <p:nvPr>
            <p:ph type="sldNum" sz="quarter" idx="12"/>
          </p:nvPr>
        </p:nvSpPr>
        <p:spPr/>
        <p:txBody>
          <a:bodyPr/>
          <a:lstStyle/>
          <a:p>
            <a:fld id="{F0C94032-CD4C-4C25-B0C2-CEC720522D92}" type="slidenum">
              <a:rPr lang="en-US" smtClean="0"/>
              <a:pPr/>
              <a:t>‹#›</a:t>
            </a:fld>
            <a:endParaRPr lang="en-US" dirty="0"/>
          </a:p>
        </p:txBody>
      </p:sp>
    </p:spTree>
    <p:extLst>
      <p:ext uri="{BB962C8B-B14F-4D97-AF65-F5344CB8AC3E}">
        <p14:creationId xmlns:p14="http://schemas.microsoft.com/office/powerpoint/2010/main" val="20457205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07A5F-253B-4C4C-83A9-614593E2D03F}"/>
              </a:ext>
            </a:extLst>
          </p:cNvPr>
          <p:cNvSpPr>
            <a:spLocks noGrp="1"/>
          </p:cNvSpPr>
          <p:nvPr>
            <p:ph type="title"/>
          </p:nvPr>
        </p:nvSpPr>
        <p:spPr/>
        <p:txBody>
          <a:bodyPr/>
          <a:lstStyle/>
          <a:p>
            <a:r>
              <a:rPr lang="en-US"/>
              <a:t>Click to edit Master title style</a:t>
            </a:r>
            <a:endParaRPr lang="nl-NL"/>
          </a:p>
        </p:txBody>
      </p:sp>
      <p:sp>
        <p:nvSpPr>
          <p:cNvPr id="3" name="Date Placeholder 2">
            <a:extLst>
              <a:ext uri="{FF2B5EF4-FFF2-40B4-BE49-F238E27FC236}">
                <a16:creationId xmlns:a16="http://schemas.microsoft.com/office/drawing/2014/main" id="{994DBFE8-B29D-454D-9A0D-0ADE524921BE}"/>
              </a:ext>
            </a:extLst>
          </p:cNvPr>
          <p:cNvSpPr>
            <a:spLocks noGrp="1"/>
          </p:cNvSpPr>
          <p:nvPr>
            <p:ph type="dt" sz="half" idx="10"/>
          </p:nvPr>
        </p:nvSpPr>
        <p:spPr/>
        <p:txBody>
          <a:bodyPr/>
          <a:lstStyle/>
          <a:p>
            <a:endParaRPr lang="nl-NL"/>
          </a:p>
        </p:txBody>
      </p:sp>
      <p:sp>
        <p:nvSpPr>
          <p:cNvPr id="4" name="Footer Placeholder 3">
            <a:extLst>
              <a:ext uri="{FF2B5EF4-FFF2-40B4-BE49-F238E27FC236}">
                <a16:creationId xmlns:a16="http://schemas.microsoft.com/office/drawing/2014/main" id="{A1F7E197-C8F6-4E37-A16B-705B8F6C234E}"/>
              </a:ext>
            </a:extLst>
          </p:cNvPr>
          <p:cNvSpPr>
            <a:spLocks noGrp="1"/>
          </p:cNvSpPr>
          <p:nvPr>
            <p:ph type="ftr" sz="quarter" idx="11"/>
          </p:nvPr>
        </p:nvSpPr>
        <p:spPr/>
        <p:txBody>
          <a:bodyPr/>
          <a:lstStyle/>
          <a:p>
            <a:r>
              <a:rPr lang="en-US"/>
              <a:t>Analytics for a Better World, Lecture 1</a:t>
            </a:r>
            <a:endParaRPr lang="en-US" dirty="0"/>
          </a:p>
        </p:txBody>
      </p:sp>
      <p:sp>
        <p:nvSpPr>
          <p:cNvPr id="5" name="Slide Number Placeholder 4">
            <a:extLst>
              <a:ext uri="{FF2B5EF4-FFF2-40B4-BE49-F238E27FC236}">
                <a16:creationId xmlns:a16="http://schemas.microsoft.com/office/drawing/2014/main" id="{CEF595A2-5969-4610-82D0-F4F10273AC14}"/>
              </a:ext>
            </a:extLst>
          </p:cNvPr>
          <p:cNvSpPr>
            <a:spLocks noGrp="1"/>
          </p:cNvSpPr>
          <p:nvPr>
            <p:ph type="sldNum" sz="quarter" idx="12"/>
          </p:nvPr>
        </p:nvSpPr>
        <p:spPr/>
        <p:txBody>
          <a:bodyPr/>
          <a:lstStyle/>
          <a:p>
            <a:fld id="{F0C94032-CD4C-4C25-B0C2-CEC720522D92}" type="slidenum">
              <a:rPr lang="en-US" smtClean="0"/>
              <a:pPr/>
              <a:t>‹#›</a:t>
            </a:fld>
            <a:endParaRPr lang="en-US" dirty="0"/>
          </a:p>
        </p:txBody>
      </p:sp>
    </p:spTree>
    <p:extLst>
      <p:ext uri="{BB962C8B-B14F-4D97-AF65-F5344CB8AC3E}">
        <p14:creationId xmlns:p14="http://schemas.microsoft.com/office/powerpoint/2010/main" val="20029005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ext and video (iMac)">
    <p:spTree>
      <p:nvGrpSpPr>
        <p:cNvPr id="1" name=""/>
        <p:cNvGrpSpPr/>
        <p:nvPr/>
      </p:nvGrpSpPr>
      <p:grpSpPr>
        <a:xfrm>
          <a:off x="0" y="0"/>
          <a:ext cx="0" cy="0"/>
          <a:chOff x="0" y="0"/>
          <a:chExt cx="0" cy="0"/>
        </a:xfrm>
      </p:grpSpPr>
      <p:pic>
        <p:nvPicPr>
          <p:cNvPr id="7" name="Picture 6" descr="iMac.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87297" y="1668379"/>
            <a:ext cx="6430375" cy="4774256"/>
          </a:xfrm>
          <a:prstGeom prst="rect">
            <a:avLst/>
          </a:prstGeom>
        </p:spPr>
      </p:pic>
      <p:sp>
        <p:nvSpPr>
          <p:cNvPr id="8" name="Rectangle 7"/>
          <p:cNvSpPr/>
          <p:nvPr/>
        </p:nvSpPr>
        <p:spPr>
          <a:xfrm>
            <a:off x="6302400" y="2006400"/>
            <a:ext cx="5505600" cy="28464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dirty="0"/>
          </a:p>
        </p:txBody>
      </p:sp>
      <p:sp>
        <p:nvSpPr>
          <p:cNvPr id="4" name="Content Placeholder 3"/>
          <p:cNvSpPr>
            <a:spLocks noGrp="1"/>
          </p:cNvSpPr>
          <p:nvPr>
            <p:ph sz="quarter" idx="12"/>
          </p:nvPr>
        </p:nvSpPr>
        <p:spPr>
          <a:xfrm>
            <a:off x="6302400" y="2006400"/>
            <a:ext cx="5505600" cy="2846400"/>
          </a:xfrm>
        </p:spPr>
        <p:txBody>
          <a:bodyPr/>
          <a:lstStyle>
            <a:lvl1pPr>
              <a:defRPr>
                <a:solidFill>
                  <a:schemeClr val="accent1"/>
                </a:solidFill>
              </a:defRPr>
            </a:lvl1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3" name="Title 2"/>
          <p:cNvSpPr>
            <a:spLocks noGrp="1"/>
          </p:cNvSpPr>
          <p:nvPr>
            <p:ph type="title"/>
          </p:nvPr>
        </p:nvSpPr>
        <p:spPr>
          <a:xfrm>
            <a:off x="489315" y="835204"/>
            <a:ext cx="11159196" cy="936103"/>
          </a:xfrm>
        </p:spPr>
        <p:txBody>
          <a:bodyPr/>
          <a:lstStyle>
            <a:lvl1pPr>
              <a:defRPr>
                <a:solidFill>
                  <a:schemeClr val="accent1"/>
                </a:solidFill>
              </a:defRPr>
            </a:lvl1pPr>
          </a:lstStyle>
          <a:p>
            <a:r>
              <a:rPr lang="en-US"/>
              <a:t>Click to edit Master title style</a:t>
            </a:r>
            <a:endParaRPr lang="nl-NL" dirty="0"/>
          </a:p>
        </p:txBody>
      </p:sp>
      <p:pic>
        <p:nvPicPr>
          <p:cNvPr id="9" name="Picture 8" descr="iMac.png">
            <a:extLst>
              <a:ext uri="{FF2B5EF4-FFF2-40B4-BE49-F238E27FC236}">
                <a16:creationId xmlns:a16="http://schemas.microsoft.com/office/drawing/2014/main" id="{C8FBE6D9-3C61-4A64-8829-1D01D752B6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87297" y="1668379"/>
            <a:ext cx="6430375" cy="4774256"/>
          </a:xfrm>
          <a:prstGeom prst="rect">
            <a:avLst/>
          </a:prstGeom>
        </p:spPr>
      </p:pic>
      <p:sp>
        <p:nvSpPr>
          <p:cNvPr id="10" name="Rectangle 9">
            <a:extLst>
              <a:ext uri="{FF2B5EF4-FFF2-40B4-BE49-F238E27FC236}">
                <a16:creationId xmlns:a16="http://schemas.microsoft.com/office/drawing/2014/main" id="{24D704BE-186B-4873-9F53-FB8893678272}"/>
              </a:ext>
            </a:extLst>
          </p:cNvPr>
          <p:cNvSpPr/>
          <p:nvPr userDrawn="1"/>
        </p:nvSpPr>
        <p:spPr>
          <a:xfrm>
            <a:off x="6302400" y="2006400"/>
            <a:ext cx="5505600" cy="28464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dirty="0"/>
          </a:p>
        </p:txBody>
      </p:sp>
      <p:sp>
        <p:nvSpPr>
          <p:cNvPr id="29" name="TextBox 28"/>
          <p:cNvSpPr txBox="1"/>
          <p:nvPr userDrawn="1"/>
        </p:nvSpPr>
        <p:spPr>
          <a:xfrm>
            <a:off x="-2508956" y="7641"/>
            <a:ext cx="2376264" cy="307777"/>
          </a:xfrm>
          <a:prstGeom prst="rect">
            <a:avLst/>
          </a:prstGeom>
          <a:noFill/>
        </p:spPr>
        <p:txBody>
          <a:bodyPr wrap="square" rtlCol="0">
            <a:spAutoFit/>
          </a:bodyPr>
          <a:lstStyle/>
          <a:p>
            <a:r>
              <a:rPr lang="nl-NL" sz="1400" b="1" dirty="0">
                <a:solidFill>
                  <a:schemeClr val="accent1"/>
                </a:solidFill>
                <a:latin typeface="Arial" panose="020B0604020202020204" pitchFamily="34" charset="0"/>
                <a:cs typeface="Arial" panose="020B0604020202020204" pitchFamily="34" charset="0"/>
              </a:rPr>
              <a:t>Working with tex</a:t>
            </a:r>
            <a:r>
              <a:rPr lang="nl-NL" sz="1400" b="1" baseline="0" dirty="0">
                <a:solidFill>
                  <a:schemeClr val="accent1"/>
                </a:solidFill>
                <a:latin typeface="Arial" panose="020B0604020202020204" pitchFamily="34" charset="0"/>
                <a:cs typeface="Arial" panose="020B0604020202020204" pitchFamily="34" charset="0"/>
              </a:rPr>
              <a:t>t levels</a:t>
            </a:r>
            <a:endParaRPr lang="en-US" sz="1400" b="1" dirty="0">
              <a:solidFill>
                <a:schemeClr val="accent1"/>
              </a:solidFill>
              <a:latin typeface="Arial" panose="020B0604020202020204" pitchFamily="34" charset="0"/>
              <a:cs typeface="Arial" panose="020B0604020202020204" pitchFamily="34" charset="0"/>
            </a:endParaRPr>
          </a:p>
        </p:txBody>
      </p:sp>
      <p:cxnSp>
        <p:nvCxnSpPr>
          <p:cNvPr id="30" name="Straight Connector 29"/>
          <p:cNvCxnSpPr/>
          <p:nvPr userDrawn="1"/>
        </p:nvCxnSpPr>
        <p:spPr>
          <a:xfrm>
            <a:off x="-2436948" y="404664"/>
            <a:ext cx="216024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2436948" y="2054386"/>
            <a:ext cx="2160240"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32" name="Picture 2"/>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45962" t="15444" r="5868" b="19995"/>
          <a:stretch/>
        </p:blipFill>
        <p:spPr bwMode="auto">
          <a:xfrm>
            <a:off x="-2310933" y="1272886"/>
            <a:ext cx="321175" cy="3136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3" name="TextBox 32"/>
          <p:cNvSpPr txBox="1"/>
          <p:nvPr userDrawn="1"/>
        </p:nvSpPr>
        <p:spPr>
          <a:xfrm>
            <a:off x="-2409976" y="476674"/>
            <a:ext cx="2133267" cy="646331"/>
          </a:xfrm>
          <a:prstGeom prst="rect">
            <a:avLst/>
          </a:prstGeom>
          <a:noFill/>
        </p:spPr>
        <p:txBody>
          <a:bodyPr wrap="square" rtlCol="0">
            <a:spAutoFit/>
          </a:bodyPr>
          <a:lstStyle/>
          <a:p>
            <a:r>
              <a:rPr lang="en-US" sz="900" b="0" i="0" kern="1200" dirty="0">
                <a:solidFill>
                  <a:schemeClr val="tx1"/>
                </a:solidFill>
                <a:effectLst/>
                <a:latin typeface="Arial" panose="020B0604020202020204" pitchFamily="34" charset="0"/>
                <a:ea typeface="+mn-ea"/>
                <a:cs typeface="Arial" panose="020B0604020202020204" pitchFamily="34" charset="0"/>
              </a:rPr>
              <a:t>The UvA template has a number of pre-programmed text levels. Go to 'Home' and then to 'Paragraph' to easily switch between different levels</a:t>
            </a:r>
            <a:endParaRPr lang="en-US" sz="900" b="1" dirty="0">
              <a:latin typeface="Arial" panose="020B0604020202020204" pitchFamily="34" charset="0"/>
              <a:cs typeface="Arial" panose="020B0604020202020204" pitchFamily="34" charset="0"/>
            </a:endParaRPr>
          </a:p>
        </p:txBody>
      </p:sp>
      <p:sp>
        <p:nvSpPr>
          <p:cNvPr id="34" name="TextBox 33"/>
          <p:cNvSpPr txBox="1"/>
          <p:nvPr userDrawn="1"/>
        </p:nvSpPr>
        <p:spPr>
          <a:xfrm>
            <a:off x="-1896800" y="1693275"/>
            <a:ext cx="1080032" cy="230832"/>
          </a:xfrm>
          <a:prstGeom prst="rect">
            <a:avLst/>
          </a:prstGeom>
          <a:noFill/>
        </p:spPr>
        <p:txBody>
          <a:bodyPr wrap="square" rtlCol="0">
            <a:spAutoFit/>
          </a:bodyPr>
          <a:lstStyle/>
          <a:p>
            <a:r>
              <a:rPr lang="nl-NL" sz="900" b="1" dirty="0">
                <a:solidFill>
                  <a:schemeClr val="accent1"/>
                </a:solidFill>
                <a:latin typeface="Arial" panose="020B0604020202020204" pitchFamily="34" charset="0"/>
                <a:cs typeface="Arial" panose="020B0604020202020204" pitchFamily="34" charset="0"/>
              </a:rPr>
              <a:t>Level Down</a:t>
            </a:r>
            <a:endParaRPr lang="en-US" sz="900" b="1" dirty="0">
              <a:solidFill>
                <a:schemeClr val="accent1"/>
              </a:solidFill>
              <a:latin typeface="Arial" panose="020B0604020202020204" pitchFamily="34" charset="0"/>
              <a:cs typeface="Arial" panose="020B0604020202020204" pitchFamily="34" charset="0"/>
            </a:endParaRPr>
          </a:p>
        </p:txBody>
      </p:sp>
      <p:sp>
        <p:nvSpPr>
          <p:cNvPr id="35" name="TextBox 34"/>
          <p:cNvSpPr txBox="1"/>
          <p:nvPr userDrawn="1"/>
        </p:nvSpPr>
        <p:spPr>
          <a:xfrm>
            <a:off x="-1896888" y="1322862"/>
            <a:ext cx="1080120" cy="230832"/>
          </a:xfrm>
          <a:prstGeom prst="rect">
            <a:avLst/>
          </a:prstGeom>
          <a:noFill/>
        </p:spPr>
        <p:txBody>
          <a:bodyPr wrap="square" rtlCol="0">
            <a:spAutoFit/>
          </a:bodyPr>
          <a:lstStyle/>
          <a:p>
            <a:r>
              <a:rPr lang="nl-NL" sz="900" b="1" dirty="0">
                <a:solidFill>
                  <a:schemeClr val="accent1"/>
                </a:solidFill>
                <a:latin typeface="Arial" panose="020B0604020202020204" pitchFamily="34" charset="0"/>
                <a:cs typeface="Arial" panose="020B0604020202020204" pitchFamily="34" charset="0"/>
              </a:rPr>
              <a:t>Level Up</a:t>
            </a:r>
            <a:endParaRPr lang="en-US" sz="900" b="1" dirty="0">
              <a:solidFill>
                <a:schemeClr val="accent1"/>
              </a:solidFill>
              <a:latin typeface="Arial" panose="020B0604020202020204" pitchFamily="34" charset="0"/>
              <a:cs typeface="Arial" panose="020B0604020202020204" pitchFamily="34" charset="0"/>
            </a:endParaRPr>
          </a:p>
        </p:txBody>
      </p:sp>
      <p:pic>
        <p:nvPicPr>
          <p:cNvPr id="36" name="Picture 2"/>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4675" t="13612" r="47155" b="21827"/>
          <a:stretch/>
        </p:blipFill>
        <p:spPr bwMode="auto">
          <a:xfrm>
            <a:off x="-2310933" y="1628804"/>
            <a:ext cx="321175" cy="3136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7" name="TextBox 36"/>
          <p:cNvSpPr txBox="1"/>
          <p:nvPr userDrawn="1"/>
        </p:nvSpPr>
        <p:spPr>
          <a:xfrm>
            <a:off x="-2508954" y="2084661"/>
            <a:ext cx="1376953" cy="246221"/>
          </a:xfrm>
          <a:prstGeom prst="rect">
            <a:avLst/>
          </a:prstGeom>
          <a:noFill/>
        </p:spPr>
        <p:txBody>
          <a:bodyPr wrap="square" rtlCol="0">
            <a:spAutoFit/>
          </a:bodyPr>
          <a:lstStyle/>
          <a:p>
            <a:r>
              <a:rPr lang="nl-NL" sz="1000" b="1" dirty="0">
                <a:solidFill>
                  <a:schemeClr val="accent1"/>
                </a:solidFill>
                <a:latin typeface="Arial" panose="020B0604020202020204" pitchFamily="34" charset="0"/>
                <a:cs typeface="Arial" panose="020B0604020202020204" pitchFamily="34" charset="0"/>
              </a:rPr>
              <a:t>Tex</a:t>
            </a:r>
            <a:r>
              <a:rPr lang="nl-NL" sz="1000" b="1" baseline="0" dirty="0">
                <a:solidFill>
                  <a:schemeClr val="accent1"/>
                </a:solidFill>
                <a:latin typeface="Arial" panose="020B0604020202020204" pitchFamily="34" charset="0"/>
                <a:cs typeface="Arial" panose="020B0604020202020204" pitchFamily="34" charset="0"/>
              </a:rPr>
              <a:t>t levels</a:t>
            </a:r>
            <a:endParaRPr lang="en-US" sz="1000" b="1" dirty="0">
              <a:solidFill>
                <a:schemeClr val="accent1"/>
              </a:solidFill>
              <a:latin typeface="Arial" panose="020B0604020202020204" pitchFamily="34" charset="0"/>
              <a:cs typeface="Arial" panose="020B0604020202020204" pitchFamily="34" charset="0"/>
            </a:endParaRPr>
          </a:p>
        </p:txBody>
      </p:sp>
      <p:sp>
        <p:nvSpPr>
          <p:cNvPr id="38" name="TextBox 37"/>
          <p:cNvSpPr txBox="1"/>
          <p:nvPr userDrawn="1"/>
        </p:nvSpPr>
        <p:spPr>
          <a:xfrm>
            <a:off x="-2166917" y="2453426"/>
            <a:ext cx="1854207" cy="246221"/>
          </a:xfrm>
          <a:prstGeom prst="rect">
            <a:avLst/>
          </a:prstGeom>
          <a:noFill/>
        </p:spPr>
        <p:txBody>
          <a:bodyPr wrap="square" rtlCol="0">
            <a:spAutoFit/>
          </a:bodyPr>
          <a:lstStyle/>
          <a:p>
            <a:r>
              <a:rPr lang="nl-NL" sz="1000" dirty="0">
                <a:latin typeface="+mj-lt"/>
                <a:cs typeface="Arial" panose="020B0604020202020204" pitchFamily="34" charset="0"/>
              </a:rPr>
              <a:t>Body</a:t>
            </a:r>
            <a:r>
              <a:rPr lang="nl-NL" sz="1000" baseline="0" dirty="0">
                <a:latin typeface="+mj-lt"/>
                <a:cs typeface="Arial" panose="020B0604020202020204" pitchFamily="34" charset="0"/>
              </a:rPr>
              <a:t> text</a:t>
            </a:r>
            <a:r>
              <a:rPr lang="nl-NL" sz="1000" dirty="0">
                <a:latin typeface="+mj-lt"/>
                <a:cs typeface="Arial" panose="020B0604020202020204" pitchFamily="34" charset="0"/>
              </a:rPr>
              <a:t> (24 pt.)</a:t>
            </a:r>
            <a:endParaRPr lang="en-US" sz="1000" dirty="0">
              <a:latin typeface="+mj-lt"/>
              <a:cs typeface="Arial" panose="020B0604020202020204" pitchFamily="34" charset="0"/>
            </a:endParaRPr>
          </a:p>
        </p:txBody>
      </p:sp>
      <p:sp>
        <p:nvSpPr>
          <p:cNvPr id="39" name="TextBox 38"/>
          <p:cNvSpPr txBox="1"/>
          <p:nvPr userDrawn="1"/>
        </p:nvSpPr>
        <p:spPr>
          <a:xfrm>
            <a:off x="-2169589" y="2723266"/>
            <a:ext cx="1854207" cy="246221"/>
          </a:xfrm>
          <a:prstGeom prst="rect">
            <a:avLst/>
          </a:prstGeom>
          <a:noFill/>
        </p:spPr>
        <p:txBody>
          <a:bodyPr wrap="square" rtlCol="0">
            <a:spAutoFit/>
          </a:bodyPr>
          <a:lstStyle/>
          <a:p>
            <a:pPr marL="171446" indent="-171446">
              <a:buFont typeface="Arial" panose="020B0604020202020204" pitchFamily="34" charset="0"/>
              <a:buChar char="•"/>
            </a:pPr>
            <a:r>
              <a:rPr lang="nl-NL" sz="1000" dirty="0">
                <a:latin typeface="+mj-lt"/>
                <a:cs typeface="Arial" panose="020B0604020202020204" pitchFamily="34" charset="0"/>
              </a:rPr>
              <a:t>Bullet (24 pt.)</a:t>
            </a:r>
            <a:endParaRPr lang="en-US" sz="1000" dirty="0">
              <a:latin typeface="+mj-lt"/>
              <a:cs typeface="Arial" panose="020B0604020202020204" pitchFamily="34" charset="0"/>
            </a:endParaRPr>
          </a:p>
        </p:txBody>
      </p:sp>
      <p:sp>
        <p:nvSpPr>
          <p:cNvPr id="40" name="TextBox 39"/>
          <p:cNvSpPr txBox="1"/>
          <p:nvPr userDrawn="1"/>
        </p:nvSpPr>
        <p:spPr>
          <a:xfrm>
            <a:off x="-2083419" y="3023107"/>
            <a:ext cx="1693619" cy="246221"/>
          </a:xfrm>
          <a:prstGeom prst="rect">
            <a:avLst/>
          </a:prstGeom>
          <a:noFill/>
        </p:spPr>
        <p:txBody>
          <a:bodyPr wrap="square" rtlCol="0">
            <a:spAutoFit/>
          </a:bodyPr>
          <a:lstStyle/>
          <a:p>
            <a:pPr marL="360354" lvl="1" indent="-180970">
              <a:buFont typeface="Arial" panose="020B0604020202020204" pitchFamily="34" charset="0"/>
              <a:buChar char="•"/>
            </a:pPr>
            <a:r>
              <a:rPr lang="nl-NL" sz="1000" dirty="0">
                <a:latin typeface="+mj-lt"/>
                <a:cs typeface="Arial" panose="020B0604020202020204" pitchFamily="34" charset="0"/>
              </a:rPr>
              <a:t>Sub Bullet (16 pt.)</a:t>
            </a:r>
            <a:endParaRPr lang="en-US" sz="1000" dirty="0">
              <a:latin typeface="+mj-lt"/>
              <a:cs typeface="Arial" panose="020B0604020202020204" pitchFamily="34" charset="0"/>
            </a:endParaRPr>
          </a:p>
        </p:txBody>
      </p:sp>
      <p:sp>
        <p:nvSpPr>
          <p:cNvPr id="41" name="TextBox 40"/>
          <p:cNvSpPr txBox="1"/>
          <p:nvPr userDrawn="1"/>
        </p:nvSpPr>
        <p:spPr>
          <a:xfrm>
            <a:off x="-2083419" y="3329535"/>
            <a:ext cx="1693619" cy="246221"/>
          </a:xfrm>
          <a:prstGeom prst="rect">
            <a:avLst/>
          </a:prstGeom>
          <a:noFill/>
        </p:spPr>
        <p:txBody>
          <a:bodyPr wrap="square" rtlCol="0">
            <a:spAutoFit/>
          </a:bodyPr>
          <a:lstStyle/>
          <a:p>
            <a:r>
              <a:rPr lang="nl-NL" sz="1000" b="1" dirty="0">
                <a:solidFill>
                  <a:schemeClr val="accent1"/>
                </a:solidFill>
                <a:latin typeface="+mj-lt"/>
                <a:cs typeface="Arial" panose="020B0604020202020204" pitchFamily="34" charset="0"/>
              </a:rPr>
              <a:t>Title (24 pt)</a:t>
            </a:r>
            <a:endParaRPr lang="en-US" sz="1000" b="1" dirty="0">
              <a:solidFill>
                <a:schemeClr val="accent1"/>
              </a:solidFill>
              <a:latin typeface="+mj-lt"/>
              <a:cs typeface="Arial" panose="020B0604020202020204" pitchFamily="34" charset="0"/>
            </a:endParaRPr>
          </a:p>
        </p:txBody>
      </p:sp>
      <p:sp>
        <p:nvSpPr>
          <p:cNvPr id="42" name="TextBox 41"/>
          <p:cNvSpPr txBox="1"/>
          <p:nvPr userDrawn="1"/>
        </p:nvSpPr>
        <p:spPr>
          <a:xfrm>
            <a:off x="-2093659" y="3636330"/>
            <a:ext cx="1693619" cy="246221"/>
          </a:xfrm>
          <a:prstGeom prst="rect">
            <a:avLst/>
          </a:prstGeom>
          <a:noFill/>
        </p:spPr>
        <p:txBody>
          <a:bodyPr wrap="square" rtlCol="0">
            <a:spAutoFit/>
          </a:bodyPr>
          <a:lstStyle/>
          <a:p>
            <a:r>
              <a:rPr lang="nl-NL" sz="1000" i="1" dirty="0">
                <a:solidFill>
                  <a:schemeClr val="accent1"/>
                </a:solidFill>
                <a:latin typeface="+mj-lt"/>
                <a:cs typeface="Arial" panose="020B0604020202020204" pitchFamily="34" charset="0"/>
              </a:rPr>
              <a:t>Title (16 pt)</a:t>
            </a:r>
            <a:endParaRPr lang="en-US" sz="1000" i="1" dirty="0">
              <a:solidFill>
                <a:schemeClr val="accent1"/>
              </a:solidFill>
              <a:latin typeface="+mj-lt"/>
              <a:cs typeface="Arial" panose="020B0604020202020204" pitchFamily="34" charset="0"/>
            </a:endParaRPr>
          </a:p>
        </p:txBody>
      </p:sp>
      <p:grpSp>
        <p:nvGrpSpPr>
          <p:cNvPr id="43" name="Group 42"/>
          <p:cNvGrpSpPr/>
          <p:nvPr userDrawn="1"/>
        </p:nvGrpSpPr>
        <p:grpSpPr>
          <a:xfrm>
            <a:off x="-2425457" y="2431924"/>
            <a:ext cx="288032" cy="276999"/>
            <a:chOff x="12492689" y="2721406"/>
            <a:chExt cx="288032" cy="276999"/>
          </a:xfrm>
        </p:grpSpPr>
        <p:sp>
          <p:nvSpPr>
            <p:cNvPr id="44" name="Rectangle 43"/>
            <p:cNvSpPr/>
            <p:nvPr/>
          </p:nvSpPr>
          <p:spPr>
            <a:xfrm>
              <a:off x="12507842" y="2721406"/>
              <a:ext cx="252028" cy="2520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5" name="TextBox 44"/>
            <p:cNvSpPr txBox="1"/>
            <p:nvPr/>
          </p:nvSpPr>
          <p:spPr>
            <a:xfrm>
              <a:off x="12492689" y="2721406"/>
              <a:ext cx="288032" cy="276999"/>
            </a:xfrm>
            <a:prstGeom prst="rect">
              <a:avLst/>
            </a:prstGeom>
            <a:noFill/>
          </p:spPr>
          <p:txBody>
            <a:bodyPr wrap="square" rtlCol="0">
              <a:spAutoFit/>
            </a:bodyPr>
            <a:lstStyle/>
            <a:p>
              <a:r>
                <a:rPr lang="nl-NL" sz="1200" b="1" dirty="0">
                  <a:solidFill>
                    <a:schemeClr val="bg1"/>
                  </a:solidFill>
                  <a:latin typeface="Arial" panose="020B0604020202020204" pitchFamily="34" charset="0"/>
                  <a:cs typeface="Arial" panose="020B0604020202020204" pitchFamily="34" charset="0"/>
                </a:rPr>
                <a:t>1</a:t>
              </a:r>
              <a:endParaRPr lang="en-US" sz="1200" b="1" dirty="0">
                <a:solidFill>
                  <a:schemeClr val="bg1"/>
                </a:solidFill>
                <a:latin typeface="Arial" panose="020B0604020202020204" pitchFamily="34" charset="0"/>
                <a:cs typeface="Arial" panose="020B0604020202020204" pitchFamily="34" charset="0"/>
              </a:endParaRPr>
            </a:p>
          </p:txBody>
        </p:sp>
      </p:grpSp>
      <p:grpSp>
        <p:nvGrpSpPr>
          <p:cNvPr id="46" name="Group 45"/>
          <p:cNvGrpSpPr/>
          <p:nvPr userDrawn="1"/>
        </p:nvGrpSpPr>
        <p:grpSpPr>
          <a:xfrm>
            <a:off x="-2426044" y="2725770"/>
            <a:ext cx="288032" cy="276999"/>
            <a:chOff x="12492689" y="2721406"/>
            <a:chExt cx="288032" cy="276999"/>
          </a:xfrm>
        </p:grpSpPr>
        <p:sp>
          <p:nvSpPr>
            <p:cNvPr id="47" name="Rectangle 46"/>
            <p:cNvSpPr/>
            <p:nvPr/>
          </p:nvSpPr>
          <p:spPr>
            <a:xfrm>
              <a:off x="12507842" y="2721406"/>
              <a:ext cx="252028" cy="2520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8" name="TextBox 47"/>
            <p:cNvSpPr txBox="1"/>
            <p:nvPr/>
          </p:nvSpPr>
          <p:spPr>
            <a:xfrm>
              <a:off x="12492689" y="2721406"/>
              <a:ext cx="288032" cy="276999"/>
            </a:xfrm>
            <a:prstGeom prst="rect">
              <a:avLst/>
            </a:prstGeom>
            <a:noFill/>
          </p:spPr>
          <p:txBody>
            <a:bodyPr wrap="square" rtlCol="0">
              <a:spAutoFit/>
            </a:bodyPr>
            <a:lstStyle/>
            <a:p>
              <a:r>
                <a:rPr lang="nl-NL" sz="1200" b="1" dirty="0">
                  <a:solidFill>
                    <a:schemeClr val="bg1"/>
                  </a:solidFill>
                  <a:latin typeface="Arial" panose="020B0604020202020204" pitchFamily="34" charset="0"/>
                  <a:cs typeface="Arial" panose="020B0604020202020204" pitchFamily="34" charset="0"/>
                </a:rPr>
                <a:t>2</a:t>
              </a:r>
              <a:endParaRPr lang="en-US" sz="1200" b="1" dirty="0">
                <a:solidFill>
                  <a:schemeClr val="bg1"/>
                </a:solidFill>
                <a:latin typeface="Arial" panose="020B0604020202020204" pitchFamily="34" charset="0"/>
                <a:cs typeface="Arial" panose="020B0604020202020204" pitchFamily="34" charset="0"/>
              </a:endParaRPr>
            </a:p>
          </p:txBody>
        </p:sp>
      </p:grpSp>
      <p:grpSp>
        <p:nvGrpSpPr>
          <p:cNvPr id="49" name="Group 48"/>
          <p:cNvGrpSpPr/>
          <p:nvPr userDrawn="1"/>
        </p:nvGrpSpPr>
        <p:grpSpPr>
          <a:xfrm>
            <a:off x="-2425457" y="3023108"/>
            <a:ext cx="288032" cy="276999"/>
            <a:chOff x="12492689" y="2721406"/>
            <a:chExt cx="288032" cy="276999"/>
          </a:xfrm>
        </p:grpSpPr>
        <p:sp>
          <p:nvSpPr>
            <p:cNvPr id="50" name="Rectangle 49"/>
            <p:cNvSpPr/>
            <p:nvPr/>
          </p:nvSpPr>
          <p:spPr>
            <a:xfrm>
              <a:off x="12507842" y="2721406"/>
              <a:ext cx="252028" cy="2520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1" name="TextBox 50"/>
            <p:cNvSpPr txBox="1"/>
            <p:nvPr/>
          </p:nvSpPr>
          <p:spPr>
            <a:xfrm>
              <a:off x="12492689" y="2721406"/>
              <a:ext cx="288032" cy="276999"/>
            </a:xfrm>
            <a:prstGeom prst="rect">
              <a:avLst/>
            </a:prstGeom>
            <a:noFill/>
          </p:spPr>
          <p:txBody>
            <a:bodyPr wrap="square" rtlCol="0">
              <a:spAutoFit/>
            </a:bodyPr>
            <a:lstStyle/>
            <a:p>
              <a:r>
                <a:rPr lang="nl-NL" sz="1200" b="1" dirty="0">
                  <a:solidFill>
                    <a:schemeClr val="bg1"/>
                  </a:solidFill>
                  <a:latin typeface="Arial" panose="020B0604020202020204" pitchFamily="34" charset="0"/>
                  <a:cs typeface="Arial" panose="020B0604020202020204" pitchFamily="34" charset="0"/>
                </a:rPr>
                <a:t>3</a:t>
              </a:r>
              <a:endParaRPr lang="en-US" sz="1200" b="1" dirty="0">
                <a:solidFill>
                  <a:schemeClr val="bg1"/>
                </a:solidFill>
                <a:latin typeface="Arial" panose="020B0604020202020204" pitchFamily="34" charset="0"/>
                <a:cs typeface="Arial" panose="020B0604020202020204" pitchFamily="34" charset="0"/>
              </a:endParaRPr>
            </a:p>
          </p:txBody>
        </p:sp>
      </p:grpSp>
      <p:grpSp>
        <p:nvGrpSpPr>
          <p:cNvPr id="52" name="Group 51"/>
          <p:cNvGrpSpPr/>
          <p:nvPr userDrawn="1"/>
        </p:nvGrpSpPr>
        <p:grpSpPr>
          <a:xfrm>
            <a:off x="-2425457" y="3329534"/>
            <a:ext cx="288032" cy="276999"/>
            <a:chOff x="12492689" y="2721406"/>
            <a:chExt cx="288032" cy="276999"/>
          </a:xfrm>
        </p:grpSpPr>
        <p:sp>
          <p:nvSpPr>
            <p:cNvPr id="53" name="Rectangle 52"/>
            <p:cNvSpPr/>
            <p:nvPr/>
          </p:nvSpPr>
          <p:spPr>
            <a:xfrm>
              <a:off x="12507842" y="2721406"/>
              <a:ext cx="252028" cy="2520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4" name="TextBox 53"/>
            <p:cNvSpPr txBox="1"/>
            <p:nvPr/>
          </p:nvSpPr>
          <p:spPr>
            <a:xfrm>
              <a:off x="12492689" y="2721406"/>
              <a:ext cx="288032" cy="276999"/>
            </a:xfrm>
            <a:prstGeom prst="rect">
              <a:avLst/>
            </a:prstGeom>
            <a:noFill/>
          </p:spPr>
          <p:txBody>
            <a:bodyPr wrap="square" rtlCol="0">
              <a:spAutoFit/>
            </a:bodyPr>
            <a:lstStyle/>
            <a:p>
              <a:r>
                <a:rPr lang="nl-NL" sz="1200" b="1" dirty="0">
                  <a:solidFill>
                    <a:schemeClr val="bg1"/>
                  </a:solidFill>
                  <a:latin typeface="Arial" panose="020B0604020202020204" pitchFamily="34" charset="0"/>
                  <a:cs typeface="Arial" panose="020B0604020202020204" pitchFamily="34" charset="0"/>
                </a:rPr>
                <a:t>4</a:t>
              </a:r>
              <a:endParaRPr lang="en-US" sz="1200" b="1" dirty="0">
                <a:solidFill>
                  <a:schemeClr val="bg1"/>
                </a:solidFill>
                <a:latin typeface="Arial" panose="020B0604020202020204" pitchFamily="34" charset="0"/>
                <a:cs typeface="Arial" panose="020B0604020202020204" pitchFamily="34" charset="0"/>
              </a:endParaRPr>
            </a:p>
          </p:txBody>
        </p:sp>
      </p:grpSp>
      <p:grpSp>
        <p:nvGrpSpPr>
          <p:cNvPr id="55" name="Group 54"/>
          <p:cNvGrpSpPr/>
          <p:nvPr userDrawn="1"/>
        </p:nvGrpSpPr>
        <p:grpSpPr>
          <a:xfrm>
            <a:off x="-2427768" y="3630522"/>
            <a:ext cx="288032" cy="276999"/>
            <a:chOff x="12492689" y="2721406"/>
            <a:chExt cx="288032" cy="276999"/>
          </a:xfrm>
        </p:grpSpPr>
        <p:sp>
          <p:nvSpPr>
            <p:cNvPr id="56" name="Rectangle 55"/>
            <p:cNvSpPr/>
            <p:nvPr/>
          </p:nvSpPr>
          <p:spPr>
            <a:xfrm>
              <a:off x="12507842" y="2721406"/>
              <a:ext cx="252028" cy="2520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7" name="TextBox 56"/>
            <p:cNvSpPr txBox="1"/>
            <p:nvPr/>
          </p:nvSpPr>
          <p:spPr>
            <a:xfrm>
              <a:off x="12492689" y="2721406"/>
              <a:ext cx="288032" cy="276999"/>
            </a:xfrm>
            <a:prstGeom prst="rect">
              <a:avLst/>
            </a:prstGeom>
            <a:noFill/>
          </p:spPr>
          <p:txBody>
            <a:bodyPr wrap="square" rtlCol="0">
              <a:spAutoFit/>
            </a:bodyPr>
            <a:lstStyle/>
            <a:p>
              <a:r>
                <a:rPr lang="nl-NL" sz="1200" b="1" dirty="0">
                  <a:solidFill>
                    <a:schemeClr val="bg1"/>
                  </a:solidFill>
                  <a:latin typeface="Arial" panose="020B0604020202020204" pitchFamily="34" charset="0"/>
                  <a:cs typeface="Arial" panose="020B0604020202020204" pitchFamily="34" charset="0"/>
                </a:rPr>
                <a:t>5</a:t>
              </a:r>
              <a:endParaRPr lang="en-US" sz="1200" b="1" dirty="0">
                <a:solidFill>
                  <a:schemeClr val="bg1"/>
                </a:solidFill>
                <a:latin typeface="Arial" panose="020B0604020202020204" pitchFamily="34" charset="0"/>
                <a:cs typeface="Arial" panose="020B0604020202020204" pitchFamily="34" charset="0"/>
              </a:endParaRPr>
            </a:p>
          </p:txBody>
        </p:sp>
      </p:grpSp>
      <p:sp>
        <p:nvSpPr>
          <p:cNvPr id="58" name="Text Placeholder 5"/>
          <p:cNvSpPr>
            <a:spLocks noGrp="1"/>
          </p:cNvSpPr>
          <p:nvPr>
            <p:ph type="body" sz="quarter" idx="11"/>
          </p:nvPr>
        </p:nvSpPr>
        <p:spPr>
          <a:xfrm>
            <a:off x="489316" y="1915200"/>
            <a:ext cx="5606687" cy="4468864"/>
          </a:xfrm>
        </p:spPr>
        <p:txBody>
          <a:bodyPr/>
          <a:lstStyle>
            <a:lvl1pPr indent="0">
              <a:spcBef>
                <a:spcPts val="0"/>
              </a:spcBef>
              <a:defRPr>
                <a:solidFill>
                  <a:schemeClr val="tx1"/>
                </a:solidFill>
              </a:defRPr>
            </a:lvl1pPr>
            <a:lvl2pPr indent="0">
              <a:defRPr/>
            </a:lvl2pPr>
            <a:lvl3pPr indent="0">
              <a:defRPr/>
            </a:lvl3pPr>
            <a:lvl4pPr indent="0">
              <a:spcBef>
                <a:spcPts val="0"/>
              </a:spcBef>
              <a:defRPr>
                <a:solidFill>
                  <a:schemeClr val="accent1"/>
                </a:solidFill>
              </a:defRPr>
            </a:lvl4pPr>
            <a:lvl5pPr indent="0">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nl-NL" dirty="0"/>
          </a:p>
        </p:txBody>
      </p:sp>
    </p:spTree>
    <p:extLst>
      <p:ext uri="{BB962C8B-B14F-4D97-AF65-F5344CB8AC3E}">
        <p14:creationId xmlns:p14="http://schemas.microsoft.com/office/powerpoint/2010/main" val="18247325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Text and video (iPad)">
    <p:spTree>
      <p:nvGrpSpPr>
        <p:cNvPr id="1" name=""/>
        <p:cNvGrpSpPr/>
        <p:nvPr/>
      </p:nvGrpSpPr>
      <p:grpSpPr>
        <a:xfrm>
          <a:off x="0" y="0"/>
          <a:ext cx="0" cy="0"/>
          <a:chOff x="0" y="0"/>
          <a:chExt cx="0" cy="0"/>
        </a:xfrm>
      </p:grpSpPr>
      <p:pic>
        <p:nvPicPr>
          <p:cNvPr id="10" name="Picture 9" descr="ipad.png">
            <a:extLst>
              <a:ext uri="{FF2B5EF4-FFF2-40B4-BE49-F238E27FC236}">
                <a16:creationId xmlns:a16="http://schemas.microsoft.com/office/drawing/2014/main" id="{72A91A83-7BEC-4DFC-9141-86C25E606EB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248131" y="1390428"/>
            <a:ext cx="4132447" cy="5206924"/>
          </a:xfrm>
          <a:prstGeom prst="rect">
            <a:avLst/>
          </a:prstGeom>
        </p:spPr>
      </p:pic>
      <p:pic>
        <p:nvPicPr>
          <p:cNvPr id="7" name="Picture 6" descr="ipa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48131" y="1390428"/>
            <a:ext cx="4132447" cy="5206924"/>
          </a:xfrm>
          <a:prstGeom prst="rect">
            <a:avLst/>
          </a:prstGeom>
        </p:spPr>
      </p:pic>
      <p:sp>
        <p:nvSpPr>
          <p:cNvPr id="6" name="Text Placeholder 5"/>
          <p:cNvSpPr>
            <a:spLocks noGrp="1"/>
          </p:cNvSpPr>
          <p:nvPr>
            <p:ph type="body" sz="quarter" idx="11"/>
          </p:nvPr>
        </p:nvSpPr>
        <p:spPr>
          <a:xfrm>
            <a:off x="489316" y="1915200"/>
            <a:ext cx="5606687" cy="4468864"/>
          </a:xfrm>
        </p:spPr>
        <p:txBody>
          <a:bodyPr/>
          <a:lstStyle>
            <a:lvl1pPr indent="0">
              <a:spcBef>
                <a:spcPts val="0"/>
              </a:spcBef>
              <a:defRPr>
                <a:solidFill>
                  <a:schemeClr val="tx1"/>
                </a:solidFill>
              </a:defRPr>
            </a:lvl1pPr>
            <a:lvl2pPr indent="0">
              <a:defRPr/>
            </a:lvl2pPr>
            <a:lvl3pPr indent="0">
              <a:defRPr/>
            </a:lvl3pPr>
            <a:lvl4pPr indent="0">
              <a:spcBef>
                <a:spcPts val="0"/>
              </a:spcBef>
              <a:defRPr>
                <a:solidFill>
                  <a:schemeClr val="accent1"/>
                </a:solidFill>
              </a:defRPr>
            </a:lvl4pPr>
            <a:lvl5pPr indent="0">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nl-NL" dirty="0"/>
          </a:p>
        </p:txBody>
      </p:sp>
      <p:sp>
        <p:nvSpPr>
          <p:cNvPr id="8" name="Rectangle 7"/>
          <p:cNvSpPr/>
          <p:nvPr/>
        </p:nvSpPr>
        <p:spPr>
          <a:xfrm>
            <a:off x="7681355" y="2060848"/>
            <a:ext cx="3249600" cy="3840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dirty="0"/>
          </a:p>
        </p:txBody>
      </p:sp>
      <p:sp>
        <p:nvSpPr>
          <p:cNvPr id="9" name="Content Placeholder 8"/>
          <p:cNvSpPr>
            <a:spLocks noGrp="1"/>
          </p:cNvSpPr>
          <p:nvPr>
            <p:ph sz="quarter" idx="12"/>
          </p:nvPr>
        </p:nvSpPr>
        <p:spPr>
          <a:xfrm>
            <a:off x="7680176" y="2037272"/>
            <a:ext cx="3249600" cy="3840000"/>
          </a:xfrm>
        </p:spPr>
        <p:txBody>
          <a:bodyPr/>
          <a:lstStyle>
            <a:lvl1pPr>
              <a:defRPr>
                <a:solidFill>
                  <a:schemeClr val="accent1"/>
                </a:solidFill>
              </a:defRPr>
            </a:lvl1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nl-NL" dirty="0"/>
          </a:p>
        </p:txBody>
      </p:sp>
      <p:sp>
        <p:nvSpPr>
          <p:cNvPr id="3" name="Title 2"/>
          <p:cNvSpPr>
            <a:spLocks noGrp="1"/>
          </p:cNvSpPr>
          <p:nvPr>
            <p:ph type="title"/>
          </p:nvPr>
        </p:nvSpPr>
        <p:spPr>
          <a:xfrm>
            <a:off x="489315" y="835204"/>
            <a:ext cx="11159196" cy="936103"/>
          </a:xfrm>
        </p:spPr>
        <p:txBody>
          <a:bodyPr/>
          <a:lstStyle>
            <a:lvl1pPr>
              <a:defRPr>
                <a:solidFill>
                  <a:schemeClr val="accent1"/>
                </a:solidFill>
              </a:defRPr>
            </a:lvl1pPr>
          </a:lstStyle>
          <a:p>
            <a:r>
              <a:rPr lang="en-US" dirty="0"/>
              <a:t>Click to edit Master title style</a:t>
            </a:r>
            <a:endParaRPr lang="nl-NL" dirty="0"/>
          </a:p>
        </p:txBody>
      </p:sp>
      <p:sp>
        <p:nvSpPr>
          <p:cNvPr id="11" name="Rectangle 10">
            <a:extLst>
              <a:ext uri="{FF2B5EF4-FFF2-40B4-BE49-F238E27FC236}">
                <a16:creationId xmlns:a16="http://schemas.microsoft.com/office/drawing/2014/main" id="{4B73CE4D-2F70-45E4-967A-9D739D4C3FC1}"/>
              </a:ext>
            </a:extLst>
          </p:cNvPr>
          <p:cNvSpPr/>
          <p:nvPr userDrawn="1"/>
        </p:nvSpPr>
        <p:spPr>
          <a:xfrm>
            <a:off x="7690731" y="2058602"/>
            <a:ext cx="3249600" cy="3840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aseline="0" dirty="0"/>
          </a:p>
        </p:txBody>
      </p:sp>
      <p:sp>
        <p:nvSpPr>
          <p:cNvPr id="12" name="TextBox 11"/>
          <p:cNvSpPr txBox="1"/>
          <p:nvPr userDrawn="1"/>
        </p:nvSpPr>
        <p:spPr>
          <a:xfrm>
            <a:off x="-2508956" y="7641"/>
            <a:ext cx="2376264" cy="307777"/>
          </a:xfrm>
          <a:prstGeom prst="rect">
            <a:avLst/>
          </a:prstGeom>
          <a:noFill/>
        </p:spPr>
        <p:txBody>
          <a:bodyPr wrap="square" rtlCol="0">
            <a:spAutoFit/>
          </a:bodyPr>
          <a:lstStyle/>
          <a:p>
            <a:r>
              <a:rPr lang="nl-NL" sz="1400" b="1" dirty="0">
                <a:solidFill>
                  <a:schemeClr val="accent1"/>
                </a:solidFill>
                <a:latin typeface="Arial" panose="020B0604020202020204" pitchFamily="34" charset="0"/>
                <a:cs typeface="Arial" panose="020B0604020202020204" pitchFamily="34" charset="0"/>
              </a:rPr>
              <a:t>Working with tex</a:t>
            </a:r>
            <a:r>
              <a:rPr lang="nl-NL" sz="1400" b="1" baseline="0" dirty="0">
                <a:solidFill>
                  <a:schemeClr val="accent1"/>
                </a:solidFill>
                <a:latin typeface="Arial" panose="020B0604020202020204" pitchFamily="34" charset="0"/>
                <a:cs typeface="Arial" panose="020B0604020202020204" pitchFamily="34" charset="0"/>
              </a:rPr>
              <a:t>t levels</a:t>
            </a:r>
            <a:endParaRPr lang="en-US" sz="1400" b="1" dirty="0">
              <a:solidFill>
                <a:schemeClr val="accent1"/>
              </a:solidFill>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2436948" y="404664"/>
            <a:ext cx="216024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2436948" y="2054386"/>
            <a:ext cx="2160240"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5" name="Picture 2"/>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45962" t="15444" r="5868" b="19995"/>
          <a:stretch/>
        </p:blipFill>
        <p:spPr bwMode="auto">
          <a:xfrm>
            <a:off x="-2310933" y="1272886"/>
            <a:ext cx="321175" cy="3136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TextBox 15"/>
          <p:cNvSpPr txBox="1"/>
          <p:nvPr userDrawn="1"/>
        </p:nvSpPr>
        <p:spPr>
          <a:xfrm>
            <a:off x="-2409976" y="476674"/>
            <a:ext cx="2133267" cy="646331"/>
          </a:xfrm>
          <a:prstGeom prst="rect">
            <a:avLst/>
          </a:prstGeom>
          <a:noFill/>
        </p:spPr>
        <p:txBody>
          <a:bodyPr wrap="square" rtlCol="0">
            <a:spAutoFit/>
          </a:bodyPr>
          <a:lstStyle/>
          <a:p>
            <a:r>
              <a:rPr lang="en-US" sz="900" b="0" i="0" kern="1200" dirty="0">
                <a:solidFill>
                  <a:schemeClr val="tx1"/>
                </a:solidFill>
                <a:effectLst/>
                <a:latin typeface="Arial" panose="020B0604020202020204" pitchFamily="34" charset="0"/>
                <a:ea typeface="+mn-ea"/>
                <a:cs typeface="Arial" panose="020B0604020202020204" pitchFamily="34" charset="0"/>
              </a:rPr>
              <a:t>The UvA template has a number of pre-programmed text levels. Go to 'Home' and then to 'Paragraph' to easily switch between different levels</a:t>
            </a:r>
            <a:endParaRPr lang="en-US" sz="900" b="1" dirty="0">
              <a:latin typeface="Arial" panose="020B0604020202020204" pitchFamily="34" charset="0"/>
              <a:cs typeface="Arial" panose="020B0604020202020204" pitchFamily="34" charset="0"/>
            </a:endParaRPr>
          </a:p>
        </p:txBody>
      </p:sp>
      <p:sp>
        <p:nvSpPr>
          <p:cNvPr id="17" name="TextBox 16"/>
          <p:cNvSpPr txBox="1"/>
          <p:nvPr userDrawn="1"/>
        </p:nvSpPr>
        <p:spPr>
          <a:xfrm>
            <a:off x="-1896800" y="1693275"/>
            <a:ext cx="1080032" cy="230832"/>
          </a:xfrm>
          <a:prstGeom prst="rect">
            <a:avLst/>
          </a:prstGeom>
          <a:noFill/>
        </p:spPr>
        <p:txBody>
          <a:bodyPr wrap="square" rtlCol="0">
            <a:spAutoFit/>
          </a:bodyPr>
          <a:lstStyle/>
          <a:p>
            <a:r>
              <a:rPr lang="nl-NL" sz="900" b="1" dirty="0">
                <a:solidFill>
                  <a:schemeClr val="accent1"/>
                </a:solidFill>
                <a:latin typeface="Arial" panose="020B0604020202020204" pitchFamily="34" charset="0"/>
                <a:cs typeface="Arial" panose="020B0604020202020204" pitchFamily="34" charset="0"/>
              </a:rPr>
              <a:t>Level Down</a:t>
            </a:r>
            <a:endParaRPr lang="en-US" sz="900" b="1" dirty="0">
              <a:solidFill>
                <a:schemeClr val="accent1"/>
              </a:solidFill>
              <a:latin typeface="Arial" panose="020B0604020202020204" pitchFamily="34" charset="0"/>
              <a:cs typeface="Arial" panose="020B0604020202020204" pitchFamily="34" charset="0"/>
            </a:endParaRPr>
          </a:p>
        </p:txBody>
      </p:sp>
      <p:sp>
        <p:nvSpPr>
          <p:cNvPr id="18" name="TextBox 17"/>
          <p:cNvSpPr txBox="1"/>
          <p:nvPr userDrawn="1"/>
        </p:nvSpPr>
        <p:spPr>
          <a:xfrm>
            <a:off x="-1896888" y="1322862"/>
            <a:ext cx="1080120" cy="230832"/>
          </a:xfrm>
          <a:prstGeom prst="rect">
            <a:avLst/>
          </a:prstGeom>
          <a:noFill/>
        </p:spPr>
        <p:txBody>
          <a:bodyPr wrap="square" rtlCol="0">
            <a:spAutoFit/>
          </a:bodyPr>
          <a:lstStyle/>
          <a:p>
            <a:r>
              <a:rPr lang="nl-NL" sz="900" b="1" dirty="0">
                <a:solidFill>
                  <a:schemeClr val="accent1"/>
                </a:solidFill>
                <a:latin typeface="Arial" panose="020B0604020202020204" pitchFamily="34" charset="0"/>
                <a:cs typeface="Arial" panose="020B0604020202020204" pitchFamily="34" charset="0"/>
              </a:rPr>
              <a:t>Level Up</a:t>
            </a:r>
            <a:endParaRPr lang="en-US" sz="900" b="1" dirty="0">
              <a:solidFill>
                <a:schemeClr val="accent1"/>
              </a:solidFill>
              <a:latin typeface="Arial" panose="020B0604020202020204" pitchFamily="34" charset="0"/>
              <a:cs typeface="Arial" panose="020B0604020202020204" pitchFamily="34" charset="0"/>
            </a:endParaRPr>
          </a:p>
        </p:txBody>
      </p:sp>
      <p:pic>
        <p:nvPicPr>
          <p:cNvPr id="19" name="Picture 2"/>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4675" t="13612" r="47155" b="21827"/>
          <a:stretch/>
        </p:blipFill>
        <p:spPr bwMode="auto">
          <a:xfrm>
            <a:off x="-2310933" y="1628804"/>
            <a:ext cx="321175" cy="3136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TextBox 19"/>
          <p:cNvSpPr txBox="1"/>
          <p:nvPr userDrawn="1"/>
        </p:nvSpPr>
        <p:spPr>
          <a:xfrm>
            <a:off x="-2508954" y="2084661"/>
            <a:ext cx="1376953" cy="246221"/>
          </a:xfrm>
          <a:prstGeom prst="rect">
            <a:avLst/>
          </a:prstGeom>
          <a:noFill/>
        </p:spPr>
        <p:txBody>
          <a:bodyPr wrap="square" rtlCol="0">
            <a:spAutoFit/>
          </a:bodyPr>
          <a:lstStyle/>
          <a:p>
            <a:r>
              <a:rPr lang="nl-NL" sz="1000" b="1" dirty="0">
                <a:solidFill>
                  <a:schemeClr val="accent1"/>
                </a:solidFill>
                <a:latin typeface="Arial" panose="020B0604020202020204" pitchFamily="34" charset="0"/>
                <a:cs typeface="Arial" panose="020B0604020202020204" pitchFamily="34" charset="0"/>
              </a:rPr>
              <a:t>Tex</a:t>
            </a:r>
            <a:r>
              <a:rPr lang="nl-NL" sz="1000" b="1" baseline="0" dirty="0">
                <a:solidFill>
                  <a:schemeClr val="accent1"/>
                </a:solidFill>
                <a:latin typeface="Arial" panose="020B0604020202020204" pitchFamily="34" charset="0"/>
                <a:cs typeface="Arial" panose="020B0604020202020204" pitchFamily="34" charset="0"/>
              </a:rPr>
              <a:t>t levels</a:t>
            </a:r>
            <a:endParaRPr lang="en-US" sz="1000" b="1" dirty="0">
              <a:solidFill>
                <a:schemeClr val="accent1"/>
              </a:solidFill>
              <a:latin typeface="Arial" panose="020B0604020202020204" pitchFamily="34" charset="0"/>
              <a:cs typeface="Arial" panose="020B0604020202020204" pitchFamily="34" charset="0"/>
            </a:endParaRPr>
          </a:p>
        </p:txBody>
      </p:sp>
      <p:sp>
        <p:nvSpPr>
          <p:cNvPr id="21" name="TextBox 20"/>
          <p:cNvSpPr txBox="1"/>
          <p:nvPr userDrawn="1"/>
        </p:nvSpPr>
        <p:spPr>
          <a:xfrm>
            <a:off x="-2166917" y="2453426"/>
            <a:ext cx="1854207" cy="246221"/>
          </a:xfrm>
          <a:prstGeom prst="rect">
            <a:avLst/>
          </a:prstGeom>
          <a:noFill/>
        </p:spPr>
        <p:txBody>
          <a:bodyPr wrap="square" rtlCol="0">
            <a:spAutoFit/>
          </a:bodyPr>
          <a:lstStyle/>
          <a:p>
            <a:r>
              <a:rPr lang="nl-NL" sz="1000" dirty="0">
                <a:latin typeface="+mj-lt"/>
                <a:cs typeface="Arial" panose="020B0604020202020204" pitchFamily="34" charset="0"/>
              </a:rPr>
              <a:t>Body</a:t>
            </a:r>
            <a:r>
              <a:rPr lang="nl-NL" sz="1000" baseline="0" dirty="0">
                <a:latin typeface="+mj-lt"/>
                <a:cs typeface="Arial" panose="020B0604020202020204" pitchFamily="34" charset="0"/>
              </a:rPr>
              <a:t> text</a:t>
            </a:r>
            <a:r>
              <a:rPr lang="nl-NL" sz="1000" dirty="0">
                <a:latin typeface="+mj-lt"/>
                <a:cs typeface="Arial" panose="020B0604020202020204" pitchFamily="34" charset="0"/>
              </a:rPr>
              <a:t> (24 pt.)</a:t>
            </a:r>
            <a:endParaRPr lang="en-US" sz="1000" dirty="0">
              <a:latin typeface="+mj-lt"/>
              <a:cs typeface="Arial" panose="020B0604020202020204" pitchFamily="34" charset="0"/>
            </a:endParaRPr>
          </a:p>
        </p:txBody>
      </p:sp>
      <p:sp>
        <p:nvSpPr>
          <p:cNvPr id="22" name="TextBox 21"/>
          <p:cNvSpPr txBox="1"/>
          <p:nvPr userDrawn="1"/>
        </p:nvSpPr>
        <p:spPr>
          <a:xfrm>
            <a:off x="-2169589" y="2723266"/>
            <a:ext cx="1854207" cy="246221"/>
          </a:xfrm>
          <a:prstGeom prst="rect">
            <a:avLst/>
          </a:prstGeom>
          <a:noFill/>
        </p:spPr>
        <p:txBody>
          <a:bodyPr wrap="square" rtlCol="0">
            <a:spAutoFit/>
          </a:bodyPr>
          <a:lstStyle/>
          <a:p>
            <a:pPr marL="171446" indent="-171446">
              <a:buFont typeface="Arial" panose="020B0604020202020204" pitchFamily="34" charset="0"/>
              <a:buChar char="•"/>
            </a:pPr>
            <a:r>
              <a:rPr lang="nl-NL" sz="1000" dirty="0">
                <a:latin typeface="+mj-lt"/>
                <a:cs typeface="Arial" panose="020B0604020202020204" pitchFamily="34" charset="0"/>
              </a:rPr>
              <a:t>Bullet (24 pt.)</a:t>
            </a:r>
            <a:endParaRPr lang="en-US" sz="1000" dirty="0">
              <a:latin typeface="+mj-lt"/>
              <a:cs typeface="Arial" panose="020B0604020202020204" pitchFamily="34" charset="0"/>
            </a:endParaRPr>
          </a:p>
        </p:txBody>
      </p:sp>
      <p:sp>
        <p:nvSpPr>
          <p:cNvPr id="23" name="TextBox 22"/>
          <p:cNvSpPr txBox="1"/>
          <p:nvPr userDrawn="1"/>
        </p:nvSpPr>
        <p:spPr>
          <a:xfrm>
            <a:off x="-2083419" y="3023107"/>
            <a:ext cx="1693619" cy="246221"/>
          </a:xfrm>
          <a:prstGeom prst="rect">
            <a:avLst/>
          </a:prstGeom>
          <a:noFill/>
        </p:spPr>
        <p:txBody>
          <a:bodyPr wrap="square" rtlCol="0">
            <a:spAutoFit/>
          </a:bodyPr>
          <a:lstStyle/>
          <a:p>
            <a:pPr marL="360354" lvl="1" indent="-180970">
              <a:buFont typeface="Arial" panose="020B0604020202020204" pitchFamily="34" charset="0"/>
              <a:buChar char="•"/>
            </a:pPr>
            <a:r>
              <a:rPr lang="nl-NL" sz="1000" dirty="0">
                <a:latin typeface="+mj-lt"/>
                <a:cs typeface="Arial" panose="020B0604020202020204" pitchFamily="34" charset="0"/>
              </a:rPr>
              <a:t>Sub Bullet (16 pt.)</a:t>
            </a:r>
            <a:endParaRPr lang="en-US" sz="1000" dirty="0">
              <a:latin typeface="+mj-lt"/>
              <a:cs typeface="Arial" panose="020B0604020202020204" pitchFamily="34" charset="0"/>
            </a:endParaRPr>
          </a:p>
        </p:txBody>
      </p:sp>
      <p:sp>
        <p:nvSpPr>
          <p:cNvPr id="24" name="TextBox 23"/>
          <p:cNvSpPr txBox="1"/>
          <p:nvPr userDrawn="1"/>
        </p:nvSpPr>
        <p:spPr>
          <a:xfrm>
            <a:off x="-2083419" y="3329535"/>
            <a:ext cx="1693619" cy="246221"/>
          </a:xfrm>
          <a:prstGeom prst="rect">
            <a:avLst/>
          </a:prstGeom>
          <a:noFill/>
        </p:spPr>
        <p:txBody>
          <a:bodyPr wrap="square" rtlCol="0">
            <a:spAutoFit/>
          </a:bodyPr>
          <a:lstStyle/>
          <a:p>
            <a:r>
              <a:rPr lang="nl-NL" sz="1000" b="1" dirty="0">
                <a:solidFill>
                  <a:schemeClr val="accent1"/>
                </a:solidFill>
                <a:latin typeface="+mj-lt"/>
                <a:cs typeface="Arial" panose="020B0604020202020204" pitchFamily="34" charset="0"/>
              </a:rPr>
              <a:t>Title (24 pt)</a:t>
            </a:r>
            <a:endParaRPr lang="en-US" sz="1000" b="1" dirty="0">
              <a:solidFill>
                <a:schemeClr val="accent1"/>
              </a:solidFill>
              <a:latin typeface="+mj-lt"/>
              <a:cs typeface="Arial" panose="020B0604020202020204" pitchFamily="34" charset="0"/>
            </a:endParaRPr>
          </a:p>
        </p:txBody>
      </p:sp>
      <p:sp>
        <p:nvSpPr>
          <p:cNvPr id="25" name="TextBox 24"/>
          <p:cNvSpPr txBox="1"/>
          <p:nvPr userDrawn="1"/>
        </p:nvSpPr>
        <p:spPr>
          <a:xfrm>
            <a:off x="-2093659" y="3636330"/>
            <a:ext cx="1693619" cy="246221"/>
          </a:xfrm>
          <a:prstGeom prst="rect">
            <a:avLst/>
          </a:prstGeom>
          <a:noFill/>
        </p:spPr>
        <p:txBody>
          <a:bodyPr wrap="square" rtlCol="0">
            <a:spAutoFit/>
          </a:bodyPr>
          <a:lstStyle/>
          <a:p>
            <a:r>
              <a:rPr lang="nl-NL" sz="1000" i="1" dirty="0">
                <a:solidFill>
                  <a:schemeClr val="accent1"/>
                </a:solidFill>
                <a:latin typeface="+mj-lt"/>
                <a:cs typeface="Arial" panose="020B0604020202020204" pitchFamily="34" charset="0"/>
              </a:rPr>
              <a:t>Title (16 pt)</a:t>
            </a:r>
            <a:endParaRPr lang="en-US" sz="1000" i="1" dirty="0">
              <a:solidFill>
                <a:schemeClr val="accent1"/>
              </a:solidFill>
              <a:latin typeface="+mj-lt"/>
              <a:cs typeface="Arial" panose="020B0604020202020204" pitchFamily="34" charset="0"/>
            </a:endParaRPr>
          </a:p>
        </p:txBody>
      </p:sp>
      <p:grpSp>
        <p:nvGrpSpPr>
          <p:cNvPr id="26" name="Group 25"/>
          <p:cNvGrpSpPr/>
          <p:nvPr userDrawn="1"/>
        </p:nvGrpSpPr>
        <p:grpSpPr>
          <a:xfrm>
            <a:off x="-2425457" y="2431924"/>
            <a:ext cx="288032" cy="276999"/>
            <a:chOff x="12492689" y="2721406"/>
            <a:chExt cx="288032" cy="276999"/>
          </a:xfrm>
        </p:grpSpPr>
        <p:sp>
          <p:nvSpPr>
            <p:cNvPr id="27" name="Rectangle 26"/>
            <p:cNvSpPr/>
            <p:nvPr/>
          </p:nvSpPr>
          <p:spPr>
            <a:xfrm>
              <a:off x="12507842" y="2721406"/>
              <a:ext cx="252028" cy="2520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8" name="TextBox 27"/>
            <p:cNvSpPr txBox="1"/>
            <p:nvPr/>
          </p:nvSpPr>
          <p:spPr>
            <a:xfrm>
              <a:off x="12492689" y="2721406"/>
              <a:ext cx="288032" cy="276999"/>
            </a:xfrm>
            <a:prstGeom prst="rect">
              <a:avLst/>
            </a:prstGeom>
            <a:noFill/>
          </p:spPr>
          <p:txBody>
            <a:bodyPr wrap="square" rtlCol="0">
              <a:spAutoFit/>
            </a:bodyPr>
            <a:lstStyle/>
            <a:p>
              <a:r>
                <a:rPr lang="nl-NL" sz="1200" b="1" dirty="0">
                  <a:solidFill>
                    <a:schemeClr val="bg1"/>
                  </a:solidFill>
                  <a:latin typeface="Arial" panose="020B0604020202020204" pitchFamily="34" charset="0"/>
                  <a:cs typeface="Arial" panose="020B0604020202020204" pitchFamily="34" charset="0"/>
                </a:rPr>
                <a:t>1</a:t>
              </a:r>
              <a:endParaRPr lang="en-US" sz="1200" b="1" dirty="0">
                <a:solidFill>
                  <a:schemeClr val="bg1"/>
                </a:solidFill>
                <a:latin typeface="Arial" panose="020B0604020202020204" pitchFamily="34" charset="0"/>
                <a:cs typeface="Arial" panose="020B0604020202020204" pitchFamily="34" charset="0"/>
              </a:endParaRPr>
            </a:p>
          </p:txBody>
        </p:sp>
      </p:grpSp>
      <p:grpSp>
        <p:nvGrpSpPr>
          <p:cNvPr id="29" name="Group 28"/>
          <p:cNvGrpSpPr/>
          <p:nvPr userDrawn="1"/>
        </p:nvGrpSpPr>
        <p:grpSpPr>
          <a:xfrm>
            <a:off x="-2426044" y="2725770"/>
            <a:ext cx="288032" cy="276999"/>
            <a:chOff x="12492689" y="2721406"/>
            <a:chExt cx="288032" cy="276999"/>
          </a:xfrm>
        </p:grpSpPr>
        <p:sp>
          <p:nvSpPr>
            <p:cNvPr id="30" name="Rectangle 29"/>
            <p:cNvSpPr/>
            <p:nvPr/>
          </p:nvSpPr>
          <p:spPr>
            <a:xfrm>
              <a:off x="12507842" y="2721406"/>
              <a:ext cx="252028" cy="2520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1" name="TextBox 30"/>
            <p:cNvSpPr txBox="1"/>
            <p:nvPr/>
          </p:nvSpPr>
          <p:spPr>
            <a:xfrm>
              <a:off x="12492689" y="2721406"/>
              <a:ext cx="288032" cy="276999"/>
            </a:xfrm>
            <a:prstGeom prst="rect">
              <a:avLst/>
            </a:prstGeom>
            <a:noFill/>
          </p:spPr>
          <p:txBody>
            <a:bodyPr wrap="square" rtlCol="0">
              <a:spAutoFit/>
            </a:bodyPr>
            <a:lstStyle/>
            <a:p>
              <a:r>
                <a:rPr lang="nl-NL" sz="1200" b="1" dirty="0">
                  <a:solidFill>
                    <a:schemeClr val="bg1"/>
                  </a:solidFill>
                  <a:latin typeface="Arial" panose="020B0604020202020204" pitchFamily="34" charset="0"/>
                  <a:cs typeface="Arial" panose="020B0604020202020204" pitchFamily="34" charset="0"/>
                </a:rPr>
                <a:t>2</a:t>
              </a:r>
              <a:endParaRPr lang="en-US" sz="1200" b="1" dirty="0">
                <a:solidFill>
                  <a:schemeClr val="bg1"/>
                </a:solidFill>
                <a:latin typeface="Arial" panose="020B0604020202020204" pitchFamily="34" charset="0"/>
                <a:cs typeface="Arial" panose="020B0604020202020204" pitchFamily="34" charset="0"/>
              </a:endParaRPr>
            </a:p>
          </p:txBody>
        </p:sp>
      </p:grpSp>
      <p:grpSp>
        <p:nvGrpSpPr>
          <p:cNvPr id="32" name="Group 31"/>
          <p:cNvGrpSpPr/>
          <p:nvPr userDrawn="1"/>
        </p:nvGrpSpPr>
        <p:grpSpPr>
          <a:xfrm>
            <a:off x="-2425457" y="3023108"/>
            <a:ext cx="288032" cy="276999"/>
            <a:chOff x="12492689" y="2721406"/>
            <a:chExt cx="288032" cy="276999"/>
          </a:xfrm>
        </p:grpSpPr>
        <p:sp>
          <p:nvSpPr>
            <p:cNvPr id="33" name="Rectangle 32"/>
            <p:cNvSpPr/>
            <p:nvPr/>
          </p:nvSpPr>
          <p:spPr>
            <a:xfrm>
              <a:off x="12507842" y="2721406"/>
              <a:ext cx="252028" cy="2520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4" name="TextBox 33"/>
            <p:cNvSpPr txBox="1"/>
            <p:nvPr/>
          </p:nvSpPr>
          <p:spPr>
            <a:xfrm>
              <a:off x="12492689" y="2721406"/>
              <a:ext cx="288032" cy="276999"/>
            </a:xfrm>
            <a:prstGeom prst="rect">
              <a:avLst/>
            </a:prstGeom>
            <a:noFill/>
          </p:spPr>
          <p:txBody>
            <a:bodyPr wrap="square" rtlCol="0">
              <a:spAutoFit/>
            </a:bodyPr>
            <a:lstStyle/>
            <a:p>
              <a:r>
                <a:rPr lang="nl-NL" sz="1200" b="1" dirty="0">
                  <a:solidFill>
                    <a:schemeClr val="bg1"/>
                  </a:solidFill>
                  <a:latin typeface="Arial" panose="020B0604020202020204" pitchFamily="34" charset="0"/>
                  <a:cs typeface="Arial" panose="020B0604020202020204" pitchFamily="34" charset="0"/>
                </a:rPr>
                <a:t>3</a:t>
              </a:r>
              <a:endParaRPr lang="en-US" sz="1200" b="1" dirty="0">
                <a:solidFill>
                  <a:schemeClr val="bg1"/>
                </a:solidFill>
                <a:latin typeface="Arial" panose="020B0604020202020204" pitchFamily="34" charset="0"/>
                <a:cs typeface="Arial" panose="020B0604020202020204" pitchFamily="34" charset="0"/>
              </a:endParaRPr>
            </a:p>
          </p:txBody>
        </p:sp>
      </p:grpSp>
      <p:grpSp>
        <p:nvGrpSpPr>
          <p:cNvPr id="35" name="Group 34"/>
          <p:cNvGrpSpPr/>
          <p:nvPr userDrawn="1"/>
        </p:nvGrpSpPr>
        <p:grpSpPr>
          <a:xfrm>
            <a:off x="-2425457" y="3329534"/>
            <a:ext cx="288032" cy="276999"/>
            <a:chOff x="12492689" y="2721406"/>
            <a:chExt cx="288032" cy="276999"/>
          </a:xfrm>
        </p:grpSpPr>
        <p:sp>
          <p:nvSpPr>
            <p:cNvPr id="36" name="Rectangle 35"/>
            <p:cNvSpPr/>
            <p:nvPr/>
          </p:nvSpPr>
          <p:spPr>
            <a:xfrm>
              <a:off x="12507842" y="2721406"/>
              <a:ext cx="252028" cy="2520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7" name="TextBox 36"/>
            <p:cNvSpPr txBox="1"/>
            <p:nvPr/>
          </p:nvSpPr>
          <p:spPr>
            <a:xfrm>
              <a:off x="12492689" y="2721406"/>
              <a:ext cx="288032" cy="276999"/>
            </a:xfrm>
            <a:prstGeom prst="rect">
              <a:avLst/>
            </a:prstGeom>
            <a:noFill/>
          </p:spPr>
          <p:txBody>
            <a:bodyPr wrap="square" rtlCol="0">
              <a:spAutoFit/>
            </a:bodyPr>
            <a:lstStyle/>
            <a:p>
              <a:r>
                <a:rPr lang="nl-NL" sz="1200" b="1" dirty="0">
                  <a:solidFill>
                    <a:schemeClr val="bg1"/>
                  </a:solidFill>
                  <a:latin typeface="Arial" panose="020B0604020202020204" pitchFamily="34" charset="0"/>
                  <a:cs typeface="Arial" panose="020B0604020202020204" pitchFamily="34" charset="0"/>
                </a:rPr>
                <a:t>4</a:t>
              </a:r>
              <a:endParaRPr lang="en-US" sz="1200" b="1" dirty="0">
                <a:solidFill>
                  <a:schemeClr val="bg1"/>
                </a:solidFill>
                <a:latin typeface="Arial" panose="020B0604020202020204" pitchFamily="34" charset="0"/>
                <a:cs typeface="Arial" panose="020B0604020202020204" pitchFamily="34" charset="0"/>
              </a:endParaRPr>
            </a:p>
          </p:txBody>
        </p:sp>
      </p:grpSp>
      <p:grpSp>
        <p:nvGrpSpPr>
          <p:cNvPr id="38" name="Group 37"/>
          <p:cNvGrpSpPr/>
          <p:nvPr userDrawn="1"/>
        </p:nvGrpSpPr>
        <p:grpSpPr>
          <a:xfrm>
            <a:off x="-2427768" y="3630522"/>
            <a:ext cx="288032" cy="276999"/>
            <a:chOff x="12492689" y="2721406"/>
            <a:chExt cx="288032" cy="276999"/>
          </a:xfrm>
        </p:grpSpPr>
        <p:sp>
          <p:nvSpPr>
            <p:cNvPr id="39" name="Rectangle 38"/>
            <p:cNvSpPr/>
            <p:nvPr/>
          </p:nvSpPr>
          <p:spPr>
            <a:xfrm>
              <a:off x="12507842" y="2721406"/>
              <a:ext cx="252028" cy="2520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0" name="TextBox 39"/>
            <p:cNvSpPr txBox="1"/>
            <p:nvPr/>
          </p:nvSpPr>
          <p:spPr>
            <a:xfrm>
              <a:off x="12492689" y="2721406"/>
              <a:ext cx="288032" cy="276999"/>
            </a:xfrm>
            <a:prstGeom prst="rect">
              <a:avLst/>
            </a:prstGeom>
            <a:noFill/>
          </p:spPr>
          <p:txBody>
            <a:bodyPr wrap="square" rtlCol="0">
              <a:spAutoFit/>
            </a:bodyPr>
            <a:lstStyle/>
            <a:p>
              <a:r>
                <a:rPr lang="nl-NL" sz="1200" b="1" dirty="0">
                  <a:solidFill>
                    <a:schemeClr val="bg1"/>
                  </a:solidFill>
                  <a:latin typeface="Arial" panose="020B0604020202020204" pitchFamily="34" charset="0"/>
                  <a:cs typeface="Arial" panose="020B0604020202020204" pitchFamily="34" charset="0"/>
                </a:rPr>
                <a:t>5</a:t>
              </a:r>
              <a:endParaRPr lang="en-US" sz="1200" b="1" dirty="0">
                <a:solidFill>
                  <a:schemeClr val="bg1"/>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312546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sv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19B37A3-82F2-45D5-868F-F00F93F6E7B3}"/>
              </a:ext>
            </a:extLst>
          </p:cNvPr>
          <p:cNvSpPr>
            <a:spLocks noGrp="1"/>
          </p:cNvSpPr>
          <p:nvPr>
            <p:ph type="title"/>
          </p:nvPr>
        </p:nvSpPr>
        <p:spPr>
          <a:xfrm>
            <a:off x="515937" y="720000"/>
            <a:ext cx="11160125" cy="872263"/>
          </a:xfrm>
          <a:prstGeom prst="rect">
            <a:avLst/>
          </a:prstGeom>
        </p:spPr>
        <p:txBody>
          <a:bodyPr vert="horz" lIns="0" tIns="0" rIns="0" bIns="0" rtlCol="0" anchor="ctr">
            <a:noAutofit/>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p:ph type="body" idx="1"/>
          </p:nvPr>
        </p:nvSpPr>
        <p:spPr>
          <a:xfrm>
            <a:off x="515937" y="2000621"/>
            <a:ext cx="11160125" cy="3805586"/>
          </a:xfrm>
          <a:prstGeom prst="rect">
            <a:avLst/>
          </a:prstGeom>
        </p:spPr>
        <p:txBody>
          <a:bodyPr vert="horz" lIns="0" tIns="0" rIns="0" bIns="0" rtlCol="0">
            <a:noAutofit/>
          </a:body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Reading </a:t>
            </a:r>
            <a:r>
              <a:rPr lang="nl-NL" noProof="0" dirty="0" err="1"/>
              <a:t>text</a:t>
            </a:r>
            <a:endParaRPr lang="nl-NL" noProof="0" dirty="0"/>
          </a:p>
          <a:p>
            <a:pPr lvl="4"/>
            <a:r>
              <a:rPr lang="nl-NL" noProof="0" dirty="0" err="1"/>
              <a:t>Heading</a:t>
            </a:r>
            <a:r>
              <a:rPr lang="nl-NL" noProof="0" dirty="0"/>
              <a:t> #1</a:t>
            </a:r>
          </a:p>
          <a:p>
            <a:pPr lvl="5"/>
            <a:r>
              <a:rPr lang="nl-NL" noProof="0" dirty="0" err="1"/>
              <a:t>heading</a:t>
            </a:r>
            <a:r>
              <a:rPr lang="nl-NL" noProof="0" dirty="0"/>
              <a:t> #2</a:t>
            </a:r>
          </a:p>
          <a:p>
            <a:pPr lvl="6"/>
            <a:r>
              <a:rPr lang="nl-NL" noProof="0" dirty="0" err="1"/>
              <a:t>Numeric</a:t>
            </a:r>
            <a:r>
              <a:rPr lang="nl-NL" noProof="0" dirty="0"/>
              <a:t> </a:t>
            </a:r>
            <a:r>
              <a:rPr lang="nl-NL" noProof="0" dirty="0" err="1"/>
              <a:t>bullet</a:t>
            </a:r>
            <a:endParaRPr lang="nl-NL" noProof="0" dirty="0"/>
          </a:p>
          <a:p>
            <a:pPr lvl="7"/>
            <a:r>
              <a:rPr lang="nl-NL" noProof="0" dirty="0" err="1"/>
              <a:t>Alphabet</a:t>
            </a:r>
            <a:r>
              <a:rPr lang="nl-NL" noProof="0" dirty="0"/>
              <a:t> </a:t>
            </a:r>
            <a:r>
              <a:rPr lang="nl-NL" noProof="0" dirty="0" err="1"/>
              <a:t>bullet</a:t>
            </a:r>
            <a:endParaRPr lang="nl-NL" noProof="0" dirty="0"/>
          </a:p>
          <a:p>
            <a:pPr lvl="8"/>
            <a:r>
              <a:rPr lang="nl-NL" noProof="0" dirty="0"/>
              <a:t>Sub-</a:t>
            </a:r>
            <a:r>
              <a:rPr lang="nl-NL" noProof="0" dirty="0" err="1"/>
              <a:t>bullet</a:t>
            </a:r>
            <a:endParaRPr lang="nl-NL" noProof="0" dirty="0"/>
          </a:p>
        </p:txBody>
      </p:sp>
      <p:sp>
        <p:nvSpPr>
          <p:cNvPr id="4" name="Tijdelijke aanduiding voor datum 3">
            <a:extLst>
              <a:ext uri="{FF2B5EF4-FFF2-40B4-BE49-F238E27FC236}">
                <a16:creationId xmlns:a16="http://schemas.microsoft.com/office/drawing/2014/main" id="{2CC0954C-56F0-4481-AEFC-476FD5516A05}"/>
              </a:ext>
            </a:extLst>
          </p:cNvPr>
          <p:cNvSpPr>
            <a:spLocks noGrp="1"/>
          </p:cNvSpPr>
          <p:nvPr>
            <p:ph type="dt" sz="half" idx="2"/>
          </p:nvPr>
        </p:nvSpPr>
        <p:spPr>
          <a:xfrm>
            <a:off x="8000383" y="6346209"/>
            <a:ext cx="2933400" cy="151790"/>
          </a:xfrm>
          <a:prstGeom prst="rect">
            <a:avLst/>
          </a:prstGeom>
        </p:spPr>
        <p:txBody>
          <a:bodyPr vert="horz" lIns="0" tIns="0" rIns="0" bIns="0" rtlCol="0" anchor="ctr">
            <a:noAutofit/>
          </a:bodyPr>
          <a:lstStyle>
            <a:lvl1pPr algn="r">
              <a:defRPr sz="1000">
                <a:solidFill>
                  <a:schemeClr val="bg1">
                    <a:lumMod val="50000"/>
                  </a:schemeClr>
                </a:solidFill>
              </a:defRPr>
            </a:lvl1pPr>
          </a:lstStyle>
          <a:p>
            <a:endParaRPr lang="nl-NL" noProof="0"/>
          </a:p>
        </p:txBody>
      </p:sp>
      <p:sp>
        <p:nvSpPr>
          <p:cNvPr id="5" name="Tijdelijke aanduiding voor voettekst 4">
            <a:extLst>
              <a:ext uri="{FF2B5EF4-FFF2-40B4-BE49-F238E27FC236}">
                <a16:creationId xmlns:a16="http://schemas.microsoft.com/office/drawing/2014/main" id="{293B2B64-2362-45C8-9E78-5ECAAAF3478D}"/>
              </a:ext>
            </a:extLst>
          </p:cNvPr>
          <p:cNvSpPr>
            <a:spLocks noGrp="1"/>
          </p:cNvSpPr>
          <p:nvPr>
            <p:ph type="ftr" sz="quarter" idx="3"/>
          </p:nvPr>
        </p:nvSpPr>
        <p:spPr>
          <a:xfrm>
            <a:off x="720000" y="6346209"/>
            <a:ext cx="4114800" cy="151790"/>
          </a:xfrm>
          <a:prstGeom prst="rect">
            <a:avLst/>
          </a:prstGeom>
        </p:spPr>
        <p:txBody>
          <a:bodyPr vert="horz" lIns="0" tIns="0" rIns="0" bIns="0" rtlCol="0" anchor="ctr">
            <a:noAutofit/>
          </a:bodyPr>
          <a:lstStyle>
            <a:lvl1pPr algn="l">
              <a:defRPr sz="1000">
                <a:solidFill>
                  <a:schemeClr val="bg1">
                    <a:lumMod val="50000"/>
                  </a:schemeClr>
                </a:solidFill>
              </a:defRPr>
            </a:lvl1pPr>
          </a:lstStyle>
          <a:p>
            <a:r>
              <a:rPr lang="en-US" noProof="0"/>
              <a:t>Analytics for a Better World, Lecture 1</a:t>
            </a:r>
            <a:endParaRPr lang="nl-NL" noProof="0"/>
          </a:p>
        </p:txBody>
      </p:sp>
      <p:sp>
        <p:nvSpPr>
          <p:cNvPr id="6" name="Tijdelijke aanduiding voor dianummer 5">
            <a:extLst>
              <a:ext uri="{FF2B5EF4-FFF2-40B4-BE49-F238E27FC236}">
                <a16:creationId xmlns:a16="http://schemas.microsoft.com/office/drawing/2014/main" id="{5549FE6F-67CB-4243-BE03-A9A3C4007850}"/>
              </a:ext>
            </a:extLst>
          </p:cNvPr>
          <p:cNvSpPr>
            <a:spLocks noGrp="1"/>
          </p:cNvSpPr>
          <p:nvPr>
            <p:ph type="sldNum" sz="quarter" idx="4"/>
          </p:nvPr>
        </p:nvSpPr>
        <p:spPr>
          <a:xfrm>
            <a:off x="11187403" y="6346209"/>
            <a:ext cx="284597" cy="151790"/>
          </a:xfrm>
          <a:prstGeom prst="rect">
            <a:avLst/>
          </a:prstGeom>
        </p:spPr>
        <p:txBody>
          <a:bodyPr vert="horz" lIns="0" tIns="0" rIns="0" bIns="0" rtlCol="0" anchor="ctr">
            <a:noAutofit/>
          </a:bodyPr>
          <a:lstStyle>
            <a:lvl1pPr algn="r">
              <a:defRPr sz="1000" b="1">
                <a:solidFill>
                  <a:schemeClr val="bg1">
                    <a:lumMod val="50000"/>
                  </a:schemeClr>
                </a:solidFill>
                <a:latin typeface="+mj-lt"/>
              </a:defRPr>
            </a:lvl1pPr>
          </a:lstStyle>
          <a:p>
            <a:fld id="{D7B5DC5B-6873-43DB-ADC7-B15ACCE0DFDB}" type="slidenum">
              <a:rPr lang="nl-NL" smtClean="0"/>
              <a:pPr/>
              <a:t>‹#›</a:t>
            </a:fld>
            <a:endParaRPr lang="nl-NL"/>
          </a:p>
        </p:txBody>
      </p:sp>
      <p:sp>
        <p:nvSpPr>
          <p:cNvPr id="20" name="Tekstvak 19">
            <a:extLst>
              <a:ext uri="{FF2B5EF4-FFF2-40B4-BE49-F238E27FC236}">
                <a16:creationId xmlns:a16="http://schemas.microsoft.com/office/drawing/2014/main" id="{88A106C3-3B5C-4817-A9B9-E1AA65368768}"/>
              </a:ext>
            </a:extLst>
          </p:cNvPr>
          <p:cNvSpPr txBox="1"/>
          <p:nvPr userDrawn="1"/>
        </p:nvSpPr>
        <p:spPr>
          <a:xfrm>
            <a:off x="-12032" y="-546223"/>
            <a:ext cx="2129051" cy="150127"/>
          </a:xfrm>
          <a:prstGeom prst="rect">
            <a:avLst/>
          </a:prstGeom>
          <a:noFill/>
        </p:spPr>
        <p:txBody>
          <a:bodyPr wrap="square" lIns="0" tIns="0" rIns="0" bIns="0" rtlCol="0">
            <a:noAutofit/>
          </a:bodyPr>
          <a:lstStyle/>
          <a:p>
            <a:r>
              <a:rPr lang="nl-NL" sz="1000" b="0" cap="all" baseline="0" noProof="0">
                <a:latin typeface="+mj-lt"/>
              </a:rPr>
              <a:t>Name of </a:t>
            </a:r>
            <a:r>
              <a:rPr lang="nl-NL" sz="1000" b="0" cap="all" baseline="0" noProof="0" err="1">
                <a:latin typeface="+mj-lt"/>
              </a:rPr>
              <a:t>the</a:t>
            </a:r>
            <a:r>
              <a:rPr lang="nl-NL" sz="1000" b="0" cap="all" baseline="0" noProof="0">
                <a:latin typeface="+mj-lt"/>
              </a:rPr>
              <a:t> slide</a:t>
            </a:r>
          </a:p>
        </p:txBody>
      </p:sp>
      <p:grpSp>
        <p:nvGrpSpPr>
          <p:cNvPr id="19" name="GRID" hidden="1">
            <a:extLst>
              <a:ext uri="{FF2B5EF4-FFF2-40B4-BE49-F238E27FC236}">
                <a16:creationId xmlns:a16="http://schemas.microsoft.com/office/drawing/2014/main" id="{17446CF1-2415-4785-8B28-40140952600C}"/>
              </a:ext>
            </a:extLst>
          </p:cNvPr>
          <p:cNvGrpSpPr/>
          <p:nvPr userDrawn="1"/>
        </p:nvGrpSpPr>
        <p:grpSpPr>
          <a:xfrm>
            <a:off x="0" y="0"/>
            <a:ext cx="12192000" cy="6858000"/>
            <a:chOff x="0" y="0"/>
            <a:chExt cx="12192000" cy="6858000"/>
          </a:xfrm>
          <a:solidFill>
            <a:schemeClr val="tx1">
              <a:alpha val="20000"/>
            </a:schemeClr>
          </a:solidFill>
        </p:grpSpPr>
        <p:sp>
          <p:nvSpPr>
            <p:cNvPr id="21" name="Rechthoek 20">
              <a:extLst>
                <a:ext uri="{FF2B5EF4-FFF2-40B4-BE49-F238E27FC236}">
                  <a16:creationId xmlns:a16="http://schemas.microsoft.com/office/drawing/2014/main" id="{5DA35564-25AA-4FEC-9D18-9CCF3EFA9551}"/>
                </a:ext>
              </a:extLst>
            </p:cNvPr>
            <p:cNvSpPr/>
            <p:nvPr userDrawn="1"/>
          </p:nvSpPr>
          <p:spPr>
            <a:xfrm>
              <a:off x="0" y="0"/>
              <a:ext cx="12192000"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2" name="Rechthoek 21">
              <a:extLst>
                <a:ext uri="{FF2B5EF4-FFF2-40B4-BE49-F238E27FC236}">
                  <a16:creationId xmlns:a16="http://schemas.microsoft.com/office/drawing/2014/main" id="{3E7A8B78-FB56-4265-9407-FC697581D7D1}"/>
                </a:ext>
              </a:extLst>
            </p:cNvPr>
            <p:cNvSpPr/>
            <p:nvPr userDrawn="1"/>
          </p:nvSpPr>
          <p:spPr>
            <a:xfrm>
              <a:off x="0" y="0"/>
              <a:ext cx="720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3" name="Rechthoek 22">
              <a:extLst>
                <a:ext uri="{FF2B5EF4-FFF2-40B4-BE49-F238E27FC236}">
                  <a16:creationId xmlns:a16="http://schemas.microsoft.com/office/drawing/2014/main" id="{9C5C6DC1-DADA-49E6-B1E0-6CB2665D8B37}"/>
                </a:ext>
              </a:extLst>
            </p:cNvPr>
            <p:cNvSpPr/>
            <p:nvPr userDrawn="1"/>
          </p:nvSpPr>
          <p:spPr>
            <a:xfrm>
              <a:off x="11472000" y="0"/>
              <a:ext cx="720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4" name="Rechthoek 23">
              <a:extLst>
                <a:ext uri="{FF2B5EF4-FFF2-40B4-BE49-F238E27FC236}">
                  <a16:creationId xmlns:a16="http://schemas.microsoft.com/office/drawing/2014/main" id="{1650B288-9873-4189-B0C2-F8FE5186A08A}"/>
                </a:ext>
              </a:extLst>
            </p:cNvPr>
            <p:cNvSpPr/>
            <p:nvPr userDrawn="1"/>
          </p:nvSpPr>
          <p:spPr>
            <a:xfrm>
              <a:off x="0" y="1064525"/>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5" name="Rechthoek 24">
              <a:extLst>
                <a:ext uri="{FF2B5EF4-FFF2-40B4-BE49-F238E27FC236}">
                  <a16:creationId xmlns:a16="http://schemas.microsoft.com/office/drawing/2014/main" id="{EF87E70F-75AF-432B-B6A2-CF0AD4EC2CE3}"/>
                </a:ext>
              </a:extLst>
            </p:cNvPr>
            <p:cNvSpPr/>
            <p:nvPr userDrawn="1"/>
          </p:nvSpPr>
          <p:spPr>
            <a:xfrm>
              <a:off x="0" y="6498000"/>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6" name="Rechthoek 25">
              <a:extLst>
                <a:ext uri="{FF2B5EF4-FFF2-40B4-BE49-F238E27FC236}">
                  <a16:creationId xmlns:a16="http://schemas.microsoft.com/office/drawing/2014/main" id="{6BE35104-F202-4806-B369-B2BFC15CFEC7}"/>
                </a:ext>
              </a:extLst>
            </p:cNvPr>
            <p:cNvSpPr/>
            <p:nvPr userDrawn="1"/>
          </p:nvSpPr>
          <p:spPr>
            <a:xfrm>
              <a:off x="0" y="5806208"/>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pic>
        <p:nvPicPr>
          <p:cNvPr id="8" name="Graphic 7">
            <a:extLst>
              <a:ext uri="{FF2B5EF4-FFF2-40B4-BE49-F238E27FC236}">
                <a16:creationId xmlns:a16="http://schemas.microsoft.com/office/drawing/2014/main" id="{8F90FD7E-95B7-0308-3820-9FE248F90D6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61200" y="61200"/>
            <a:ext cx="3366000" cy="887272"/>
          </a:xfrm>
          <a:prstGeom prst="rect">
            <a:avLst/>
          </a:prstGeom>
        </p:spPr>
      </p:pic>
    </p:spTree>
    <p:extLst>
      <p:ext uri="{BB962C8B-B14F-4D97-AF65-F5344CB8AC3E}">
        <p14:creationId xmlns:p14="http://schemas.microsoft.com/office/powerpoint/2010/main" val="895705726"/>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10" r:id="rId19"/>
    <p:sldLayoutId id="2147483711" r:id="rId20"/>
    <p:sldLayoutId id="2147483713" r:id="rId21"/>
    <p:sldLayoutId id="2147483714" r:id="rId22"/>
    <p:sldLayoutId id="2147483715" r:id="rId23"/>
    <p:sldLayoutId id="2147483716" r:id="rId24"/>
  </p:sldLayoutIdLst>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hf hdr="0" dt="0"/>
  <p:txStyles>
    <p:title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p:titleStyle>
    <p:bodyStyle>
      <a:lvl1pPr marL="177800" indent="-177800" algn="l" defTabSz="914400" rtl="0" eaLnBrk="1" latinLnBrk="0" hangingPunct="1">
        <a:lnSpc>
          <a:spcPct val="90000"/>
        </a:lnSpc>
        <a:spcBef>
          <a:spcPts val="60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accent2"/>
        </a:buClr>
        <a:buFont typeface="Arial" panose="020B06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accent3"/>
        </a:buClr>
        <a:buFont typeface="Calibri Light" panose="020F030202020403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sz="2000" b="1" kern="1200">
          <a:solidFill>
            <a:schemeClr val="tx1"/>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rial" panose="020B0604020202020204" pitchFamily="34" charset="0"/>
        <a:buNone/>
        <a:defRPr sz="2000" b="0" kern="1200" cap="all" baseline="0">
          <a:solidFill>
            <a:schemeClr val="tx1"/>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accent1"/>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accent1"/>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accent1"/>
        </a:buClr>
        <a:buFont typeface="Arial" panose="020B0604020202020204" pitchFamily="34" charset="0"/>
        <a:buChar char="•"/>
        <a:defRPr sz="1600" i="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3" userDrawn="1">
          <p15:clr>
            <a:srgbClr val="F26B43"/>
          </p15:clr>
        </p15:guide>
        <p15:guide id="2" pos="325" userDrawn="1">
          <p15:clr>
            <a:srgbClr val="F26B43"/>
          </p15:clr>
        </p15:guide>
        <p15:guide id="3" orient="horz" pos="3657" userDrawn="1">
          <p15:clr>
            <a:srgbClr val="F26B43"/>
          </p15:clr>
        </p15:guide>
        <p15:guide id="4" orient="horz" pos="3994" userDrawn="1">
          <p15:clr>
            <a:srgbClr val="A4A3A4"/>
          </p15:clr>
        </p15:guide>
        <p15:guide id="5" orient="horz" pos="4092" userDrawn="1">
          <p15:clr>
            <a:srgbClr val="A4A3A4"/>
          </p15:clr>
        </p15:guide>
        <p15:guide id="6" pos="7355" userDrawn="1">
          <p15:clr>
            <a:srgbClr val="F26B43"/>
          </p15:clr>
        </p15:guide>
        <p15:guide id="7" orient="horz" pos="669" userDrawn="1">
          <p15:clr>
            <a:srgbClr val="A4A3A4"/>
          </p15:clr>
        </p15:guide>
        <p15:guide id="8" orient="horz" pos="450"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3.jp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image" Target="../media/image16.jpeg"/><Relationship Id="rId11" Type="http://schemas.openxmlformats.org/officeDocument/2006/relationships/image" Target="../media/image21.jpeg"/><Relationship Id="rId5" Type="http://schemas.openxmlformats.org/officeDocument/2006/relationships/image" Target="../media/image15.png"/><Relationship Id="rId10" Type="http://schemas.openxmlformats.org/officeDocument/2006/relationships/image" Target="../media/image20.jpeg"/><Relationship Id="rId4" Type="http://schemas.openxmlformats.org/officeDocument/2006/relationships/image" Target="../media/image14.jpe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hyperlink" Target="https://canvas.uva.nl/courses/62877/discussion_topics/1154198" TargetMode="External"/><Relationship Id="rId2" Type="http://schemas.openxmlformats.org/officeDocument/2006/relationships/hyperlink" Target="https://canvas.uva.nl/courses/62877" TargetMode="External"/><Relationship Id="rId1" Type="http://schemas.openxmlformats.org/officeDocument/2006/relationships/slideLayout" Target="../slideLayouts/slideLayout2.xml"/><Relationship Id="rId5" Type="http://schemas.openxmlformats.org/officeDocument/2006/relationships/hyperlink" Target="mailto:j.a.s.gromicho@uva.nl" TargetMode="External"/><Relationship Id="rId4" Type="http://schemas.openxmlformats.org/officeDocument/2006/relationships/hyperlink" Target="mailto:d.denhertog@uva.nl"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mailto:l.s.boon@uva.nl" TargetMode="External"/><Relationship Id="rId2" Type="http://schemas.openxmlformats.org/officeDocument/2006/relationships/hyperlink" Target="mailto:d.q.a.ngo@uva.nl" TargetMode="External"/><Relationship Id="rId1" Type="http://schemas.openxmlformats.org/officeDocument/2006/relationships/slideLayout" Target="../slideLayouts/slideLayout2.xml"/><Relationship Id="rId5" Type="http://schemas.openxmlformats.org/officeDocument/2006/relationships/hyperlink" Target="mailto:n.guarnieri@uva.nl" TargetMode="External"/><Relationship Id="rId4" Type="http://schemas.openxmlformats.org/officeDocument/2006/relationships/hyperlink" Target="mailto:m.vandervlugt2@uva.n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sefa.nl/study/other-products/" TargetMode="External"/><Relationship Id="rId2" Type="http://schemas.openxmlformats.org/officeDocument/2006/relationships/hyperlink" Target="https://canvas.uva.nl/courses/62877/discussion_topics/1154238" TargetMode="External"/><Relationship Id="rId1" Type="http://schemas.openxmlformats.org/officeDocument/2006/relationships/slideLayout" Target="../slideLayouts/slideLayout19.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jpg"/><Relationship Id="rId1" Type="http://schemas.openxmlformats.org/officeDocument/2006/relationships/slideLayout" Target="../slideLayouts/slideLayout19.xml"/><Relationship Id="rId4" Type="http://schemas.openxmlformats.org/officeDocument/2006/relationships/image" Target="../media/image36.jpeg"/></Relationships>
</file>

<file path=ppt/slides/_rels/slide23.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9.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hyperlink" Target="https://iot-analytics.com/number-connected-iot-devices/" TargetMode="External"/><Relationship Id="rId2" Type="http://schemas.openxmlformats.org/officeDocument/2006/relationships/image" Target="../media/image42.png"/><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hyperlink" Target="https://ourworldindata.org/grapher/historical-cost-of-computer-memory-and-storage" TargetMode="External"/><Relationship Id="rId2" Type="http://schemas.openxmlformats.org/officeDocument/2006/relationships/image" Target="../media/image43.png"/><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hyperlink" Target="https://ourworldindata.org/grapher/transistors-per-microprocessor" TargetMode="External"/><Relationship Id="rId2" Type="http://schemas.openxmlformats.org/officeDocument/2006/relationships/image" Target="../media/image44.png"/><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3" Type="http://schemas.openxmlformats.org/officeDocument/2006/relationships/hyperlink" Target="https://cdn.gurobi.com/wp-content/uploads/2025-11-25_Whats-New-in-V13.pdf" TargetMode="External"/><Relationship Id="rId2" Type="http://schemas.openxmlformats.org/officeDocument/2006/relationships/hyperlink" Target="https://ecco2017.euro-online.org/en/resources/files/invited-speakers/robertbixby.pdf" TargetMode="Externa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image" Target="../media/image47.jpeg"/><Relationship Id="rId7" Type="http://schemas.openxmlformats.org/officeDocument/2006/relationships/hyperlink" Target="https://www.math.uwaterloo.ca/tsp/" TargetMode="External"/><Relationship Id="rId2" Type="http://schemas.openxmlformats.org/officeDocument/2006/relationships/image" Target="../media/image46.jpeg"/><Relationship Id="rId1" Type="http://schemas.openxmlformats.org/officeDocument/2006/relationships/slideLayout" Target="../slideLayouts/slideLayout22.xml"/><Relationship Id="rId6" Type="http://schemas.openxmlformats.org/officeDocument/2006/relationships/image" Target="../media/image50.jpeg"/><Relationship Id="rId5" Type="http://schemas.openxmlformats.org/officeDocument/2006/relationships/image" Target="../media/image49.gif"/><Relationship Id="rId4" Type="http://schemas.openxmlformats.org/officeDocument/2006/relationships/image" Target="../media/image48.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2.xml"/><Relationship Id="rId4" Type="http://schemas.openxmlformats.org/officeDocument/2006/relationships/image" Target="../media/image55.jpeg"/></Relationships>
</file>

<file path=ppt/slides/_rels/slide4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jpeg"/><Relationship Id="rId7" Type="http://schemas.openxmlformats.org/officeDocument/2006/relationships/image" Target="../media/image61.png"/><Relationship Id="rId2" Type="http://schemas.openxmlformats.org/officeDocument/2006/relationships/image" Target="../media/image56.jpeg"/><Relationship Id="rId1" Type="http://schemas.openxmlformats.org/officeDocument/2006/relationships/slideLayout" Target="../slideLayouts/slideLayout2.xml"/><Relationship Id="rId6" Type="http://schemas.openxmlformats.org/officeDocument/2006/relationships/image" Target="../media/image60.png"/><Relationship Id="rId11" Type="http://schemas.microsoft.com/office/2007/relationships/hdphoto" Target="../media/hdphoto2.wdp"/><Relationship Id="rId5" Type="http://schemas.openxmlformats.org/officeDocument/2006/relationships/image" Target="../media/image59.png"/><Relationship Id="rId10" Type="http://schemas.openxmlformats.org/officeDocument/2006/relationships/image" Target="../media/image64.jpeg"/><Relationship Id="rId4" Type="http://schemas.openxmlformats.org/officeDocument/2006/relationships/image" Target="../media/image58.png"/><Relationship Id="rId9" Type="http://schemas.openxmlformats.org/officeDocument/2006/relationships/image" Target="../media/image63.jpeg"/></Relationships>
</file>

<file path=ppt/slides/_rels/slide43.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jpeg"/><Relationship Id="rId7" Type="http://schemas.openxmlformats.org/officeDocument/2006/relationships/image" Target="../media/image70.png"/><Relationship Id="rId2" Type="http://schemas.openxmlformats.org/officeDocument/2006/relationships/image" Target="../media/image65.gif"/><Relationship Id="rId1" Type="http://schemas.openxmlformats.org/officeDocument/2006/relationships/slideLayout" Target="../slideLayouts/slideLayout2.xml"/><Relationship Id="rId6" Type="http://schemas.openxmlformats.org/officeDocument/2006/relationships/image" Target="../media/image69.jpeg"/><Relationship Id="rId5" Type="http://schemas.openxmlformats.org/officeDocument/2006/relationships/image" Target="../media/image68.jpeg"/><Relationship Id="rId4" Type="http://schemas.openxmlformats.org/officeDocument/2006/relationships/image" Target="../media/image67.jpeg"/></Relationships>
</file>

<file path=ppt/slides/_rels/slide44.xml.rels><?xml version="1.0" encoding="UTF-8" standalone="yes"?>
<Relationships xmlns="http://schemas.openxmlformats.org/package/2006/relationships"><Relationship Id="rId8" Type="http://schemas.openxmlformats.org/officeDocument/2006/relationships/image" Target="../media/image77.jpeg"/><Relationship Id="rId3" Type="http://schemas.openxmlformats.org/officeDocument/2006/relationships/image" Target="../media/image73.jpeg"/><Relationship Id="rId7" Type="http://schemas.openxmlformats.org/officeDocument/2006/relationships/image" Target="../media/image76.png"/><Relationship Id="rId2" Type="http://schemas.openxmlformats.org/officeDocument/2006/relationships/image" Target="../media/image72.jpeg"/><Relationship Id="rId1" Type="http://schemas.openxmlformats.org/officeDocument/2006/relationships/slideLayout" Target="../slideLayouts/slideLayout20.xml"/><Relationship Id="rId6" Type="http://schemas.openxmlformats.org/officeDocument/2006/relationships/image" Target="../media/image71.png"/><Relationship Id="rId5" Type="http://schemas.openxmlformats.org/officeDocument/2006/relationships/image" Target="../media/image75.jpeg"/><Relationship Id="rId4" Type="http://schemas.openxmlformats.org/officeDocument/2006/relationships/image" Target="../media/image74.jpe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9.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jpeg"/><Relationship Id="rId1" Type="http://schemas.openxmlformats.org/officeDocument/2006/relationships/slideLayout" Target="../slideLayouts/slideLayout2.xml"/><Relationship Id="rId5" Type="http://schemas.openxmlformats.org/officeDocument/2006/relationships/hyperlink" Target="https://www.python.org/" TargetMode="External"/><Relationship Id="rId4" Type="http://schemas.openxmlformats.org/officeDocument/2006/relationships/hyperlink" Target="https://lindo.com/"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s://www.tiobe.com/tiobe-index/" TargetMode="External"/><Relationship Id="rId2" Type="http://schemas.openxmlformats.org/officeDocument/2006/relationships/hyperlink" Target="https://www.simplilearn.com/best-programming-languages-start-learning-today-article" TargetMode="Externa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hyperlink" Target="https://www.kaggle.com/code/tvirot/top-languages-used" TargetMode="External"/><Relationship Id="rId4" Type="http://schemas.openxmlformats.org/officeDocument/2006/relationships/hyperlink" Target="https://www.techradar.com/pro/python-isnt-dead-despite-funding-cuts-programming-language-powers-on" TargetMode="Externa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52.xml.rels><?xml version="1.0" encoding="UTF-8" standalone="yes"?>
<Relationships xmlns="http://schemas.openxmlformats.org/package/2006/relationships"><Relationship Id="rId3" Type="http://schemas.openxmlformats.org/officeDocument/2006/relationships/hyperlink" Target="https://jupyter.org/" TargetMode="External"/><Relationship Id="rId2" Type="http://schemas.openxmlformats.org/officeDocument/2006/relationships/hyperlink" Target="https://colab.research.google.com/github/gromicho/teaching/blob/main/foundations/python/python-primer.ipynb" TargetMode="External"/><Relationship Id="rId1" Type="http://schemas.openxmlformats.org/officeDocument/2006/relationships/slideLayout" Target="../slideLayouts/slideLayout19.xml"/><Relationship Id="rId4" Type="http://schemas.openxmlformats.org/officeDocument/2006/relationships/image" Target="../media/image81.png"/></Relationships>
</file>

<file path=ppt/slides/_rels/slide53.xml.rels><?xml version="1.0" encoding="UTF-8" standalone="yes"?>
<Relationships xmlns="http://schemas.openxmlformats.org/package/2006/relationships"><Relationship Id="rId3" Type="http://schemas.openxmlformats.org/officeDocument/2006/relationships/hyperlink" Target="https://colab.research.google.com/notebooks/intro.ipynb" TargetMode="External"/><Relationship Id="rId2" Type="http://schemas.openxmlformats.org/officeDocument/2006/relationships/image" Target="../media/image82.png"/><Relationship Id="rId1" Type="http://schemas.openxmlformats.org/officeDocument/2006/relationships/slideLayout" Target="../slideLayouts/slideLayout23.xml"/></Relationships>
</file>

<file path=ppt/slides/_rels/slide54.xml.rels><?xml version="1.0" encoding="UTF-8" standalone="yes"?>
<Relationships xmlns="http://schemas.openxmlformats.org/package/2006/relationships"><Relationship Id="rId3" Type="http://schemas.openxmlformats.org/officeDocument/2006/relationships/hyperlink" Target="https://colab.research.google.com/notebooks/intro.ipynb" TargetMode="External"/><Relationship Id="rId2" Type="http://schemas.openxmlformats.org/officeDocument/2006/relationships/image" Target="../media/image82.png"/><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3.png"/><Relationship Id="rId1" Type="http://schemas.openxmlformats.org/officeDocument/2006/relationships/slideLayout" Target="../slideLayouts/slideLayout24.xml"/><Relationship Id="rId4" Type="http://schemas.openxmlformats.org/officeDocument/2006/relationships/hyperlink" Target="https://colab.research.google.com/notebooks/intro.ipynb" TargetMode="Externa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9.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9.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19.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19.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19.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19.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64.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hyperlink" Target="https://canvas.uva.nl/courses/53456/files/13645208?module_item_id=2575462" TargetMode="Externa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19.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19.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19.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68.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19.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70.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10.xml"/><Relationship Id="rId1" Type="http://schemas.openxmlformats.org/officeDocument/2006/relationships/slideLayout" Target="../slideLayouts/slideLayout19.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71.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D4A698-0D7A-7A9B-745D-0045EBDF6B9E}"/>
              </a:ext>
            </a:extLst>
          </p:cNvPr>
          <p:cNvSpPr>
            <a:spLocks noGrp="1"/>
          </p:cNvSpPr>
          <p:nvPr>
            <p:ph type="title"/>
          </p:nvPr>
        </p:nvSpPr>
        <p:spPr/>
        <p:txBody>
          <a:bodyPr/>
          <a:lstStyle/>
          <a:p>
            <a:r>
              <a:rPr lang="en-US" noProof="0" dirty="0"/>
              <a:t>Welcome </a:t>
            </a:r>
            <a:r>
              <a:rPr lang="en-US" noProof="0"/>
              <a:t>and Introduction.</a:t>
            </a:r>
            <a:endParaRPr lang="en-US" noProof="0" dirty="0"/>
          </a:p>
        </p:txBody>
      </p:sp>
      <p:sp>
        <p:nvSpPr>
          <p:cNvPr id="4" name="Vertical Text Placeholder 3">
            <a:extLst>
              <a:ext uri="{FF2B5EF4-FFF2-40B4-BE49-F238E27FC236}">
                <a16:creationId xmlns:a16="http://schemas.microsoft.com/office/drawing/2014/main" id="{59B71444-13CD-F225-12B6-D6AA32525B58}"/>
              </a:ext>
            </a:extLst>
          </p:cNvPr>
          <p:cNvSpPr>
            <a:spLocks noGrp="1"/>
          </p:cNvSpPr>
          <p:nvPr>
            <p:ph type="body" orient="vert" idx="16"/>
          </p:nvPr>
        </p:nvSpPr>
        <p:spPr/>
        <p:txBody>
          <a:bodyPr/>
          <a:lstStyle/>
          <a:p>
            <a:r>
              <a:rPr lang="en-US" dirty="0"/>
              <a:t>Lecture 1</a:t>
            </a:r>
          </a:p>
        </p:txBody>
      </p:sp>
      <p:sp>
        <p:nvSpPr>
          <p:cNvPr id="6" name="Slide Number Placeholder 5">
            <a:extLst>
              <a:ext uri="{FF2B5EF4-FFF2-40B4-BE49-F238E27FC236}">
                <a16:creationId xmlns:a16="http://schemas.microsoft.com/office/drawing/2014/main" id="{7F568FE8-B115-EA68-94AB-7103BBC5B994}"/>
              </a:ext>
            </a:extLst>
          </p:cNvPr>
          <p:cNvSpPr>
            <a:spLocks noGrp="1"/>
          </p:cNvSpPr>
          <p:nvPr>
            <p:ph type="sldNum" sz="quarter" idx="12"/>
          </p:nvPr>
        </p:nvSpPr>
        <p:spPr/>
        <p:txBody>
          <a:bodyPr/>
          <a:lstStyle/>
          <a:p>
            <a:fld id="{D7B5DC5B-6873-43DB-ADC7-B15ACCE0DFDB}" type="slidenum">
              <a:rPr lang="nl-NL" noProof="0" smtClean="0"/>
              <a:t>1</a:t>
            </a:fld>
            <a:endParaRPr lang="nl-NL" noProof="0"/>
          </a:p>
        </p:txBody>
      </p:sp>
      <p:sp>
        <p:nvSpPr>
          <p:cNvPr id="7" name="Subtitle 6">
            <a:extLst>
              <a:ext uri="{FF2B5EF4-FFF2-40B4-BE49-F238E27FC236}">
                <a16:creationId xmlns:a16="http://schemas.microsoft.com/office/drawing/2014/main" id="{0BC5ED19-498B-E8C3-4C11-EC5797BBEF2D}"/>
              </a:ext>
            </a:extLst>
          </p:cNvPr>
          <p:cNvSpPr>
            <a:spLocks noGrp="1"/>
          </p:cNvSpPr>
          <p:nvPr>
            <p:ph type="subTitle" idx="1"/>
          </p:nvPr>
        </p:nvSpPr>
        <p:spPr>
          <a:xfrm>
            <a:off x="515938" y="5810479"/>
            <a:ext cx="3772598" cy="240496"/>
          </a:xfrm>
        </p:spPr>
        <p:txBody>
          <a:bodyPr/>
          <a:lstStyle/>
          <a:p>
            <a:r>
              <a:rPr lang="en-US" dirty="0"/>
              <a:t>Joaquim Gromicho</a:t>
            </a:r>
          </a:p>
        </p:txBody>
      </p:sp>
      <p:pic>
        <p:nvPicPr>
          <p:cNvPr id="11" name="Picture Placeholder 10" descr="A collage of different images of buildings and buildings&#10;&#10;Description automatically generated">
            <a:extLst>
              <a:ext uri="{FF2B5EF4-FFF2-40B4-BE49-F238E27FC236}">
                <a16:creationId xmlns:a16="http://schemas.microsoft.com/office/drawing/2014/main" id="{63BC214F-49E3-81DB-0AA8-4B1FF99845D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a:stretch>
            <a:fillRect/>
          </a:stretch>
        </p:blipFill>
        <p:spPr/>
      </p:pic>
      <p:pic>
        <p:nvPicPr>
          <p:cNvPr id="2" name="Picture 1">
            <a:extLst>
              <a:ext uri="{FF2B5EF4-FFF2-40B4-BE49-F238E27FC236}">
                <a16:creationId xmlns:a16="http://schemas.microsoft.com/office/drawing/2014/main" id="{314B9585-DC99-496F-7937-42CBDCA2519F}"/>
              </a:ext>
            </a:extLst>
          </p:cNvPr>
          <p:cNvPicPr>
            <a:picLocks noChangeAspect="1"/>
          </p:cNvPicPr>
          <p:nvPr/>
        </p:nvPicPr>
        <p:blipFill>
          <a:blip r:embed="rId3"/>
          <a:stretch>
            <a:fillRect/>
          </a:stretch>
        </p:blipFill>
        <p:spPr>
          <a:xfrm>
            <a:off x="1055440" y="4293096"/>
            <a:ext cx="4093800" cy="1183565"/>
          </a:xfrm>
          <a:prstGeom prst="rect">
            <a:avLst/>
          </a:prstGeom>
        </p:spPr>
      </p:pic>
      <p:sp>
        <p:nvSpPr>
          <p:cNvPr id="9" name="Footer Placeholder 8">
            <a:extLst>
              <a:ext uri="{FF2B5EF4-FFF2-40B4-BE49-F238E27FC236}">
                <a16:creationId xmlns:a16="http://schemas.microsoft.com/office/drawing/2014/main" id="{B0A14CCA-97C6-C85F-D5DB-28FA0B0FA9D8}"/>
              </a:ext>
            </a:extLst>
          </p:cNvPr>
          <p:cNvSpPr>
            <a:spLocks noGrp="1"/>
          </p:cNvSpPr>
          <p:nvPr>
            <p:ph type="ftr" sz="quarter" idx="11"/>
          </p:nvPr>
        </p:nvSpPr>
        <p:spPr/>
        <p:txBody>
          <a:bodyPr/>
          <a:lstStyle/>
          <a:p>
            <a:r>
              <a:rPr lang="en-US" noProof="0"/>
              <a:t>Analytics for a Better World, Lecture 1</a:t>
            </a:r>
            <a:endParaRPr lang="nl-NL" noProof="0"/>
          </a:p>
        </p:txBody>
      </p:sp>
    </p:spTree>
    <p:extLst>
      <p:ext uri="{BB962C8B-B14F-4D97-AF65-F5344CB8AC3E}">
        <p14:creationId xmlns:p14="http://schemas.microsoft.com/office/powerpoint/2010/main" val="4125432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E2C0ED-9347-4361-B5FD-3F64777F70CE}"/>
              </a:ext>
            </a:extLst>
          </p:cNvPr>
          <p:cNvSpPr>
            <a:spLocks noGrp="1"/>
          </p:cNvSpPr>
          <p:nvPr>
            <p:ph type="title"/>
          </p:nvPr>
        </p:nvSpPr>
        <p:spPr/>
        <p:txBody>
          <a:bodyPr anchor="ctr">
            <a:normAutofit/>
          </a:bodyPr>
          <a:lstStyle/>
          <a:p>
            <a:r>
              <a:rPr lang="en-US" noProof="0"/>
              <a:t>Lecture Goals</a:t>
            </a:r>
            <a:r>
              <a:rPr lang="en-US"/>
              <a:t>	</a:t>
            </a:r>
            <a:endParaRPr lang="en-US" dirty="0"/>
          </a:p>
        </p:txBody>
      </p:sp>
      <p:sp>
        <p:nvSpPr>
          <p:cNvPr id="2" name="Footer Placeholder 1">
            <a:extLst>
              <a:ext uri="{FF2B5EF4-FFF2-40B4-BE49-F238E27FC236}">
                <a16:creationId xmlns:a16="http://schemas.microsoft.com/office/drawing/2014/main" id="{5D0FF2BB-AFEC-5889-7674-846B33BE9D90}"/>
              </a:ext>
            </a:extLst>
          </p:cNvPr>
          <p:cNvSpPr>
            <a:spLocks noGrp="1"/>
          </p:cNvSpPr>
          <p:nvPr>
            <p:ph type="ftr" sz="quarter" idx="11"/>
          </p:nvPr>
        </p:nvSpPr>
        <p:spPr/>
        <p:txBody>
          <a:bodyPr anchor="ctr">
            <a:normAutofit lnSpcReduction="10000"/>
          </a:bodyPr>
          <a:lstStyle/>
          <a:p>
            <a:r>
              <a:rPr lang="en-US" noProof="0"/>
              <a:t>Analytics for a Better World, Lecture 1</a:t>
            </a:r>
            <a:endParaRPr lang="nl-NL" noProof="0"/>
          </a:p>
        </p:txBody>
      </p:sp>
      <p:sp>
        <p:nvSpPr>
          <p:cNvPr id="4" name="Slide Number Placeholder 3">
            <a:extLst>
              <a:ext uri="{FF2B5EF4-FFF2-40B4-BE49-F238E27FC236}">
                <a16:creationId xmlns:a16="http://schemas.microsoft.com/office/drawing/2014/main" id="{20812A60-518F-6286-C1DB-3F9F61658AD5}"/>
              </a:ext>
            </a:extLst>
          </p:cNvPr>
          <p:cNvSpPr>
            <a:spLocks noGrp="1"/>
          </p:cNvSpPr>
          <p:nvPr>
            <p:ph type="sldNum" sz="quarter" idx="12"/>
          </p:nvPr>
        </p:nvSpPr>
        <p:spPr/>
        <p:txBody>
          <a:bodyPr anchor="ctr">
            <a:normAutofit lnSpcReduction="10000"/>
          </a:bodyPr>
          <a:lstStyle/>
          <a:p>
            <a:fld id="{D7B5DC5B-6873-43DB-ADC7-B15ACCE0DFDB}" type="slidenum">
              <a:rPr lang="nl-NL" noProof="0" smtClean="0"/>
              <a:pPr/>
              <a:t>2</a:t>
            </a:fld>
            <a:endParaRPr lang="nl-NL" noProof="0"/>
          </a:p>
        </p:txBody>
      </p:sp>
      <p:graphicFrame>
        <p:nvGraphicFramePr>
          <p:cNvPr id="5" name="Content Placeholder 1">
            <a:extLst>
              <a:ext uri="{FF2B5EF4-FFF2-40B4-BE49-F238E27FC236}">
                <a16:creationId xmlns:a16="http://schemas.microsoft.com/office/drawing/2014/main" id="{AAA0C621-4057-47A3-8ADB-2342AF7A7269}"/>
              </a:ext>
            </a:extLst>
          </p:cNvPr>
          <p:cNvGraphicFramePr>
            <a:graphicFrameLocks noGrp="1"/>
          </p:cNvGraphicFramePr>
          <p:nvPr>
            <p:ph sz="quarter" idx="16"/>
            <p:extLst>
              <p:ext uri="{D42A27DB-BD31-4B8C-83A1-F6EECF244321}">
                <p14:modId xmlns:p14="http://schemas.microsoft.com/office/powerpoint/2010/main" val="3080847841"/>
              </p:ext>
            </p:extLst>
          </p:nvPr>
        </p:nvGraphicFramePr>
        <p:xfrm>
          <a:off x="515937" y="1964440"/>
          <a:ext cx="11160125" cy="43402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700529FF-D93D-CFC7-7C86-4811045C83A7}"/>
              </a:ext>
            </a:extLst>
          </p:cNvPr>
          <p:cNvSpPr txBox="1"/>
          <p:nvPr/>
        </p:nvSpPr>
        <p:spPr>
          <a:xfrm>
            <a:off x="515937" y="1571418"/>
            <a:ext cx="7989454" cy="369332"/>
          </a:xfrm>
          <a:prstGeom prst="rect">
            <a:avLst/>
          </a:prstGeom>
          <a:noFill/>
        </p:spPr>
        <p:txBody>
          <a:bodyPr wrap="square">
            <a:spAutoFit/>
          </a:bodyPr>
          <a:lstStyle/>
          <a:p>
            <a:pPr>
              <a:buNone/>
            </a:pPr>
            <a:r>
              <a:rPr lang="en-NL" dirty="0"/>
              <a:t>By the end of this lecture, you should be able to:</a:t>
            </a:r>
          </a:p>
        </p:txBody>
      </p:sp>
      <p:sp>
        <p:nvSpPr>
          <p:cNvPr id="19" name="TextBox 18">
            <a:extLst>
              <a:ext uri="{FF2B5EF4-FFF2-40B4-BE49-F238E27FC236}">
                <a16:creationId xmlns:a16="http://schemas.microsoft.com/office/drawing/2014/main" id="{15AFB4A5-DA29-E64F-67BF-4ABD3989DD40}"/>
              </a:ext>
            </a:extLst>
          </p:cNvPr>
          <p:cNvSpPr txBox="1"/>
          <p:nvPr/>
        </p:nvSpPr>
        <p:spPr>
          <a:xfrm>
            <a:off x="515937" y="6143625"/>
            <a:ext cx="7989454" cy="369332"/>
          </a:xfrm>
          <a:prstGeom prst="rect">
            <a:avLst/>
          </a:prstGeom>
          <a:noFill/>
        </p:spPr>
        <p:txBody>
          <a:bodyPr wrap="square">
            <a:spAutoFit/>
          </a:bodyPr>
          <a:lstStyle/>
          <a:p>
            <a:pPr>
              <a:buNone/>
            </a:pPr>
            <a:r>
              <a:rPr lang="en-NL" dirty="0"/>
              <a:t>Reading: Textbook, sections 1.1–1.5</a:t>
            </a:r>
          </a:p>
        </p:txBody>
      </p:sp>
    </p:spTree>
    <p:extLst>
      <p:ext uri="{BB962C8B-B14F-4D97-AF65-F5344CB8AC3E}">
        <p14:creationId xmlns:p14="http://schemas.microsoft.com/office/powerpoint/2010/main" val="18136919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0F15634F-66EF-E3DA-99CB-553CD929F61B}"/>
              </a:ext>
            </a:extLst>
          </p:cNvPr>
          <p:cNvSpPr>
            <a:spLocks noGrp="1"/>
          </p:cNvSpPr>
          <p:nvPr>
            <p:ph type="title"/>
          </p:nvPr>
        </p:nvSpPr>
        <p:spPr>
          <a:xfrm>
            <a:off x="515937" y="708552"/>
            <a:ext cx="11160125" cy="883711"/>
          </a:xfrm>
        </p:spPr>
        <p:txBody>
          <a:bodyPr/>
          <a:lstStyle/>
          <a:p>
            <a:r>
              <a:rPr lang="en-US" dirty="0"/>
              <a:t>The learning objectives as a journey</a:t>
            </a:r>
          </a:p>
        </p:txBody>
      </p:sp>
      <p:sp>
        <p:nvSpPr>
          <p:cNvPr id="4" name="Footer Placeholder 3">
            <a:extLst>
              <a:ext uri="{FF2B5EF4-FFF2-40B4-BE49-F238E27FC236}">
                <a16:creationId xmlns:a16="http://schemas.microsoft.com/office/drawing/2014/main" id="{95A7E092-938C-24B3-0121-FE832A0FB79F}"/>
              </a:ext>
            </a:extLst>
          </p:cNvPr>
          <p:cNvSpPr>
            <a:spLocks noGrp="1"/>
          </p:cNvSpPr>
          <p:nvPr>
            <p:ph type="ftr" sz="quarter" idx="11"/>
          </p:nvPr>
        </p:nvSpPr>
        <p:spPr>
          <a:xfrm>
            <a:off x="720000" y="6346209"/>
            <a:ext cx="4114800" cy="151790"/>
          </a:xfrm>
        </p:spPr>
        <p:txBody>
          <a:bodyPr anchor="ctr">
            <a:normAutofit/>
          </a:bodyPr>
          <a:lstStyle/>
          <a:p>
            <a:pPr>
              <a:lnSpc>
                <a:spcPct val="90000"/>
              </a:lnSpc>
              <a:spcAft>
                <a:spcPts val="600"/>
              </a:spcAft>
            </a:pPr>
            <a:r>
              <a:rPr lang="en-US"/>
              <a:t>Analytics for a Better World, Lecture 1</a:t>
            </a:r>
          </a:p>
        </p:txBody>
      </p:sp>
      <p:sp>
        <p:nvSpPr>
          <p:cNvPr id="5" name="Slide Number Placeholder 4">
            <a:extLst>
              <a:ext uri="{FF2B5EF4-FFF2-40B4-BE49-F238E27FC236}">
                <a16:creationId xmlns:a16="http://schemas.microsoft.com/office/drawing/2014/main" id="{C7CB36B0-EE0C-13C7-96FC-3D0CDF841BF9}"/>
              </a:ext>
            </a:extLst>
          </p:cNvPr>
          <p:cNvSpPr>
            <a:spLocks noGrp="1"/>
          </p:cNvSpPr>
          <p:nvPr>
            <p:ph type="sldNum" sz="quarter" idx="12"/>
          </p:nvPr>
        </p:nvSpPr>
        <p:spPr>
          <a:xfrm>
            <a:off x="11187403" y="6346209"/>
            <a:ext cx="284597" cy="151790"/>
          </a:xfrm>
        </p:spPr>
        <p:txBody>
          <a:bodyPr anchor="ctr">
            <a:normAutofit/>
          </a:bodyPr>
          <a:lstStyle/>
          <a:p>
            <a:pPr>
              <a:lnSpc>
                <a:spcPct val="90000"/>
              </a:lnSpc>
              <a:spcAft>
                <a:spcPts val="600"/>
              </a:spcAft>
            </a:pPr>
            <a:fld id="{F0C94032-CD4C-4C25-B0C2-CEC720522D92}" type="slidenum">
              <a:rPr lang="en-US" smtClean="0"/>
              <a:pPr>
                <a:lnSpc>
                  <a:spcPct val="90000"/>
                </a:lnSpc>
                <a:spcAft>
                  <a:spcPts val="600"/>
                </a:spcAft>
              </a:pPr>
              <a:t>3</a:t>
            </a:fld>
            <a:endParaRPr lang="en-US"/>
          </a:p>
        </p:txBody>
      </p:sp>
      <p:graphicFrame>
        <p:nvGraphicFramePr>
          <p:cNvPr id="7" name="Content Placeholder 2">
            <a:extLst>
              <a:ext uri="{FF2B5EF4-FFF2-40B4-BE49-F238E27FC236}">
                <a16:creationId xmlns:a16="http://schemas.microsoft.com/office/drawing/2014/main" id="{9F8BB2CC-08F1-3116-2E71-006ADF3F64C6}"/>
              </a:ext>
            </a:extLst>
          </p:cNvPr>
          <p:cNvGraphicFramePr>
            <a:graphicFrameLocks noGrp="1"/>
          </p:cNvGraphicFramePr>
          <p:nvPr>
            <p:ph idx="1"/>
            <p:extLst>
              <p:ext uri="{D42A27DB-BD31-4B8C-83A1-F6EECF244321}">
                <p14:modId xmlns:p14="http://schemas.microsoft.com/office/powerpoint/2010/main" val="2546568173"/>
              </p:ext>
            </p:extLst>
          </p:nvPr>
        </p:nvGraphicFramePr>
        <p:xfrm>
          <a:off x="515936" y="2017484"/>
          <a:ext cx="11160125" cy="38055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3960323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0E89B40-1D53-BAA6-4D38-768B8B5CF92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035751" y="11"/>
            <a:ext cx="6142197"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a:effectLst>
            <a:softEdge rad="127000"/>
          </a:effectLst>
        </p:spPr>
      </p:pic>
      <p:sp>
        <p:nvSpPr>
          <p:cNvPr id="3" name="Title 2">
            <a:extLst>
              <a:ext uri="{FF2B5EF4-FFF2-40B4-BE49-F238E27FC236}">
                <a16:creationId xmlns:a16="http://schemas.microsoft.com/office/drawing/2014/main" id="{7F27C153-D6BC-F14F-84A8-E85B588E51FC}"/>
              </a:ext>
            </a:extLst>
          </p:cNvPr>
          <p:cNvSpPr>
            <a:spLocks noGrp="1"/>
          </p:cNvSpPr>
          <p:nvPr>
            <p:ph type="title"/>
          </p:nvPr>
        </p:nvSpPr>
        <p:spPr/>
        <p:txBody>
          <a:bodyPr/>
          <a:lstStyle/>
          <a:p>
            <a:r>
              <a:rPr lang="en-US" dirty="0"/>
              <a:t>Dick den Hertog</a:t>
            </a:r>
          </a:p>
        </p:txBody>
      </p:sp>
      <p:sp>
        <p:nvSpPr>
          <p:cNvPr id="16" name="Footer Placeholder 15">
            <a:extLst>
              <a:ext uri="{FF2B5EF4-FFF2-40B4-BE49-F238E27FC236}">
                <a16:creationId xmlns:a16="http://schemas.microsoft.com/office/drawing/2014/main" id="{43A989C1-BB7C-82FA-F6E5-E9443DA6BDC5}"/>
              </a:ext>
            </a:extLst>
          </p:cNvPr>
          <p:cNvSpPr>
            <a:spLocks noGrp="1"/>
          </p:cNvSpPr>
          <p:nvPr>
            <p:ph type="ftr" sz="quarter" idx="11"/>
          </p:nvPr>
        </p:nvSpPr>
        <p:spPr/>
        <p:txBody>
          <a:bodyPr/>
          <a:lstStyle/>
          <a:p>
            <a:r>
              <a:rPr lang="en-US"/>
              <a:t>Analytics for a Better World, Lecture 1</a:t>
            </a:r>
            <a:endParaRPr lang="en-US" dirty="0"/>
          </a:p>
        </p:txBody>
      </p:sp>
      <p:sp>
        <p:nvSpPr>
          <p:cNvPr id="2" name="Slide Number Placeholder 1">
            <a:extLst>
              <a:ext uri="{FF2B5EF4-FFF2-40B4-BE49-F238E27FC236}">
                <a16:creationId xmlns:a16="http://schemas.microsoft.com/office/drawing/2014/main" id="{2E5FAE08-1AC1-8E64-E245-2A5B6773BF9C}"/>
              </a:ext>
            </a:extLst>
          </p:cNvPr>
          <p:cNvSpPr>
            <a:spLocks noGrp="1"/>
          </p:cNvSpPr>
          <p:nvPr>
            <p:ph type="sldNum" sz="quarter" idx="12"/>
          </p:nvPr>
        </p:nvSpPr>
        <p:spPr/>
        <p:txBody>
          <a:bodyPr/>
          <a:lstStyle/>
          <a:p>
            <a:fld id="{F0C94032-CD4C-4C25-B0C2-CEC720522D92}" type="slidenum">
              <a:rPr lang="en-US" smtClean="0"/>
              <a:pPr/>
              <a:t>4</a:t>
            </a:fld>
            <a:endParaRPr lang="en-US" dirty="0"/>
          </a:p>
        </p:txBody>
      </p:sp>
      <p:sp>
        <p:nvSpPr>
          <p:cNvPr id="18" name="Content Placeholder 17">
            <a:extLst>
              <a:ext uri="{FF2B5EF4-FFF2-40B4-BE49-F238E27FC236}">
                <a16:creationId xmlns:a16="http://schemas.microsoft.com/office/drawing/2014/main" id="{1AE2E1DD-2C39-5764-404C-F3B8CF3F8F73}"/>
              </a:ext>
            </a:extLst>
          </p:cNvPr>
          <p:cNvSpPr>
            <a:spLocks noGrp="1"/>
          </p:cNvSpPr>
          <p:nvPr>
            <p:ph idx="1"/>
          </p:nvPr>
        </p:nvSpPr>
        <p:spPr>
          <a:xfrm>
            <a:off x="515937" y="1649151"/>
            <a:ext cx="6293236" cy="4500297"/>
          </a:xfrm>
        </p:spPr>
        <p:txBody>
          <a:bodyPr/>
          <a:lstStyle/>
          <a:p>
            <a:r>
              <a:rPr lang="en-US" sz="2400" noProof="0" dirty="0"/>
              <a:t>Consultant at CQM (Eindhoven) 1992-2000</a:t>
            </a:r>
          </a:p>
          <a:p>
            <a:endParaRPr lang="en-US" sz="2400" noProof="0" dirty="0"/>
          </a:p>
          <a:p>
            <a:r>
              <a:rPr lang="en-US" sz="2400" noProof="0" dirty="0"/>
              <a:t>Professor at Tilburg University, 2000-2020</a:t>
            </a:r>
          </a:p>
          <a:p>
            <a:endParaRPr lang="en-US" sz="2400" noProof="0" dirty="0"/>
          </a:p>
          <a:p>
            <a:r>
              <a:rPr lang="en-US" sz="2400" noProof="0" dirty="0"/>
              <a:t>Professor at University of Amsterdam, 2020 - now</a:t>
            </a:r>
          </a:p>
          <a:p>
            <a:endParaRPr lang="en-US" sz="2400" noProof="0" dirty="0"/>
          </a:p>
          <a:p>
            <a:r>
              <a:rPr lang="en-US" sz="2400" noProof="0" dirty="0"/>
              <a:t>Visiting Professor MIT, 2019 – now</a:t>
            </a:r>
          </a:p>
          <a:p>
            <a:endParaRPr lang="en-US" sz="2400" dirty="0"/>
          </a:p>
          <a:p>
            <a:r>
              <a:rPr lang="en-US" sz="2400" dirty="0"/>
              <a:t>Science to Impact Director of </a:t>
            </a:r>
            <a:r>
              <a:rPr lang="en-US" sz="2400" i="1" dirty="0"/>
              <a:t>Analytics for a Better World Institute</a:t>
            </a:r>
            <a:r>
              <a:rPr lang="en-US" sz="2400" dirty="0"/>
              <a:t>, 2022 - now</a:t>
            </a:r>
            <a:endParaRPr lang="en-US" sz="2400" noProof="0" dirty="0"/>
          </a:p>
          <a:p>
            <a:endParaRPr lang="en-US" sz="2400" noProof="0" dirty="0"/>
          </a:p>
          <a:p>
            <a:r>
              <a:rPr lang="en-US" sz="2400" noProof="0" dirty="0"/>
              <a:t>Research: Optimization, Radiotherapy, Humanitarian Analytics, Machine Learning</a:t>
            </a:r>
          </a:p>
        </p:txBody>
      </p:sp>
    </p:spTree>
    <p:extLst>
      <p:ext uri="{BB962C8B-B14F-4D97-AF65-F5344CB8AC3E}">
        <p14:creationId xmlns:p14="http://schemas.microsoft.com/office/powerpoint/2010/main" val="2689531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9EB4E-8236-3020-13F2-ECB5E986B56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5BB4FFD-D2DD-7507-B7C9-7E7C57824FC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942281" y="-158646"/>
            <a:ext cx="6386486" cy="7140796"/>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a:effectLst>
            <a:softEdge rad="127000"/>
          </a:effectLst>
        </p:spPr>
      </p:pic>
      <p:sp>
        <p:nvSpPr>
          <p:cNvPr id="7" name="Content Placeholder 8">
            <a:extLst>
              <a:ext uri="{FF2B5EF4-FFF2-40B4-BE49-F238E27FC236}">
                <a16:creationId xmlns:a16="http://schemas.microsoft.com/office/drawing/2014/main" id="{5D21E930-6353-07D4-8A62-1DC8C7A6A940}"/>
              </a:ext>
            </a:extLst>
          </p:cNvPr>
          <p:cNvSpPr txBox="1">
            <a:spLocks/>
          </p:cNvSpPr>
          <p:nvPr/>
        </p:nvSpPr>
        <p:spPr>
          <a:xfrm>
            <a:off x="1284987" y="1595305"/>
            <a:ext cx="4871701" cy="295116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600"/>
              </a:spcBef>
              <a:spcAft>
                <a:spcPts val="600"/>
              </a:spcAft>
              <a:buClr>
                <a:srgbClr val="1F1D21"/>
              </a:buClr>
              <a:buNone/>
              <a:defRPr/>
            </a:pPr>
            <a:r>
              <a:rPr kumimoji="0" lang="en-US" sz="2400" b="0" i="0" u="none" strike="noStrike" kern="1200" cap="none" spc="0" normalizeH="0" baseline="0" noProof="0" dirty="0">
                <a:ln>
                  <a:noFill/>
                </a:ln>
                <a:solidFill>
                  <a:prstClr val="black"/>
                </a:solidFill>
                <a:effectLst/>
                <a:uLnTx/>
                <a:uFillTx/>
                <a:latin typeface="Times New Roman"/>
                <a:ea typeface="+mn-ea"/>
                <a:cs typeface="+mn-cs"/>
              </a:rPr>
              <a:t>Analytics for a Better World </a:t>
            </a:r>
            <a:r>
              <a:rPr lang="en-US" sz="2400" b="1" dirty="0">
                <a:solidFill>
                  <a:prstClr val="black"/>
                </a:solidFill>
              </a:rPr>
              <a:t>Professor </a:t>
            </a:r>
            <a:r>
              <a:rPr kumimoji="0" lang="en-US" sz="2400" b="0" i="0" u="none" strike="noStrike" kern="1200" cap="none" spc="0" normalizeH="0" baseline="0" noProof="0" dirty="0">
                <a:ln>
                  <a:noFill/>
                </a:ln>
                <a:solidFill>
                  <a:prstClr val="black"/>
                </a:solidFill>
                <a:effectLst/>
                <a:uLnTx/>
                <a:uFillTx/>
                <a:latin typeface="Times New Roman"/>
                <a:ea typeface="+mn-ea"/>
                <a:cs typeface="+mn-cs"/>
              </a:rPr>
              <a:t>at the Amsterdam Business School, University of Amsterdam.</a:t>
            </a:r>
          </a:p>
          <a:p>
            <a:pPr marL="0" marR="0" lvl="0" indent="0" algn="l" defTabSz="914400" rtl="0" eaLnBrk="1" fontAlgn="auto" latinLnBrk="0" hangingPunct="1">
              <a:lnSpc>
                <a:spcPct val="90000"/>
              </a:lnSpc>
              <a:spcBef>
                <a:spcPts val="600"/>
              </a:spcBef>
              <a:spcAft>
                <a:spcPts val="600"/>
              </a:spcAft>
              <a:buClr>
                <a:srgbClr val="1F1D21"/>
              </a:buClr>
              <a:buSzTx/>
              <a:buNone/>
              <a:tabLst/>
              <a:defRPr/>
            </a:pPr>
            <a:endParaRPr kumimoji="0" lang="en-US" sz="2400" b="1" i="0" u="none" strike="noStrike" kern="1200" cap="none" spc="0" normalizeH="0" baseline="0" noProof="0" dirty="0">
              <a:ln>
                <a:noFill/>
              </a:ln>
              <a:solidFill>
                <a:prstClr val="black"/>
              </a:solidFill>
              <a:effectLst/>
              <a:uLnTx/>
              <a:uFillTx/>
              <a:latin typeface="Times New Roman"/>
              <a:ea typeface="+mn-ea"/>
              <a:cs typeface="+mn-cs"/>
            </a:endParaRPr>
          </a:p>
          <a:p>
            <a:pPr marL="0" marR="0" lvl="0" indent="0" algn="l" defTabSz="914400" rtl="0" eaLnBrk="1" fontAlgn="auto" latinLnBrk="0" hangingPunct="1">
              <a:lnSpc>
                <a:spcPct val="90000"/>
              </a:lnSpc>
              <a:spcBef>
                <a:spcPts val="600"/>
              </a:spcBef>
              <a:spcAft>
                <a:spcPts val="600"/>
              </a:spcAft>
              <a:buClr>
                <a:srgbClr val="1F1D21"/>
              </a:buClr>
              <a:buSzTx/>
              <a:buNone/>
              <a:tabLst/>
              <a:defRPr/>
            </a:pPr>
            <a:r>
              <a:rPr kumimoji="0" lang="en-US" sz="2400" b="1" i="0" u="none" strike="noStrike" kern="1200" cap="none" spc="0" normalizeH="0" baseline="0" noProof="0" dirty="0">
                <a:ln>
                  <a:noFill/>
                </a:ln>
                <a:solidFill>
                  <a:prstClr val="black"/>
                </a:solidFill>
                <a:effectLst/>
                <a:uLnTx/>
                <a:uFillTx/>
                <a:latin typeface="Times New Roman"/>
                <a:ea typeface="+mn-ea"/>
                <a:cs typeface="+mn-cs"/>
              </a:rPr>
              <a:t>Optimization Director </a:t>
            </a:r>
            <a:r>
              <a:rPr kumimoji="0" lang="en-US" sz="2400" b="0" i="0" u="none" strike="noStrike" kern="1200" cap="none" spc="0" normalizeH="0" baseline="0" noProof="0" dirty="0">
                <a:ln>
                  <a:noFill/>
                </a:ln>
                <a:solidFill>
                  <a:prstClr val="black"/>
                </a:solidFill>
                <a:effectLst/>
                <a:uLnTx/>
                <a:uFillTx/>
                <a:latin typeface="Times New Roman"/>
                <a:ea typeface="+mn-ea"/>
                <a:cs typeface="+mn-cs"/>
              </a:rPr>
              <a:t>at the Analytics for a Better World institute.</a:t>
            </a:r>
          </a:p>
          <a:p>
            <a:pPr marL="0" marR="0" lvl="0" indent="0" algn="l" defTabSz="914400" rtl="0" eaLnBrk="1" fontAlgn="auto" latinLnBrk="0" hangingPunct="1">
              <a:lnSpc>
                <a:spcPct val="90000"/>
              </a:lnSpc>
              <a:spcBef>
                <a:spcPts val="600"/>
              </a:spcBef>
              <a:spcAft>
                <a:spcPts val="600"/>
              </a:spcAft>
              <a:buClr>
                <a:srgbClr val="1F1D21"/>
              </a:buClr>
              <a:buSzTx/>
              <a:buNone/>
              <a:tabLst/>
              <a:defRPr/>
            </a:pPr>
            <a:endParaRPr kumimoji="0" lang="en-US" sz="240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3" name="Title 2">
            <a:extLst>
              <a:ext uri="{FF2B5EF4-FFF2-40B4-BE49-F238E27FC236}">
                <a16:creationId xmlns:a16="http://schemas.microsoft.com/office/drawing/2014/main" id="{3A4833A9-3708-8379-610C-A8028CC3F596}"/>
              </a:ext>
            </a:extLst>
          </p:cNvPr>
          <p:cNvSpPr>
            <a:spLocks noGrp="1"/>
          </p:cNvSpPr>
          <p:nvPr>
            <p:ph type="title"/>
          </p:nvPr>
        </p:nvSpPr>
        <p:spPr>
          <a:xfrm>
            <a:off x="507311" y="702748"/>
            <a:ext cx="11160125" cy="872263"/>
          </a:xfrm>
        </p:spPr>
        <p:txBody>
          <a:bodyPr/>
          <a:lstStyle/>
          <a:p>
            <a:r>
              <a:rPr lang="en-US" dirty="0"/>
              <a:t>Joaquim Gromicho</a:t>
            </a:r>
          </a:p>
        </p:txBody>
      </p:sp>
      <p:sp>
        <p:nvSpPr>
          <p:cNvPr id="2" name="Slide Number Placeholder 1">
            <a:extLst>
              <a:ext uri="{FF2B5EF4-FFF2-40B4-BE49-F238E27FC236}">
                <a16:creationId xmlns:a16="http://schemas.microsoft.com/office/drawing/2014/main" id="{513FD451-C8EB-A583-55FB-02E2658D8A85}"/>
              </a:ext>
            </a:extLst>
          </p:cNvPr>
          <p:cNvSpPr>
            <a:spLocks noGrp="1"/>
          </p:cNvSpPr>
          <p:nvPr>
            <p:ph type="sldNum" sz="quarter" idx="12"/>
          </p:nvPr>
        </p:nvSpPr>
        <p:spPr>
          <a:xfrm>
            <a:off x="11178777" y="6328957"/>
            <a:ext cx="284597" cy="15179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C94032-CD4C-4C25-B0C2-CEC720522D92}" type="slidenum">
              <a:rPr kumimoji="0" lang="en-US" sz="1000" b="1" i="0" u="none" strike="noStrike" kern="1200" cap="none" spc="0" normalizeH="0" baseline="0" noProof="0" smtClean="0">
                <a:ln>
                  <a:noFill/>
                </a:ln>
                <a:solidFill>
                  <a:prstClr val="white">
                    <a:lumMod val="50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00" b="1" i="0" u="none" strike="noStrike" kern="1200" cap="none" spc="0" normalizeH="0" baseline="0" noProof="0" dirty="0">
              <a:ln>
                <a:noFill/>
              </a:ln>
              <a:solidFill>
                <a:prstClr val="white">
                  <a:lumMod val="50000"/>
                </a:prstClr>
              </a:solidFill>
              <a:effectLst/>
              <a:uLnTx/>
              <a:uFillTx/>
              <a:latin typeface="Times New Roman"/>
              <a:ea typeface="+mn-ea"/>
              <a:cs typeface="+mn-cs"/>
            </a:endParaRPr>
          </a:p>
        </p:txBody>
      </p:sp>
      <p:sp>
        <p:nvSpPr>
          <p:cNvPr id="4" name="Footer Placeholder 3">
            <a:extLst>
              <a:ext uri="{FF2B5EF4-FFF2-40B4-BE49-F238E27FC236}">
                <a16:creationId xmlns:a16="http://schemas.microsoft.com/office/drawing/2014/main" id="{E543DC48-949E-E421-7CC0-91C3F1CEBB31}"/>
              </a:ext>
            </a:extLst>
          </p:cNvPr>
          <p:cNvSpPr>
            <a:spLocks noGrp="1"/>
          </p:cNvSpPr>
          <p:nvPr>
            <p:ph type="ftr" sz="quarter" idx="11"/>
          </p:nvPr>
        </p:nvSpPr>
        <p:spPr>
          <a:xfrm>
            <a:off x="711374" y="6328957"/>
            <a:ext cx="4114800" cy="15179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50000"/>
                  </a:prstClr>
                </a:solidFill>
                <a:effectLst/>
                <a:uLnTx/>
                <a:uFillTx/>
                <a:latin typeface="Times New Roman"/>
                <a:ea typeface="+mn-ea"/>
                <a:cs typeface="+mn-cs"/>
              </a:rPr>
              <a:t>Analytics for a Better World, Lecture 1</a:t>
            </a:r>
            <a:endParaRPr kumimoji="0" lang="en-US" sz="1000" b="0" i="0" u="none" strike="noStrike" kern="1200" cap="none" spc="0" normalizeH="0" baseline="0" noProof="0" dirty="0">
              <a:ln>
                <a:noFill/>
              </a:ln>
              <a:solidFill>
                <a:prstClr val="white">
                  <a:lumMod val="50000"/>
                </a:prstClr>
              </a:solidFill>
              <a:effectLst/>
              <a:uLnTx/>
              <a:uFillTx/>
              <a:latin typeface="Times New Roman"/>
              <a:ea typeface="+mn-ea"/>
              <a:cs typeface="+mn-cs"/>
            </a:endParaRPr>
          </a:p>
        </p:txBody>
      </p:sp>
      <p:pic>
        <p:nvPicPr>
          <p:cNvPr id="6" name="Picture 10" descr="Afbeeldingsresultaat voor stator vvs">
            <a:extLst>
              <a:ext uri="{FF2B5EF4-FFF2-40B4-BE49-F238E27FC236}">
                <a16:creationId xmlns:a16="http://schemas.microsoft.com/office/drawing/2014/main" id="{CB4E7089-04CA-8158-49C9-931A9A1B756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67421" y="5302858"/>
            <a:ext cx="500509" cy="61562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Universiteit van Amsterdam - Wikipedia">
            <a:extLst>
              <a:ext uri="{FF2B5EF4-FFF2-40B4-BE49-F238E27FC236}">
                <a16:creationId xmlns:a16="http://schemas.microsoft.com/office/drawing/2014/main" id="{E0743779-98FC-DBD3-169B-C123C34A35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555" y="1720937"/>
            <a:ext cx="713092" cy="713092"/>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1026" name="Picture 2" descr="Analytics for a Better World | LinkedIn">
            <a:extLst>
              <a:ext uri="{FF2B5EF4-FFF2-40B4-BE49-F238E27FC236}">
                <a16:creationId xmlns:a16="http://schemas.microsoft.com/office/drawing/2014/main" id="{3E2C1493-AE5C-67E4-E8FE-33F327A7F2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8555" y="3411752"/>
            <a:ext cx="713092" cy="71309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VU helpt studenten met het kiezen van de perfecte studie - Ematters -  Marketing &amp; Data Engineers">
            <a:extLst>
              <a:ext uri="{FF2B5EF4-FFF2-40B4-BE49-F238E27FC236}">
                <a16:creationId xmlns:a16="http://schemas.microsoft.com/office/drawing/2014/main" id="{DB342219-C787-CA14-8BB0-C42843A7DF2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85504" y="5492487"/>
            <a:ext cx="602020" cy="236368"/>
          </a:xfrm>
          <a:prstGeom prst="rect">
            <a:avLst/>
          </a:prstGeom>
          <a:noFill/>
          <a:extLst>
            <a:ext uri="{909E8E84-426E-40DD-AFC4-6F175D3DCCD1}">
              <a14:hiddenFill xmlns:a14="http://schemas.microsoft.com/office/drawing/2010/main">
                <a:solidFill>
                  <a:srgbClr val="FFFFFF"/>
                </a:solidFill>
              </a14:hiddenFill>
            </a:ext>
          </a:extLst>
        </p:spPr>
      </p:pic>
      <p:sp>
        <p:nvSpPr>
          <p:cNvPr id="14" name="Content Placeholder 13">
            <a:extLst>
              <a:ext uri="{FF2B5EF4-FFF2-40B4-BE49-F238E27FC236}">
                <a16:creationId xmlns:a16="http://schemas.microsoft.com/office/drawing/2014/main" id="{ACAF2885-F0AB-7B83-12E6-34A278725B3A}"/>
              </a:ext>
            </a:extLst>
          </p:cNvPr>
          <p:cNvSpPr>
            <a:spLocks noGrp="1"/>
          </p:cNvSpPr>
          <p:nvPr>
            <p:ph idx="1"/>
          </p:nvPr>
        </p:nvSpPr>
        <p:spPr>
          <a:xfrm>
            <a:off x="447975" y="4716829"/>
            <a:ext cx="6031512" cy="1513593"/>
          </a:xfrm>
        </p:spPr>
        <p:txBody>
          <a:bodyPr/>
          <a:lstStyle/>
          <a:p>
            <a:pPr marL="0" indent="0">
              <a:buNone/>
            </a:pPr>
            <a:r>
              <a:rPr lang="en-US" sz="3600" dirty="0"/>
              <a:t>Formerly: </a:t>
            </a:r>
            <a:endParaRPr lang="en-NL" sz="3600" dirty="0"/>
          </a:p>
        </p:txBody>
      </p:sp>
      <p:pic>
        <p:nvPicPr>
          <p:cNvPr id="1030" name="Picture 6" descr="We leverage data &amp; mathematics to improve your business">
            <a:extLst>
              <a:ext uri="{FF2B5EF4-FFF2-40B4-BE49-F238E27FC236}">
                <a16:creationId xmlns:a16="http://schemas.microsoft.com/office/drawing/2014/main" id="{E3DBB253-7627-9524-F903-A3988C0328E6}"/>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32024" y="5370165"/>
            <a:ext cx="914401" cy="48101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URO - The Association of European Operational Research Societies -  Practitioners' Forum">
            <a:extLst>
              <a:ext uri="{FF2B5EF4-FFF2-40B4-BE49-F238E27FC236}">
                <a16:creationId xmlns:a16="http://schemas.microsoft.com/office/drawing/2014/main" id="{904CCD93-275C-D3E1-8D04-08204741134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42876" y="5300140"/>
            <a:ext cx="1436571" cy="62106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Faculdade de Ciências da Universidade de Lisboa | UCP Knowledge Network">
            <a:extLst>
              <a:ext uri="{FF2B5EF4-FFF2-40B4-BE49-F238E27FC236}">
                <a16:creationId xmlns:a16="http://schemas.microsoft.com/office/drawing/2014/main" id="{495270F2-57DF-963A-2EE0-D19B413481A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1425" y="5317174"/>
            <a:ext cx="586994" cy="58699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VVSOR - Operations Research">
            <a:extLst>
              <a:ext uri="{FF2B5EF4-FFF2-40B4-BE49-F238E27FC236}">
                <a16:creationId xmlns:a16="http://schemas.microsoft.com/office/drawing/2014/main" id="{92BA4F85-5A48-8176-959F-C52C8BFD5B8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26603" y="5410605"/>
            <a:ext cx="1320827" cy="40013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2CE49F0A-05F3-F5CC-F72A-A65CE915071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18419" y="5366572"/>
            <a:ext cx="1650978" cy="48819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AEE1173-A8BD-7DE9-F2C4-983E056EDD0C}"/>
              </a:ext>
            </a:extLst>
          </p:cNvPr>
          <p:cNvSpPr txBox="1"/>
          <p:nvPr/>
        </p:nvSpPr>
        <p:spPr>
          <a:xfrm>
            <a:off x="415701" y="5907547"/>
            <a:ext cx="914400" cy="292218"/>
          </a:xfrm>
          <a:prstGeom prst="rect">
            <a:avLst/>
          </a:prstGeom>
          <a:noFill/>
        </p:spPr>
        <p:txBody>
          <a:bodyPr wrap="none" lIns="0" tIns="0" rIns="0" bIns="0" rtlCol="0">
            <a:noAutofit/>
          </a:bodyPr>
          <a:lstStyle/>
          <a:p>
            <a:pPr algn="l">
              <a:lnSpc>
                <a:spcPct val="90000"/>
              </a:lnSpc>
              <a:spcBef>
                <a:spcPts val="600"/>
              </a:spcBef>
              <a:spcAft>
                <a:spcPts val="600"/>
              </a:spcAft>
            </a:pPr>
            <a:r>
              <a:rPr lang="en-US" sz="1600" dirty="0"/>
              <a:t>2 years</a:t>
            </a:r>
            <a:endParaRPr lang="en-NL" sz="1600" dirty="0" err="1"/>
          </a:p>
        </p:txBody>
      </p:sp>
      <p:sp>
        <p:nvSpPr>
          <p:cNvPr id="12" name="TextBox 11">
            <a:extLst>
              <a:ext uri="{FF2B5EF4-FFF2-40B4-BE49-F238E27FC236}">
                <a16:creationId xmlns:a16="http://schemas.microsoft.com/office/drawing/2014/main" id="{255128D9-3E7D-4CE3-40FB-08BD298FB59F}"/>
              </a:ext>
            </a:extLst>
          </p:cNvPr>
          <p:cNvSpPr txBox="1"/>
          <p:nvPr/>
        </p:nvSpPr>
        <p:spPr>
          <a:xfrm>
            <a:off x="1193507" y="5907547"/>
            <a:ext cx="914400" cy="292218"/>
          </a:xfrm>
          <a:prstGeom prst="rect">
            <a:avLst/>
          </a:prstGeom>
          <a:noFill/>
        </p:spPr>
        <p:txBody>
          <a:bodyPr wrap="none" lIns="0" tIns="0" rIns="0" bIns="0" rtlCol="0">
            <a:noAutofit/>
          </a:bodyPr>
          <a:lstStyle/>
          <a:p>
            <a:pPr algn="l">
              <a:lnSpc>
                <a:spcPct val="90000"/>
              </a:lnSpc>
              <a:spcBef>
                <a:spcPts val="600"/>
              </a:spcBef>
              <a:spcAft>
                <a:spcPts val="600"/>
              </a:spcAft>
            </a:pPr>
            <a:r>
              <a:rPr lang="en-US" sz="1600" dirty="0"/>
              <a:t>4 years</a:t>
            </a:r>
            <a:endParaRPr lang="en-NL" sz="1600" dirty="0" err="1"/>
          </a:p>
        </p:txBody>
      </p:sp>
      <p:sp>
        <p:nvSpPr>
          <p:cNvPr id="15" name="TextBox 14">
            <a:extLst>
              <a:ext uri="{FF2B5EF4-FFF2-40B4-BE49-F238E27FC236}">
                <a16:creationId xmlns:a16="http://schemas.microsoft.com/office/drawing/2014/main" id="{BA0BC576-EA2F-933A-7CA7-D1878CFD2E92}"/>
              </a:ext>
            </a:extLst>
          </p:cNvPr>
          <p:cNvSpPr txBox="1"/>
          <p:nvPr/>
        </p:nvSpPr>
        <p:spPr>
          <a:xfrm>
            <a:off x="2653494" y="5907547"/>
            <a:ext cx="914400" cy="292218"/>
          </a:xfrm>
          <a:prstGeom prst="rect">
            <a:avLst/>
          </a:prstGeom>
          <a:noFill/>
        </p:spPr>
        <p:txBody>
          <a:bodyPr wrap="none" lIns="0" tIns="0" rIns="0" bIns="0" rtlCol="0">
            <a:noAutofit/>
          </a:bodyPr>
          <a:lstStyle/>
          <a:p>
            <a:pPr algn="l">
              <a:lnSpc>
                <a:spcPct val="90000"/>
              </a:lnSpc>
              <a:spcBef>
                <a:spcPts val="600"/>
              </a:spcBef>
              <a:spcAft>
                <a:spcPts val="600"/>
              </a:spcAft>
            </a:pPr>
            <a:r>
              <a:rPr lang="en-US" sz="1600" dirty="0"/>
              <a:t>29 years</a:t>
            </a:r>
            <a:endParaRPr lang="en-NL" sz="1600" dirty="0" err="1"/>
          </a:p>
        </p:txBody>
      </p:sp>
      <p:sp>
        <p:nvSpPr>
          <p:cNvPr id="17" name="TextBox 16">
            <a:extLst>
              <a:ext uri="{FF2B5EF4-FFF2-40B4-BE49-F238E27FC236}">
                <a16:creationId xmlns:a16="http://schemas.microsoft.com/office/drawing/2014/main" id="{D1C1CC6D-F23B-5D70-27FA-C8D652AD0A89}"/>
              </a:ext>
            </a:extLst>
          </p:cNvPr>
          <p:cNvSpPr txBox="1"/>
          <p:nvPr/>
        </p:nvSpPr>
        <p:spPr>
          <a:xfrm>
            <a:off x="3645132" y="5907547"/>
            <a:ext cx="914400" cy="292218"/>
          </a:xfrm>
          <a:prstGeom prst="rect">
            <a:avLst/>
          </a:prstGeom>
          <a:noFill/>
        </p:spPr>
        <p:txBody>
          <a:bodyPr wrap="none" lIns="0" tIns="0" rIns="0" bIns="0" rtlCol="0">
            <a:noAutofit/>
          </a:bodyPr>
          <a:lstStyle/>
          <a:p>
            <a:pPr algn="l">
              <a:lnSpc>
                <a:spcPct val="90000"/>
              </a:lnSpc>
              <a:spcBef>
                <a:spcPts val="600"/>
              </a:spcBef>
              <a:spcAft>
                <a:spcPts val="600"/>
              </a:spcAft>
            </a:pPr>
            <a:r>
              <a:rPr lang="en-US" sz="1600" dirty="0"/>
              <a:t>20 years</a:t>
            </a:r>
            <a:endParaRPr lang="en-NL" sz="1600" dirty="0" err="1"/>
          </a:p>
        </p:txBody>
      </p:sp>
      <p:sp>
        <p:nvSpPr>
          <p:cNvPr id="19" name="TextBox 18">
            <a:extLst>
              <a:ext uri="{FF2B5EF4-FFF2-40B4-BE49-F238E27FC236}">
                <a16:creationId xmlns:a16="http://schemas.microsoft.com/office/drawing/2014/main" id="{C22BF604-4BFC-0F85-78D7-5A7BAEF03341}"/>
              </a:ext>
            </a:extLst>
          </p:cNvPr>
          <p:cNvSpPr txBox="1"/>
          <p:nvPr/>
        </p:nvSpPr>
        <p:spPr>
          <a:xfrm>
            <a:off x="4550023" y="5907547"/>
            <a:ext cx="914400" cy="292218"/>
          </a:xfrm>
          <a:prstGeom prst="rect">
            <a:avLst/>
          </a:prstGeom>
          <a:noFill/>
        </p:spPr>
        <p:txBody>
          <a:bodyPr wrap="none" lIns="0" tIns="0" rIns="0" bIns="0" rtlCol="0">
            <a:noAutofit/>
          </a:bodyPr>
          <a:lstStyle/>
          <a:p>
            <a:pPr algn="l">
              <a:lnSpc>
                <a:spcPct val="90000"/>
              </a:lnSpc>
              <a:spcBef>
                <a:spcPts val="600"/>
              </a:spcBef>
              <a:spcAft>
                <a:spcPts val="600"/>
              </a:spcAft>
            </a:pPr>
            <a:r>
              <a:rPr lang="en-US" sz="1600" dirty="0"/>
              <a:t>6 years</a:t>
            </a:r>
            <a:endParaRPr lang="en-NL" sz="1600" dirty="0" err="1"/>
          </a:p>
        </p:txBody>
      </p:sp>
      <p:sp>
        <p:nvSpPr>
          <p:cNvPr id="21" name="TextBox 20">
            <a:extLst>
              <a:ext uri="{FF2B5EF4-FFF2-40B4-BE49-F238E27FC236}">
                <a16:creationId xmlns:a16="http://schemas.microsoft.com/office/drawing/2014/main" id="{178AB3C8-7814-0048-16E1-60020CEFE14B}"/>
              </a:ext>
            </a:extLst>
          </p:cNvPr>
          <p:cNvSpPr txBox="1"/>
          <p:nvPr/>
        </p:nvSpPr>
        <p:spPr>
          <a:xfrm>
            <a:off x="5739947" y="5907547"/>
            <a:ext cx="914400" cy="292218"/>
          </a:xfrm>
          <a:prstGeom prst="rect">
            <a:avLst/>
          </a:prstGeom>
          <a:noFill/>
        </p:spPr>
        <p:txBody>
          <a:bodyPr wrap="none" lIns="0" tIns="0" rIns="0" bIns="0" rtlCol="0">
            <a:noAutofit/>
          </a:bodyPr>
          <a:lstStyle/>
          <a:p>
            <a:pPr algn="l">
              <a:lnSpc>
                <a:spcPct val="90000"/>
              </a:lnSpc>
              <a:spcBef>
                <a:spcPts val="600"/>
              </a:spcBef>
              <a:spcAft>
                <a:spcPts val="600"/>
              </a:spcAft>
            </a:pPr>
            <a:r>
              <a:rPr lang="en-US" sz="1600" dirty="0"/>
              <a:t>15 years</a:t>
            </a:r>
            <a:endParaRPr lang="en-NL" sz="1600" dirty="0" err="1"/>
          </a:p>
        </p:txBody>
      </p:sp>
      <p:sp>
        <p:nvSpPr>
          <p:cNvPr id="23" name="TextBox 22">
            <a:extLst>
              <a:ext uri="{FF2B5EF4-FFF2-40B4-BE49-F238E27FC236}">
                <a16:creationId xmlns:a16="http://schemas.microsoft.com/office/drawing/2014/main" id="{681BEE5B-0842-4E13-2719-D6A934A0C55C}"/>
              </a:ext>
            </a:extLst>
          </p:cNvPr>
          <p:cNvSpPr txBox="1"/>
          <p:nvPr/>
        </p:nvSpPr>
        <p:spPr>
          <a:xfrm>
            <a:off x="6603961" y="5907547"/>
            <a:ext cx="914400" cy="292218"/>
          </a:xfrm>
          <a:prstGeom prst="rect">
            <a:avLst/>
          </a:prstGeom>
          <a:noFill/>
        </p:spPr>
        <p:txBody>
          <a:bodyPr wrap="none" lIns="0" tIns="0" rIns="0" bIns="0" rtlCol="0">
            <a:noAutofit/>
          </a:bodyPr>
          <a:lstStyle/>
          <a:p>
            <a:pPr algn="l">
              <a:lnSpc>
                <a:spcPct val="90000"/>
              </a:lnSpc>
              <a:spcBef>
                <a:spcPts val="600"/>
              </a:spcBef>
              <a:spcAft>
                <a:spcPts val="600"/>
              </a:spcAft>
            </a:pPr>
            <a:r>
              <a:rPr lang="en-US" sz="1600" dirty="0"/>
              <a:t>8 years</a:t>
            </a:r>
            <a:endParaRPr lang="en-NL" sz="1600" dirty="0" err="1"/>
          </a:p>
        </p:txBody>
      </p:sp>
      <p:sp>
        <p:nvSpPr>
          <p:cNvPr id="25" name="TextBox 24">
            <a:extLst>
              <a:ext uri="{FF2B5EF4-FFF2-40B4-BE49-F238E27FC236}">
                <a16:creationId xmlns:a16="http://schemas.microsoft.com/office/drawing/2014/main" id="{92679892-74EB-3ADD-C270-679698EAD626}"/>
              </a:ext>
            </a:extLst>
          </p:cNvPr>
          <p:cNvSpPr txBox="1"/>
          <p:nvPr/>
        </p:nvSpPr>
        <p:spPr>
          <a:xfrm>
            <a:off x="408555" y="2552734"/>
            <a:ext cx="914400" cy="292218"/>
          </a:xfrm>
          <a:prstGeom prst="rect">
            <a:avLst/>
          </a:prstGeom>
          <a:noFill/>
        </p:spPr>
        <p:txBody>
          <a:bodyPr wrap="none" lIns="0" tIns="0" rIns="0" bIns="0" rtlCol="0">
            <a:noAutofit/>
          </a:bodyPr>
          <a:lstStyle/>
          <a:p>
            <a:pPr algn="l">
              <a:lnSpc>
                <a:spcPct val="90000"/>
              </a:lnSpc>
              <a:spcBef>
                <a:spcPts val="600"/>
              </a:spcBef>
              <a:spcAft>
                <a:spcPts val="600"/>
              </a:spcAft>
            </a:pPr>
            <a:r>
              <a:rPr lang="en-US" sz="1600" dirty="0"/>
              <a:t>Since 2021</a:t>
            </a:r>
            <a:endParaRPr lang="en-NL" sz="1600" dirty="0" err="1"/>
          </a:p>
        </p:txBody>
      </p:sp>
      <p:sp>
        <p:nvSpPr>
          <p:cNvPr id="27" name="TextBox 26">
            <a:extLst>
              <a:ext uri="{FF2B5EF4-FFF2-40B4-BE49-F238E27FC236}">
                <a16:creationId xmlns:a16="http://schemas.microsoft.com/office/drawing/2014/main" id="{BC463650-2DC3-FF30-85A8-C90A941D692B}"/>
              </a:ext>
            </a:extLst>
          </p:cNvPr>
          <p:cNvSpPr txBox="1"/>
          <p:nvPr/>
        </p:nvSpPr>
        <p:spPr>
          <a:xfrm>
            <a:off x="408555" y="4225760"/>
            <a:ext cx="914400" cy="292218"/>
          </a:xfrm>
          <a:prstGeom prst="rect">
            <a:avLst/>
          </a:prstGeom>
          <a:noFill/>
        </p:spPr>
        <p:txBody>
          <a:bodyPr wrap="none" lIns="0" tIns="0" rIns="0" bIns="0" rtlCol="0">
            <a:noAutofit/>
          </a:bodyPr>
          <a:lstStyle/>
          <a:p>
            <a:pPr algn="l">
              <a:lnSpc>
                <a:spcPct val="90000"/>
              </a:lnSpc>
              <a:spcBef>
                <a:spcPts val="600"/>
              </a:spcBef>
              <a:spcAft>
                <a:spcPts val="600"/>
              </a:spcAft>
            </a:pPr>
            <a:r>
              <a:rPr lang="en-US" sz="1600" dirty="0"/>
              <a:t>Since 2021</a:t>
            </a:r>
            <a:endParaRPr lang="en-NL" sz="1600" dirty="0" err="1"/>
          </a:p>
        </p:txBody>
      </p:sp>
      <p:sp>
        <p:nvSpPr>
          <p:cNvPr id="10" name="TextBox 9">
            <a:extLst>
              <a:ext uri="{FF2B5EF4-FFF2-40B4-BE49-F238E27FC236}">
                <a16:creationId xmlns:a16="http://schemas.microsoft.com/office/drawing/2014/main" id="{CB264EBE-4BBB-6606-B5B4-82B55F72AA6C}"/>
              </a:ext>
            </a:extLst>
          </p:cNvPr>
          <p:cNvSpPr txBox="1"/>
          <p:nvPr/>
        </p:nvSpPr>
        <p:spPr>
          <a:xfrm>
            <a:off x="3502062" y="4754737"/>
            <a:ext cx="2593937" cy="396423"/>
          </a:xfrm>
          <a:prstGeom prst="rect">
            <a:avLst/>
          </a:prstGeom>
          <a:noFill/>
        </p:spPr>
        <p:txBody>
          <a:bodyPr wrap="none" lIns="0" tIns="0" rIns="0" bIns="0" rtlCol="0">
            <a:noAutofit/>
          </a:bodyPr>
          <a:lstStyle/>
          <a:p>
            <a:pPr algn="l">
              <a:lnSpc>
                <a:spcPct val="90000"/>
              </a:lnSpc>
              <a:spcBef>
                <a:spcPts val="600"/>
              </a:spcBef>
              <a:spcAft>
                <a:spcPts val="600"/>
              </a:spcAft>
            </a:pPr>
            <a:r>
              <a:rPr lang="en-US" sz="2400" dirty="0">
                <a:effectLst>
                  <a:outerShdw blurRad="38100" dist="38100" dir="2700000" algn="tl">
                    <a:srgbClr val="000000">
                      <a:alpha val="43137"/>
                    </a:srgbClr>
                  </a:outerShdw>
                </a:effectLst>
              </a:rPr>
              <a:t>Quiz: how old am I?</a:t>
            </a:r>
            <a:endParaRPr lang="en-NL" sz="2400" dirty="0" err="1">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67247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3E008-32BD-495F-C5E3-1B34C93F8DD0}"/>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CCDFF12-4EE9-CA89-9511-3D79CC107494}"/>
              </a:ext>
            </a:extLst>
          </p:cNvPr>
          <p:cNvSpPr>
            <a:spLocks noGrp="1"/>
          </p:cNvSpPr>
          <p:nvPr>
            <p:ph idx="1"/>
          </p:nvPr>
        </p:nvSpPr>
        <p:spPr>
          <a:xfrm>
            <a:off x="489317" y="1908317"/>
            <a:ext cx="6038731" cy="4617031"/>
          </a:xfrm>
        </p:spPr>
        <p:txBody>
          <a:bodyPr vert="horz" lIns="91440" tIns="45720" rIns="91440" bIns="45720" rtlCol="0" anchor="t">
            <a:normAutofit/>
          </a:bodyPr>
          <a:lstStyle/>
          <a:p>
            <a:endParaRPr lang="en-US" sz="2400" noProof="0" dirty="0"/>
          </a:p>
          <a:p>
            <a:endParaRPr lang="en-US" sz="2400" noProof="0" dirty="0"/>
          </a:p>
          <a:p>
            <a:endParaRPr lang="en-US" sz="2400" noProof="0" dirty="0"/>
          </a:p>
          <a:p>
            <a:endParaRPr lang="en-US" sz="2400" noProof="0" dirty="0"/>
          </a:p>
          <a:p>
            <a:endParaRPr lang="en-US" noProof="0" dirty="0"/>
          </a:p>
        </p:txBody>
      </p:sp>
      <p:pic>
        <p:nvPicPr>
          <p:cNvPr id="5" name="Picture 4">
            <a:extLst>
              <a:ext uri="{FF2B5EF4-FFF2-40B4-BE49-F238E27FC236}">
                <a16:creationId xmlns:a16="http://schemas.microsoft.com/office/drawing/2014/main" id="{8D67AC35-BD6A-6B7D-1207-ACF90856C499}"/>
              </a:ext>
            </a:extLst>
          </p:cNvPr>
          <p:cNvPicPr>
            <a:picLocks noChangeAspect="1"/>
          </p:cNvPicPr>
          <p:nvPr/>
        </p:nvPicPr>
        <p:blipFill>
          <a:blip r:embed="rId3">
            <a:extLst>
              <a:ext uri="{28A0092B-C50C-407E-A947-70E740481C1C}">
                <a14:useLocalDpi xmlns:a14="http://schemas.microsoft.com/office/drawing/2010/main" val="0"/>
              </a:ext>
            </a:extLst>
          </a:blip>
          <a:srcRect t="9879" r="7263" b="2616"/>
          <a:stretch>
            <a:fillRect/>
          </a:stretch>
        </p:blipFill>
        <p:spPr>
          <a:xfrm>
            <a:off x="7405985" y="65089"/>
            <a:ext cx="4786015" cy="6792911"/>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a:effectLst>
            <a:softEdge rad="127000"/>
          </a:effectLst>
        </p:spPr>
      </p:pic>
      <p:sp>
        <p:nvSpPr>
          <p:cNvPr id="7" name="Content Placeholder 8">
            <a:extLst>
              <a:ext uri="{FF2B5EF4-FFF2-40B4-BE49-F238E27FC236}">
                <a16:creationId xmlns:a16="http://schemas.microsoft.com/office/drawing/2014/main" id="{484A75B7-AD37-0C94-5C73-EAE87C63FD37}"/>
              </a:ext>
            </a:extLst>
          </p:cNvPr>
          <p:cNvSpPr txBox="1">
            <a:spLocks/>
          </p:cNvSpPr>
          <p:nvPr/>
        </p:nvSpPr>
        <p:spPr>
          <a:xfrm>
            <a:off x="521537" y="1892569"/>
            <a:ext cx="4786015" cy="461188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39077" algn="l" defTabSz="914400" rtl="0" eaLnBrk="1" fontAlgn="auto" latinLnBrk="0" hangingPunct="1">
              <a:lnSpc>
                <a:spcPct val="90000"/>
              </a:lnSpc>
              <a:spcBef>
                <a:spcPts val="1000"/>
              </a:spcBef>
              <a:spcAft>
                <a:spcPts val="0"/>
              </a:spcAft>
              <a:buClr>
                <a:prstClr val="black"/>
              </a:buClr>
              <a:buSzPts val="2200"/>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a:ea typeface="+mn-ea"/>
                <a:cs typeface="+mn-cs"/>
              </a:rPr>
              <a:t>Third year Business Analytics student at University of Amsterdam</a:t>
            </a:r>
          </a:p>
          <a:p>
            <a:pPr marL="228600" marR="0" lvl="0" indent="-239077" algn="l" defTabSz="914400" rtl="0" eaLnBrk="1" fontAlgn="auto" latinLnBrk="0" hangingPunct="1">
              <a:lnSpc>
                <a:spcPct val="90000"/>
              </a:lnSpc>
              <a:spcBef>
                <a:spcPts val="1000"/>
              </a:spcBef>
              <a:spcAft>
                <a:spcPts val="0"/>
              </a:spcAft>
              <a:buClr>
                <a:prstClr val="black"/>
              </a:buClr>
              <a:buSzPts val="2200"/>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a:ea typeface="+mn-ea"/>
                <a:cs typeface="+mn-cs"/>
              </a:rPr>
              <a:t>Amsterdam Merit Scholarship Recipient </a:t>
            </a:r>
          </a:p>
          <a:p>
            <a:pPr marL="228600" marR="0" lvl="0" indent="-239077" algn="l" defTabSz="914400" rtl="0" eaLnBrk="1" fontAlgn="auto" latinLnBrk="0" hangingPunct="1">
              <a:lnSpc>
                <a:spcPct val="90000"/>
              </a:lnSpc>
              <a:spcBef>
                <a:spcPts val="1000"/>
              </a:spcBef>
              <a:spcAft>
                <a:spcPts val="0"/>
              </a:spcAft>
              <a:buClr>
                <a:prstClr val="black"/>
              </a:buClr>
              <a:buSzPts val="2200"/>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3" name="Title 2">
            <a:extLst>
              <a:ext uri="{FF2B5EF4-FFF2-40B4-BE49-F238E27FC236}">
                <a16:creationId xmlns:a16="http://schemas.microsoft.com/office/drawing/2014/main" id="{E51ED54E-C763-9E9B-BB21-7D874AF03D50}"/>
              </a:ext>
            </a:extLst>
          </p:cNvPr>
          <p:cNvSpPr>
            <a:spLocks noGrp="1"/>
          </p:cNvSpPr>
          <p:nvPr>
            <p:ph type="title"/>
          </p:nvPr>
        </p:nvSpPr>
        <p:spPr/>
        <p:txBody>
          <a:bodyPr/>
          <a:lstStyle/>
          <a:p>
            <a:r>
              <a:rPr lang="en-US" dirty="0"/>
              <a:t>Do Quynh Anh Ngo</a:t>
            </a:r>
          </a:p>
        </p:txBody>
      </p:sp>
      <p:sp>
        <p:nvSpPr>
          <p:cNvPr id="2" name="Slide Number Placeholder 1">
            <a:extLst>
              <a:ext uri="{FF2B5EF4-FFF2-40B4-BE49-F238E27FC236}">
                <a16:creationId xmlns:a16="http://schemas.microsoft.com/office/drawing/2014/main" id="{5EB65753-42C1-15EE-6632-C4518EA7122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lumMod val="50000"/>
                  </a:prstClr>
                </a:solidFill>
                <a:effectLst/>
                <a:uLnTx/>
                <a:uFillTx/>
                <a:latin typeface="Times New Roman"/>
                <a:ea typeface="+mn-ea"/>
                <a:cs typeface="+mn-cs"/>
              </a:rPr>
              <a:t>4</a:t>
            </a:r>
          </a:p>
        </p:txBody>
      </p:sp>
      <p:sp>
        <p:nvSpPr>
          <p:cNvPr id="4" name="Footer Placeholder 3">
            <a:extLst>
              <a:ext uri="{FF2B5EF4-FFF2-40B4-BE49-F238E27FC236}">
                <a16:creationId xmlns:a16="http://schemas.microsoft.com/office/drawing/2014/main" id="{BA1101CD-A2BA-735C-035F-BD182E23BD0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50000"/>
                  </a:prstClr>
                </a:solidFill>
                <a:effectLst/>
                <a:uLnTx/>
                <a:uFillTx/>
                <a:latin typeface="Times New Roman"/>
                <a:ea typeface="+mn-ea"/>
                <a:cs typeface="+mn-cs"/>
              </a:rPr>
              <a:t>Analytics for a Better World, Lecture 1</a:t>
            </a:r>
            <a:endParaRPr kumimoji="0" lang="en-US" sz="1000" b="0" i="0" u="none" strike="noStrike" kern="1200" cap="none" spc="0" normalizeH="0" baseline="0" noProof="0" dirty="0">
              <a:ln>
                <a:noFill/>
              </a:ln>
              <a:solidFill>
                <a:prstClr val="white">
                  <a:lumMod val="50000"/>
                </a:prstClr>
              </a:solidFill>
              <a:effectLst/>
              <a:uLnTx/>
              <a:uFillTx/>
              <a:latin typeface="Times New Roman"/>
              <a:ea typeface="+mn-ea"/>
              <a:cs typeface="+mn-cs"/>
            </a:endParaRPr>
          </a:p>
        </p:txBody>
      </p:sp>
    </p:spTree>
    <p:extLst>
      <p:ext uri="{BB962C8B-B14F-4D97-AF65-F5344CB8AC3E}">
        <p14:creationId xmlns:p14="http://schemas.microsoft.com/office/powerpoint/2010/main" val="3736188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2AC7DF7-6B66-4B42-A9E6-2DFBF6ABA822}"/>
              </a:ext>
            </a:extLst>
          </p:cNvPr>
          <p:cNvSpPr>
            <a:spLocks noGrp="1"/>
          </p:cNvSpPr>
          <p:nvPr>
            <p:ph idx="1"/>
          </p:nvPr>
        </p:nvSpPr>
        <p:spPr>
          <a:xfrm>
            <a:off x="489317" y="1908317"/>
            <a:ext cx="6038731" cy="4617031"/>
          </a:xfrm>
        </p:spPr>
        <p:txBody>
          <a:bodyPr vert="horz" lIns="91440" tIns="45720" rIns="91440" bIns="45720" rtlCol="0" anchor="t">
            <a:normAutofit/>
          </a:bodyPr>
          <a:lstStyle/>
          <a:p>
            <a:endParaRPr lang="en-US" sz="2400" noProof="0" dirty="0"/>
          </a:p>
          <a:p>
            <a:endParaRPr lang="en-US" sz="2400" noProof="0" dirty="0"/>
          </a:p>
          <a:p>
            <a:endParaRPr lang="en-US" sz="2400" noProof="0" dirty="0"/>
          </a:p>
          <a:p>
            <a:endParaRPr lang="en-US" sz="2400" noProof="0" dirty="0"/>
          </a:p>
          <a:p>
            <a:endParaRPr lang="en-US" noProof="0" dirty="0"/>
          </a:p>
        </p:txBody>
      </p:sp>
      <p:pic>
        <p:nvPicPr>
          <p:cNvPr id="5" name="Picture 4">
            <a:extLst>
              <a:ext uri="{FF2B5EF4-FFF2-40B4-BE49-F238E27FC236}">
                <a16:creationId xmlns:a16="http://schemas.microsoft.com/office/drawing/2014/main" id="{0C90EC4B-5976-1871-AC6B-31A7468EA349}"/>
              </a:ext>
            </a:extLst>
          </p:cNvPr>
          <p:cNvPicPr>
            <a:picLocks noChangeAspect="1"/>
          </p:cNvPicPr>
          <p:nvPr/>
        </p:nvPicPr>
        <p:blipFill>
          <a:blip r:embed="rId3">
            <a:extLst>
              <a:ext uri="{28A0092B-C50C-407E-A947-70E740481C1C}">
                <a14:useLocalDpi xmlns:a14="http://schemas.microsoft.com/office/drawing/2010/main" val="0"/>
              </a:ext>
            </a:extLst>
          </a:blip>
          <a:srcRect r="25417"/>
          <a:stretch>
            <a:fillRect/>
          </a:stretch>
        </p:blipFill>
        <p:spPr>
          <a:xfrm>
            <a:off x="7405985" y="65089"/>
            <a:ext cx="4786015" cy="6792911"/>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a:effectLst>
            <a:softEdge rad="127000"/>
          </a:effectLst>
        </p:spPr>
      </p:pic>
      <p:sp>
        <p:nvSpPr>
          <p:cNvPr id="7" name="Content Placeholder 8">
            <a:extLst>
              <a:ext uri="{FF2B5EF4-FFF2-40B4-BE49-F238E27FC236}">
                <a16:creationId xmlns:a16="http://schemas.microsoft.com/office/drawing/2014/main" id="{1F7B4555-E5B0-5131-0056-BCAA0021A8E1}"/>
              </a:ext>
            </a:extLst>
          </p:cNvPr>
          <p:cNvSpPr txBox="1">
            <a:spLocks/>
          </p:cNvSpPr>
          <p:nvPr/>
        </p:nvSpPr>
        <p:spPr>
          <a:xfrm>
            <a:off x="521537" y="1892569"/>
            <a:ext cx="4786015" cy="461188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39077" algn="l" defTabSz="914400" rtl="0" eaLnBrk="1" fontAlgn="auto" latinLnBrk="0" hangingPunct="1">
              <a:lnSpc>
                <a:spcPct val="90000"/>
              </a:lnSpc>
              <a:spcBef>
                <a:spcPts val="1000"/>
              </a:spcBef>
              <a:spcAft>
                <a:spcPts val="0"/>
              </a:spcAft>
              <a:buClr>
                <a:prstClr val="black"/>
              </a:buClr>
              <a:buSzPts val="2200"/>
              <a:buFont typeface="Arial" panose="020B0604020202020204" pitchFamily="34" charset="0"/>
              <a:buChar char="•"/>
              <a:tabLst/>
              <a:defRPr/>
            </a:pPr>
            <a:r>
              <a:rPr kumimoji="0" lang="en-US" sz="2400" b="0" i="0" u="none" strike="noStrike" kern="1200" cap="none" spc="0" normalizeH="0" baseline="0" noProof="0">
                <a:ln>
                  <a:noFill/>
                </a:ln>
                <a:solidFill>
                  <a:prstClr val="black"/>
                </a:solidFill>
                <a:effectLst/>
                <a:uLnTx/>
                <a:uFillTx/>
                <a:latin typeface="Times New Roman"/>
                <a:ea typeface="+mn-ea"/>
                <a:cs typeface="+mn-cs"/>
              </a:rPr>
              <a:t>Business </a:t>
            </a:r>
            <a:r>
              <a:rPr kumimoji="0" lang="en-US" sz="2400" b="0" i="0" u="none" strike="noStrike" kern="1200" cap="none" spc="0" normalizeH="0" baseline="0" noProof="0" dirty="0">
                <a:ln>
                  <a:noFill/>
                </a:ln>
                <a:solidFill>
                  <a:prstClr val="black"/>
                </a:solidFill>
                <a:effectLst/>
                <a:uLnTx/>
                <a:uFillTx/>
                <a:latin typeface="Times New Roman"/>
                <a:ea typeface="+mn-ea"/>
                <a:cs typeface="+mn-cs"/>
              </a:rPr>
              <a:t>Analytics student at University of Amsterdam</a:t>
            </a:r>
          </a:p>
          <a:p>
            <a:pPr indent="-239077">
              <a:buClr>
                <a:prstClr val="black"/>
              </a:buClr>
              <a:buSzPts val="2200"/>
              <a:defRPr/>
            </a:pPr>
            <a:r>
              <a:rPr lang="en-US" sz="2400" dirty="0">
                <a:solidFill>
                  <a:prstClr val="black"/>
                </a:solidFill>
              </a:rPr>
              <a:t>Minor Communication Science at University of Amsterdam </a:t>
            </a:r>
            <a:endParaRPr kumimoji="0" lang="en-US" sz="2400" b="0" i="0" u="none" strike="noStrike" kern="1200" cap="none" spc="0" normalizeH="0" baseline="0" noProof="0" dirty="0">
              <a:ln>
                <a:noFill/>
              </a:ln>
              <a:solidFill>
                <a:prstClr val="black"/>
              </a:solidFill>
              <a:effectLst/>
              <a:uLnTx/>
              <a:uFillTx/>
              <a:latin typeface="Times New Roman"/>
              <a:ea typeface="+mn-ea"/>
              <a:cs typeface="+mn-cs"/>
            </a:endParaRPr>
          </a:p>
          <a:p>
            <a:pPr marL="228600" marR="0" lvl="0" indent="-239077" algn="l" defTabSz="914400" rtl="0" eaLnBrk="1" fontAlgn="auto" latinLnBrk="0" hangingPunct="1">
              <a:lnSpc>
                <a:spcPct val="90000"/>
              </a:lnSpc>
              <a:spcBef>
                <a:spcPts val="1000"/>
              </a:spcBef>
              <a:spcAft>
                <a:spcPts val="0"/>
              </a:spcAft>
              <a:buClr>
                <a:prstClr val="black"/>
              </a:buClr>
              <a:buSzPts val="2200"/>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a:ea typeface="+mn-ea"/>
                <a:cs typeface="+mn-cs"/>
              </a:rPr>
              <a:t>Second year as a TA for Analytics for a Better World</a:t>
            </a:r>
          </a:p>
          <a:p>
            <a:pPr marL="228600" marR="0" lvl="0" indent="-239077" algn="l" defTabSz="914400" rtl="0" eaLnBrk="1" fontAlgn="auto" latinLnBrk="0" hangingPunct="1">
              <a:lnSpc>
                <a:spcPct val="90000"/>
              </a:lnSpc>
              <a:spcBef>
                <a:spcPts val="1000"/>
              </a:spcBef>
              <a:spcAft>
                <a:spcPts val="0"/>
              </a:spcAft>
              <a:buClr>
                <a:prstClr val="black"/>
              </a:buClr>
              <a:buSzPts val="2200"/>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3" name="Title 2">
            <a:extLst>
              <a:ext uri="{FF2B5EF4-FFF2-40B4-BE49-F238E27FC236}">
                <a16:creationId xmlns:a16="http://schemas.microsoft.com/office/drawing/2014/main" id="{7F27C153-D6BC-F14F-84A8-E85B588E51FC}"/>
              </a:ext>
            </a:extLst>
          </p:cNvPr>
          <p:cNvSpPr>
            <a:spLocks noGrp="1"/>
          </p:cNvSpPr>
          <p:nvPr>
            <p:ph type="title"/>
          </p:nvPr>
        </p:nvSpPr>
        <p:spPr/>
        <p:txBody>
          <a:bodyPr/>
          <a:lstStyle/>
          <a:p>
            <a:r>
              <a:rPr lang="en-US" dirty="0"/>
              <a:t>Lars Boon</a:t>
            </a:r>
          </a:p>
        </p:txBody>
      </p:sp>
      <p:sp>
        <p:nvSpPr>
          <p:cNvPr id="2" name="Slide Number Placeholder 1">
            <a:extLst>
              <a:ext uri="{FF2B5EF4-FFF2-40B4-BE49-F238E27FC236}">
                <a16:creationId xmlns:a16="http://schemas.microsoft.com/office/drawing/2014/main" id="{2E5FAE08-1AC1-8E64-E245-2A5B6773BF9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white">
                  <a:lumMod val="50000"/>
                </a:prstClr>
              </a:solidFill>
              <a:effectLst/>
              <a:uLnTx/>
              <a:uFillTx/>
              <a:latin typeface="Times New Roman"/>
              <a:ea typeface="+mn-ea"/>
              <a:cs typeface="+mn-cs"/>
            </a:endParaRPr>
          </a:p>
        </p:txBody>
      </p:sp>
      <p:sp>
        <p:nvSpPr>
          <p:cNvPr id="4" name="Footer Placeholder 3">
            <a:extLst>
              <a:ext uri="{FF2B5EF4-FFF2-40B4-BE49-F238E27FC236}">
                <a16:creationId xmlns:a16="http://schemas.microsoft.com/office/drawing/2014/main" id="{AB74FF43-7985-0862-2925-E37F90136F7A}"/>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50000"/>
                  </a:prstClr>
                </a:solidFill>
                <a:effectLst/>
                <a:uLnTx/>
                <a:uFillTx/>
                <a:latin typeface="Times New Roman"/>
                <a:ea typeface="+mn-ea"/>
                <a:cs typeface="+mn-cs"/>
              </a:rPr>
              <a:t>Analytics for a Better World, Lecture 1</a:t>
            </a:r>
            <a:endParaRPr kumimoji="0" lang="en-US" sz="1000" b="0" i="0" u="none" strike="noStrike" kern="1200" cap="none" spc="0" normalizeH="0" baseline="0" noProof="0" dirty="0">
              <a:ln>
                <a:noFill/>
              </a:ln>
              <a:solidFill>
                <a:prstClr val="white">
                  <a:lumMod val="50000"/>
                </a:prstClr>
              </a:solidFill>
              <a:effectLst/>
              <a:uLnTx/>
              <a:uFillTx/>
              <a:latin typeface="Times New Roman"/>
              <a:ea typeface="+mn-ea"/>
              <a:cs typeface="+mn-cs"/>
            </a:endParaRPr>
          </a:p>
        </p:txBody>
      </p:sp>
    </p:spTree>
    <p:extLst>
      <p:ext uri="{BB962C8B-B14F-4D97-AF65-F5344CB8AC3E}">
        <p14:creationId xmlns:p14="http://schemas.microsoft.com/office/powerpoint/2010/main" val="354452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CA4B71-34C4-419D-BAA6-AAB0FF6E185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498241" y="23830"/>
            <a:ext cx="4693759" cy="6916111"/>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a:effectLst>
            <a:softEdge rad="127000"/>
          </a:effectLst>
        </p:spPr>
      </p:pic>
      <p:sp>
        <p:nvSpPr>
          <p:cNvPr id="14" name="Google Shape;125;g2f5d9177304_0_0">
            <a:extLst>
              <a:ext uri="{FF2B5EF4-FFF2-40B4-BE49-F238E27FC236}">
                <a16:creationId xmlns:a16="http://schemas.microsoft.com/office/drawing/2014/main" id="{3744471E-DB19-8606-02C2-573419B1E10B}"/>
              </a:ext>
            </a:extLst>
          </p:cNvPr>
          <p:cNvSpPr txBox="1">
            <a:spLocks/>
          </p:cNvSpPr>
          <p:nvPr/>
        </p:nvSpPr>
        <p:spPr>
          <a:xfrm>
            <a:off x="456153" y="1628800"/>
            <a:ext cx="6254400" cy="4617000"/>
          </a:xfrm>
          <a:prstGeom prst="rect">
            <a:avLst/>
          </a:prstGeom>
          <a:noFill/>
          <a:ln>
            <a:noFill/>
          </a:ln>
        </p:spPr>
        <p:txBody>
          <a:bodyPr spcFirstLastPara="1" vert="horz" wrap="square" lIns="91425" tIns="45700" rIns="91425" bIns="457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0" indent="-228600" algn="l" defTabSz="914400" rtl="0" eaLnBrk="1" latinLnBrk="0" hangingPunct="1">
              <a:lnSpc>
                <a:spcPct val="9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39077" algn="l" defTabSz="914400" rtl="0" eaLnBrk="1" fontAlgn="auto" latinLnBrk="0" hangingPunct="1">
              <a:lnSpc>
                <a:spcPct val="90000"/>
              </a:lnSpc>
              <a:spcBef>
                <a:spcPts val="1000"/>
              </a:spcBef>
              <a:spcAft>
                <a:spcPts val="0"/>
              </a:spcAft>
              <a:buClr>
                <a:prstClr val="black"/>
              </a:buClr>
              <a:buSzPts val="2200"/>
              <a:buFont typeface="Arial" panose="020B0604020202020204" pitchFamily="34" charset="0"/>
              <a:buChar char="•"/>
              <a:tabLst/>
              <a:defRPr/>
            </a:pPr>
            <a:r>
              <a:rPr lang="en-US" sz="2200" dirty="0">
                <a:solidFill>
                  <a:prstClr val="black"/>
                </a:solidFill>
                <a:latin typeface="Times New Roman"/>
              </a:rPr>
              <a:t>Second</a:t>
            </a:r>
            <a:r>
              <a:rPr kumimoji="0" lang="en-US" sz="2200" b="0" i="0" u="none" strike="noStrike" kern="1200" cap="none" spc="0" normalizeH="0" baseline="0" noProof="0" dirty="0">
                <a:ln>
                  <a:noFill/>
                </a:ln>
                <a:solidFill>
                  <a:prstClr val="black"/>
                </a:solidFill>
                <a:effectLst/>
                <a:uLnTx/>
                <a:uFillTx/>
                <a:latin typeface="Times New Roman"/>
                <a:ea typeface="+mn-ea"/>
                <a:cs typeface="+mn-cs"/>
              </a:rPr>
              <a:t> year </a:t>
            </a:r>
            <a:r>
              <a:rPr kumimoji="0" lang="en-US" sz="2200" b="0" i="0" u="none" strike="noStrike" kern="1200" cap="none" spc="0" normalizeH="0" baseline="0" noProof="0" dirty="0" err="1">
                <a:ln>
                  <a:noFill/>
                </a:ln>
                <a:solidFill>
                  <a:prstClr val="black"/>
                </a:solidFill>
                <a:effectLst/>
                <a:uLnTx/>
                <a:uFillTx/>
                <a:latin typeface="Times New Roman"/>
                <a:ea typeface="+mn-ea"/>
                <a:cs typeface="+mn-cs"/>
              </a:rPr>
              <a:t>Mphil</a:t>
            </a:r>
            <a:r>
              <a:rPr kumimoji="0" lang="en-US" sz="2200" b="0" i="0" u="none" strike="noStrike" kern="1200" cap="none" spc="0" normalizeH="0" baseline="0" noProof="0" dirty="0">
                <a:ln>
                  <a:noFill/>
                </a:ln>
                <a:solidFill>
                  <a:prstClr val="black"/>
                </a:solidFill>
                <a:effectLst/>
                <a:uLnTx/>
                <a:uFillTx/>
                <a:latin typeface="Times New Roman"/>
                <a:ea typeface="+mn-ea"/>
                <a:cs typeface="+mn-cs"/>
              </a:rPr>
              <a:t> student Business Data Science at Tinbergen Institute focusing on Econometrics and Machine Learning methods</a:t>
            </a:r>
          </a:p>
          <a:p>
            <a:pPr marL="228600" marR="0" lvl="0" indent="-239077" algn="l" defTabSz="914400" rtl="0" eaLnBrk="1" fontAlgn="auto" latinLnBrk="0" hangingPunct="1">
              <a:lnSpc>
                <a:spcPct val="90000"/>
              </a:lnSpc>
              <a:spcBef>
                <a:spcPts val="1000"/>
              </a:spcBef>
              <a:spcAft>
                <a:spcPts val="0"/>
              </a:spcAft>
              <a:buClr>
                <a:prstClr val="black"/>
              </a:buClr>
              <a:buSzPts val="2200"/>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imes New Roman"/>
                <a:ea typeface="+mn-ea"/>
                <a:cs typeface="+mn-cs"/>
              </a:rPr>
              <a:t>BSc Business Analytics at </a:t>
            </a:r>
            <a:r>
              <a:rPr kumimoji="0" lang="en-US" sz="2200" b="0" i="0" u="none" strike="noStrike" kern="1200" cap="none" spc="0" normalizeH="0" baseline="0" noProof="0" dirty="0" err="1">
                <a:ln>
                  <a:noFill/>
                </a:ln>
                <a:solidFill>
                  <a:prstClr val="black"/>
                </a:solidFill>
                <a:effectLst/>
                <a:uLnTx/>
                <a:uFillTx/>
                <a:latin typeface="Times New Roman"/>
                <a:ea typeface="+mn-ea"/>
                <a:cs typeface="+mn-cs"/>
              </a:rPr>
              <a:t>UvA</a:t>
            </a:r>
            <a:endParaRPr kumimoji="0" lang="en-US" sz="2200" b="0" i="0" u="none" strike="noStrike" kern="1200" cap="none" spc="0" normalizeH="0" baseline="0" noProof="0" dirty="0">
              <a:ln>
                <a:noFill/>
              </a:ln>
              <a:solidFill>
                <a:prstClr val="black"/>
              </a:solidFill>
              <a:effectLst/>
              <a:uLnTx/>
              <a:uFillTx/>
              <a:latin typeface="Times New Roman"/>
              <a:ea typeface="+mn-ea"/>
              <a:cs typeface="+mn-cs"/>
            </a:endParaRPr>
          </a:p>
          <a:p>
            <a:pPr marL="228600" marR="0" lvl="0" indent="-239077" algn="l" defTabSz="914400" rtl="0" eaLnBrk="1" fontAlgn="auto" latinLnBrk="0" hangingPunct="1">
              <a:lnSpc>
                <a:spcPct val="90000"/>
              </a:lnSpc>
              <a:spcBef>
                <a:spcPts val="1000"/>
              </a:spcBef>
              <a:spcAft>
                <a:spcPts val="0"/>
              </a:spcAft>
              <a:buClr>
                <a:prstClr val="black"/>
              </a:buClr>
              <a:buSzPts val="2200"/>
              <a:buFont typeface="Arial" panose="020B0604020202020204" pitchFamily="34" charset="0"/>
              <a:buChar char="•"/>
              <a:tabLst/>
              <a:defRPr/>
            </a:pPr>
            <a:r>
              <a:rPr lang="en-US" sz="2200" dirty="0">
                <a:solidFill>
                  <a:prstClr val="black"/>
                </a:solidFill>
                <a:latin typeface="Times New Roman"/>
              </a:rPr>
              <a:t>Third </a:t>
            </a:r>
            <a:r>
              <a:rPr kumimoji="0" lang="en-US" sz="2200" b="0" i="0" u="none" strike="noStrike" kern="1200" cap="none" spc="0" normalizeH="0" baseline="0" noProof="0" dirty="0">
                <a:ln>
                  <a:noFill/>
                </a:ln>
                <a:solidFill>
                  <a:prstClr val="black"/>
                </a:solidFill>
                <a:effectLst/>
                <a:uLnTx/>
                <a:uFillTx/>
                <a:latin typeface="Times New Roman"/>
                <a:ea typeface="+mn-ea"/>
                <a:cs typeface="+mn-cs"/>
              </a:rPr>
              <a:t>year as a TA for Analytics for a Better World</a:t>
            </a:r>
          </a:p>
          <a:p>
            <a:pPr marL="228600" marR="0" lvl="0" indent="-239077" algn="l" defTabSz="914400" rtl="0" eaLnBrk="1" fontAlgn="auto" latinLnBrk="0" hangingPunct="1">
              <a:lnSpc>
                <a:spcPct val="90000"/>
              </a:lnSpc>
              <a:spcBef>
                <a:spcPts val="1000"/>
              </a:spcBef>
              <a:spcAft>
                <a:spcPts val="0"/>
              </a:spcAft>
              <a:buClr>
                <a:prstClr val="black"/>
              </a:buClr>
              <a:buSzPts val="2200"/>
              <a:buFont typeface="Arial" panose="020B0604020202020204" pitchFamily="34" charset="0"/>
              <a:buChar char="•"/>
              <a:tabLst/>
              <a:defRPr/>
            </a:pPr>
            <a:r>
              <a:rPr lang="en-US" sz="2200" dirty="0">
                <a:solidFill>
                  <a:prstClr val="black"/>
                </a:solidFill>
                <a:latin typeface="Times New Roman"/>
              </a:rPr>
              <a:t>Research Intern at Erasmus Department of Econometrics</a:t>
            </a:r>
          </a:p>
          <a:p>
            <a:pPr marL="228600" marR="0" lvl="0" indent="-239077" algn="l" defTabSz="914400" rtl="0" eaLnBrk="1" fontAlgn="auto" latinLnBrk="0" hangingPunct="1">
              <a:lnSpc>
                <a:spcPct val="90000"/>
              </a:lnSpc>
              <a:spcBef>
                <a:spcPts val="1000"/>
              </a:spcBef>
              <a:spcAft>
                <a:spcPts val="0"/>
              </a:spcAft>
              <a:buClr>
                <a:prstClr val="black"/>
              </a:buClr>
              <a:buSzPts val="2200"/>
              <a:buFont typeface="Arial" panose="020B0604020202020204" pitchFamily="34" charset="0"/>
              <a:buChar char="•"/>
              <a:tabLst/>
              <a:defRPr/>
            </a:pPr>
            <a:r>
              <a:rPr lang="en-US" sz="2200" dirty="0">
                <a:solidFill>
                  <a:prstClr val="black"/>
                </a:solidFill>
                <a:latin typeface="Times New Roman"/>
              </a:rPr>
              <a:t>Research Assistant at Frankfurt School of Finance and Management</a:t>
            </a:r>
          </a:p>
          <a:p>
            <a:pPr marL="228600" marR="0" lvl="0" indent="-239077" algn="l" defTabSz="914400" rtl="0" eaLnBrk="1" fontAlgn="auto" latinLnBrk="0" hangingPunct="1">
              <a:lnSpc>
                <a:spcPct val="90000"/>
              </a:lnSpc>
              <a:spcBef>
                <a:spcPts val="1000"/>
              </a:spcBef>
              <a:spcAft>
                <a:spcPts val="0"/>
              </a:spcAft>
              <a:buClr>
                <a:prstClr val="black"/>
              </a:buClr>
              <a:buSzPts val="220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4" name="Title 3">
            <a:extLst>
              <a:ext uri="{FF2B5EF4-FFF2-40B4-BE49-F238E27FC236}">
                <a16:creationId xmlns:a16="http://schemas.microsoft.com/office/drawing/2014/main" id="{81045005-9D2E-2239-343E-9234F65B89BB}"/>
              </a:ext>
            </a:extLst>
          </p:cNvPr>
          <p:cNvSpPr>
            <a:spLocks noGrp="1"/>
          </p:cNvSpPr>
          <p:nvPr>
            <p:ph type="title"/>
          </p:nvPr>
        </p:nvSpPr>
        <p:spPr/>
        <p:txBody>
          <a:bodyPr/>
          <a:lstStyle/>
          <a:p>
            <a:r>
              <a:rPr lang="en-US" dirty="0"/>
              <a:t>Mats van der </a:t>
            </a:r>
            <a:r>
              <a:rPr lang="en-US" dirty="0" err="1"/>
              <a:t>Vlugt</a:t>
            </a:r>
            <a:endParaRPr lang="en-US" dirty="0"/>
          </a:p>
        </p:txBody>
      </p:sp>
      <p:sp>
        <p:nvSpPr>
          <p:cNvPr id="5" name="Footer Placeholder 4">
            <a:extLst>
              <a:ext uri="{FF2B5EF4-FFF2-40B4-BE49-F238E27FC236}">
                <a16:creationId xmlns:a16="http://schemas.microsoft.com/office/drawing/2014/main" id="{8BBAD2AE-9258-994E-FDC7-48A7A6795E7C}"/>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50000"/>
                  </a:prstClr>
                </a:solidFill>
                <a:effectLst/>
                <a:uLnTx/>
                <a:uFillTx/>
                <a:latin typeface="Times New Roman"/>
                <a:ea typeface="+mn-ea"/>
                <a:cs typeface="+mn-cs"/>
              </a:rPr>
              <a:t>Analytics for a Better World, Lecture 1</a:t>
            </a:r>
            <a:endParaRPr kumimoji="0" lang="nl-NL" sz="1000" b="0" i="0" u="none" strike="noStrike" kern="1200" cap="none" spc="0" normalizeH="0" baseline="0" noProof="0">
              <a:ln>
                <a:noFill/>
              </a:ln>
              <a:solidFill>
                <a:prstClr val="white">
                  <a:lumMod val="50000"/>
                </a:prstClr>
              </a:solidFill>
              <a:effectLst/>
              <a:uLnTx/>
              <a:uFillTx/>
              <a:latin typeface="Times New Roman"/>
              <a:ea typeface="+mn-ea"/>
              <a:cs typeface="+mn-cs"/>
            </a:endParaRPr>
          </a:p>
        </p:txBody>
      </p:sp>
      <p:sp>
        <p:nvSpPr>
          <p:cNvPr id="6" name="Slide Number Placeholder 5">
            <a:extLst>
              <a:ext uri="{FF2B5EF4-FFF2-40B4-BE49-F238E27FC236}">
                <a16:creationId xmlns:a16="http://schemas.microsoft.com/office/drawing/2014/main" id="{2C4F9BBE-A03B-F201-3B17-4046C1E8371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B5DC5B-6873-43DB-ADC7-B15ACCE0DFDB}" type="slidenum">
              <a:rPr kumimoji="0" lang="nl-NL" sz="1000" b="1" i="0" u="none" strike="noStrike" kern="1200" cap="none" spc="0" normalizeH="0" baseline="0" noProof="0" smtClean="0">
                <a:ln>
                  <a:noFill/>
                </a:ln>
                <a:solidFill>
                  <a:prstClr val="white">
                    <a:lumMod val="50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nl-NL" sz="1000" b="1" i="0" u="none" strike="noStrike" kern="1200" cap="none" spc="0" normalizeH="0" baseline="0" noProof="0">
              <a:ln>
                <a:noFill/>
              </a:ln>
              <a:solidFill>
                <a:prstClr val="white">
                  <a:lumMod val="50000"/>
                </a:prstClr>
              </a:solidFill>
              <a:effectLst/>
              <a:uLnTx/>
              <a:uFillTx/>
              <a:latin typeface="Times New Roman"/>
              <a:ea typeface="+mn-ea"/>
              <a:cs typeface="+mn-cs"/>
            </a:endParaRPr>
          </a:p>
        </p:txBody>
      </p:sp>
    </p:spTree>
    <p:extLst>
      <p:ext uri="{BB962C8B-B14F-4D97-AF65-F5344CB8AC3E}">
        <p14:creationId xmlns:p14="http://schemas.microsoft.com/office/powerpoint/2010/main" val="4232953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2AC7DF7-6B66-4B42-A9E6-2DFBF6ABA822}"/>
              </a:ext>
            </a:extLst>
          </p:cNvPr>
          <p:cNvSpPr>
            <a:spLocks noGrp="1"/>
          </p:cNvSpPr>
          <p:nvPr>
            <p:ph idx="1"/>
          </p:nvPr>
        </p:nvSpPr>
        <p:spPr>
          <a:xfrm>
            <a:off x="489317" y="1908317"/>
            <a:ext cx="6038731" cy="4617031"/>
          </a:xfrm>
        </p:spPr>
        <p:txBody>
          <a:bodyPr vert="horz" lIns="91440" tIns="45720" rIns="91440" bIns="45720" rtlCol="0" anchor="t">
            <a:normAutofit/>
          </a:bodyPr>
          <a:lstStyle/>
          <a:p>
            <a:endParaRPr lang="en-US" sz="2400" noProof="0" dirty="0"/>
          </a:p>
          <a:p>
            <a:endParaRPr lang="en-US" sz="2400" noProof="0" dirty="0"/>
          </a:p>
          <a:p>
            <a:endParaRPr lang="en-US" sz="2400" noProof="0" dirty="0"/>
          </a:p>
          <a:p>
            <a:endParaRPr lang="en-US" sz="2400" noProof="0" dirty="0"/>
          </a:p>
          <a:p>
            <a:endParaRPr lang="en-US" noProof="0" dirty="0"/>
          </a:p>
        </p:txBody>
      </p:sp>
      <p:pic>
        <p:nvPicPr>
          <p:cNvPr id="5" name="Picture 4" descr="A person with glasses and a white shirt&#10;&#10;Description automatically generated">
            <a:extLst>
              <a:ext uri="{FF2B5EF4-FFF2-40B4-BE49-F238E27FC236}">
                <a16:creationId xmlns:a16="http://schemas.microsoft.com/office/drawing/2014/main" id="{0C90EC4B-5976-1871-AC6B-31A7468EA349}"/>
              </a:ext>
            </a:extLst>
          </p:cNvPr>
          <p:cNvPicPr>
            <a:picLocks noChangeAspect="1"/>
          </p:cNvPicPr>
          <p:nvPr/>
        </p:nvPicPr>
        <p:blipFill rotWithShape="1">
          <a:blip r:embed="rId3"/>
          <a:srcRect/>
          <a:stretch/>
        </p:blipFill>
        <p:spPr>
          <a:xfrm>
            <a:off x="5935641" y="-141394"/>
            <a:ext cx="6417018" cy="7140796"/>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a:effectLst>
            <a:softEdge rad="127000"/>
          </a:effectLst>
        </p:spPr>
      </p:pic>
      <p:sp>
        <p:nvSpPr>
          <p:cNvPr id="7" name="Content Placeholder 8">
            <a:extLst>
              <a:ext uri="{FF2B5EF4-FFF2-40B4-BE49-F238E27FC236}">
                <a16:creationId xmlns:a16="http://schemas.microsoft.com/office/drawing/2014/main" id="{1F7B4555-E5B0-5131-0056-BCAA0021A8E1}"/>
              </a:ext>
            </a:extLst>
          </p:cNvPr>
          <p:cNvSpPr txBox="1">
            <a:spLocks/>
          </p:cNvSpPr>
          <p:nvPr/>
        </p:nvSpPr>
        <p:spPr>
          <a:xfrm>
            <a:off x="521537" y="1892569"/>
            <a:ext cx="5574463" cy="4611883"/>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defRPr/>
            </a:pPr>
            <a:r>
              <a:rPr lang="en-US" sz="2400" dirty="0"/>
              <a:t>Junior Lecturer in Business Analytics, University of Amsterdam</a:t>
            </a:r>
            <a:endParaRPr kumimoji="0" lang="en-US" sz="2400" b="0" i="0" u="none" strike="noStrike" kern="1200" cap="none" spc="0" normalizeH="0" baseline="0" noProof="0" dirty="0">
              <a:ln>
                <a:noFill/>
              </a:ln>
              <a:solidFill>
                <a:prstClr val="black"/>
              </a:solidFill>
              <a:effectLst/>
              <a:uLnTx/>
              <a:uFillTx/>
              <a:latin typeface="Times New Roman"/>
              <a:ea typeface="+mn-ea"/>
              <a:cs typeface="+mn-cs"/>
            </a:endParaRPr>
          </a:p>
          <a:p>
            <a:pPr lvl="0">
              <a:lnSpc>
                <a:spcPct val="110000"/>
              </a:lnSpc>
              <a:defRPr/>
            </a:pPr>
            <a:r>
              <a:rPr kumimoji="0" lang="en-US" sz="2400" b="0" i="0" u="none" strike="noStrike" kern="1200" cap="none" spc="0" normalizeH="0" baseline="0" noProof="0" dirty="0">
                <a:ln>
                  <a:noFill/>
                </a:ln>
                <a:solidFill>
                  <a:prstClr val="black"/>
                </a:solidFill>
                <a:effectLst/>
                <a:uLnTx/>
                <a:uFillTx/>
                <a:latin typeface="Times New Roman"/>
                <a:ea typeface="+mn-ea"/>
                <a:cs typeface="+mn-cs"/>
              </a:rPr>
              <a:t>MSc Data Science &amp; Business Analytics Graduate (Data Science Track</a:t>
            </a:r>
            <a:r>
              <a:rPr lang="en-US" sz="2400" dirty="0">
                <a:solidFill>
                  <a:prstClr val="black"/>
                </a:solidFill>
              </a:rPr>
              <a:t>), </a:t>
            </a:r>
            <a:r>
              <a:rPr lang="en-US" sz="2400" dirty="0" err="1">
                <a:solidFill>
                  <a:prstClr val="black"/>
                </a:solidFill>
              </a:rPr>
              <a:t>UvA</a:t>
            </a:r>
            <a:r>
              <a:rPr lang="en-US" sz="2400" dirty="0">
                <a:solidFill>
                  <a:prstClr val="black"/>
                </a:solidFill>
              </a:rPr>
              <a:t> </a:t>
            </a:r>
            <a:endParaRPr kumimoji="0" lang="en-US" sz="2400" b="0" i="0" u="none" strike="noStrike" kern="1200" cap="none" spc="0" normalizeH="0" baseline="0" noProof="0" dirty="0">
              <a:ln>
                <a:noFill/>
              </a:ln>
              <a:solidFill>
                <a:prstClr val="black"/>
              </a:solidFill>
              <a:effectLst/>
              <a:uLnTx/>
              <a:uFillTx/>
              <a:latin typeface="Times New Roman"/>
              <a:ea typeface="+mn-ea"/>
              <a:cs typeface="+mn-cs"/>
            </a:endParaRPr>
          </a:p>
          <a:p>
            <a:pPr lvl="0">
              <a:lnSpc>
                <a:spcPct val="110000"/>
              </a:lnSpc>
              <a:defRPr/>
            </a:pPr>
            <a:r>
              <a:rPr kumimoji="0" lang="en-US" sz="2400" b="0" i="0" u="none" strike="noStrike" kern="1200" cap="none" spc="0" normalizeH="0" baseline="0" noProof="0" dirty="0">
                <a:ln>
                  <a:noFill/>
                </a:ln>
                <a:solidFill>
                  <a:prstClr val="black"/>
                </a:solidFill>
                <a:effectLst/>
                <a:uLnTx/>
                <a:uFillTx/>
                <a:latin typeface="Times New Roman"/>
                <a:ea typeface="+mn-ea"/>
                <a:cs typeface="+mn-cs"/>
              </a:rPr>
              <a:t>BSc Business Analytics Graduate (Honors </a:t>
            </a:r>
            <a:r>
              <a:rPr kumimoji="0" lang="en-US" sz="2400" b="0" i="0" u="none" strike="noStrike" kern="1200" cap="none" spc="0" normalizeH="0" baseline="0" noProof="0" dirty="0" err="1">
                <a:ln>
                  <a:noFill/>
                </a:ln>
                <a:solidFill>
                  <a:prstClr val="black"/>
                </a:solidFill>
                <a:effectLst/>
                <a:uLnTx/>
                <a:uFillTx/>
                <a:latin typeface="Times New Roman"/>
                <a:ea typeface="+mn-ea"/>
                <a:cs typeface="+mn-cs"/>
              </a:rPr>
              <a:t>Programme</a:t>
            </a:r>
            <a:r>
              <a:rPr kumimoji="0" lang="en-US" sz="2400" b="0" i="0" u="none" strike="noStrike" kern="1200" cap="none" spc="0" normalizeH="0" baseline="0" noProof="0" dirty="0">
                <a:ln>
                  <a:noFill/>
                </a:ln>
                <a:solidFill>
                  <a:prstClr val="black"/>
                </a:solidFill>
                <a:effectLst/>
                <a:uLnTx/>
                <a:uFillTx/>
                <a:latin typeface="Times New Roman"/>
                <a:ea typeface="+mn-ea"/>
                <a:cs typeface="+mn-cs"/>
              </a:rPr>
              <a:t>, Cum Laude</a:t>
            </a:r>
            <a:r>
              <a:rPr lang="en-US" sz="2400" dirty="0">
                <a:solidFill>
                  <a:prstClr val="black"/>
                </a:solidFill>
              </a:rPr>
              <a:t>), </a:t>
            </a:r>
            <a:r>
              <a:rPr lang="en-US" sz="2400" dirty="0" err="1">
                <a:solidFill>
                  <a:prstClr val="black"/>
                </a:solidFill>
              </a:rPr>
              <a:t>UvA</a:t>
            </a:r>
            <a:r>
              <a:rPr lang="en-US" sz="2400" dirty="0">
                <a:solidFill>
                  <a:prstClr val="black"/>
                </a:solidFill>
              </a:rPr>
              <a:t> </a:t>
            </a:r>
            <a:endParaRPr kumimoji="0" lang="en-US" sz="2400" b="0" i="0" u="none" strike="noStrike" kern="1200" cap="none" spc="0" normalizeH="0" baseline="0" noProof="0" dirty="0">
              <a:ln>
                <a:noFill/>
              </a:ln>
              <a:solidFill>
                <a:prstClr val="black"/>
              </a:solidFill>
              <a:effectLst/>
              <a:uLnTx/>
              <a:uFillTx/>
              <a:latin typeface="Times New Roman"/>
              <a:ea typeface="+mn-ea"/>
              <a:cs typeface="+mn-cs"/>
            </a:endParaRPr>
          </a:p>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a:ea typeface="+mn-ea"/>
                <a:cs typeface="+mn-cs"/>
              </a:rPr>
              <a:t>Minor Macroeconomics: International and Monetary Economics, </a:t>
            </a:r>
            <a:r>
              <a:rPr kumimoji="0" lang="en-US" sz="2400" b="0" i="0" u="none" strike="noStrike" kern="1200" cap="none" spc="0" normalizeH="0" baseline="0" noProof="0" dirty="0" err="1">
                <a:ln>
                  <a:noFill/>
                </a:ln>
                <a:solidFill>
                  <a:prstClr val="black"/>
                </a:solidFill>
                <a:effectLst/>
                <a:uLnTx/>
                <a:uFillTx/>
                <a:latin typeface="Times New Roman"/>
                <a:ea typeface="+mn-ea"/>
                <a:cs typeface="+mn-cs"/>
              </a:rPr>
              <a:t>UvA</a:t>
            </a:r>
            <a:endParaRPr kumimoji="0" lang="en-US" sz="2400" b="0" i="0" u="none" strike="noStrike" kern="1200" cap="none" spc="0" normalizeH="0" baseline="0" noProof="0" dirty="0">
              <a:ln>
                <a:noFill/>
              </a:ln>
              <a:solidFill>
                <a:prstClr val="black"/>
              </a:solidFill>
              <a:effectLst/>
              <a:uLnTx/>
              <a:uFillTx/>
              <a:latin typeface="Times New Roman"/>
              <a:ea typeface="+mn-ea"/>
              <a:cs typeface="+mn-cs"/>
            </a:endParaRPr>
          </a:p>
          <a:p>
            <a:pPr>
              <a:lnSpc>
                <a:spcPct val="110000"/>
              </a:lnSpc>
              <a:defRPr/>
            </a:pPr>
            <a:r>
              <a:rPr lang="en-US" sz="2400" dirty="0"/>
              <a:t>Previous teaching-assistant experience:</a:t>
            </a:r>
            <a:endParaRPr kumimoji="0" lang="en-US" sz="2400" b="0" i="0" u="none" strike="noStrike" kern="1200" cap="none" spc="0" normalizeH="0" baseline="0" noProof="0" dirty="0">
              <a:ln>
                <a:noFill/>
              </a:ln>
              <a:solidFill>
                <a:prstClr val="black"/>
              </a:solidFill>
              <a:effectLst/>
              <a:uLnTx/>
              <a:uFillTx/>
              <a:latin typeface="Times New Roman"/>
              <a:ea typeface="+mn-ea"/>
              <a:cs typeface="+mn-cs"/>
            </a:endParaRPr>
          </a:p>
          <a:p>
            <a:pPr lvl="1">
              <a:lnSpc>
                <a:spcPct val="110000"/>
              </a:lnSpc>
              <a:spcBef>
                <a:spcPts val="1000"/>
              </a:spcBef>
              <a:defRPr/>
            </a:pPr>
            <a:r>
              <a:rPr kumimoji="0" lang="en-US" b="0" i="0" u="none" strike="noStrike" kern="1200" cap="none" spc="0" normalizeH="0" baseline="0" noProof="0" dirty="0">
                <a:ln>
                  <a:noFill/>
                </a:ln>
                <a:solidFill>
                  <a:prstClr val="black"/>
                </a:solidFill>
                <a:effectLst/>
                <a:uLnTx/>
                <a:uFillTx/>
                <a:latin typeface="Times New Roman"/>
                <a:ea typeface="+mn-ea"/>
                <a:cs typeface="+mn-cs"/>
              </a:rPr>
              <a:t>Mathematics 1 for Economics</a:t>
            </a:r>
          </a:p>
          <a:p>
            <a:pPr lvl="1">
              <a:lnSpc>
                <a:spcPct val="110000"/>
              </a:lnSpc>
              <a:spcBef>
                <a:spcPts val="1000"/>
              </a:spcBef>
              <a:defRPr/>
            </a:pPr>
            <a:r>
              <a:rPr kumimoji="0" lang="en-US" b="0" i="0" u="none" strike="noStrike" kern="1200" cap="none" spc="0" normalizeH="0" baseline="0" noProof="0" dirty="0">
                <a:ln>
                  <a:noFill/>
                </a:ln>
                <a:solidFill>
                  <a:prstClr val="black"/>
                </a:solidFill>
                <a:effectLst/>
                <a:uLnTx/>
                <a:uFillTx/>
                <a:latin typeface="Times New Roman"/>
                <a:ea typeface="+mn-ea"/>
                <a:cs typeface="+mn-cs"/>
              </a:rPr>
              <a:t>Statistics 1,2 for Economics</a:t>
            </a:r>
          </a:p>
          <a:p>
            <a:pPr lvl="1">
              <a:spcBef>
                <a:spcPts val="1000"/>
              </a:spcBef>
              <a:defRPr/>
            </a:pPr>
            <a:r>
              <a:rPr kumimoji="0" lang="en-US" b="0" i="0" u="none" strike="noStrike" kern="1200" cap="none" spc="0" normalizeH="0" baseline="0" noProof="0" dirty="0">
                <a:ln>
                  <a:noFill/>
                </a:ln>
                <a:solidFill>
                  <a:prstClr val="black"/>
                </a:solidFill>
                <a:effectLst/>
                <a:uLnTx/>
                <a:uFillTx/>
                <a:latin typeface="Times New Roman"/>
                <a:ea typeface="+mn-ea"/>
                <a:cs typeface="+mn-cs"/>
              </a:rPr>
              <a:t>Analytics for a Better World (</a:t>
            </a:r>
            <a:r>
              <a:rPr kumimoji="0" lang="en-US" b="0" i="0" u="none" strike="noStrike" kern="1200" cap="none" spc="0" normalizeH="0" baseline="0" noProof="0">
                <a:ln>
                  <a:noFill/>
                </a:ln>
                <a:solidFill>
                  <a:prstClr val="black"/>
                </a:solidFill>
                <a:effectLst/>
                <a:uLnTx/>
                <a:uFillTx/>
                <a:latin typeface="Times New Roman"/>
                <a:ea typeface="+mn-ea"/>
                <a:cs typeface="+mn-cs"/>
              </a:rPr>
              <a:t>three years)</a:t>
            </a:r>
            <a:endParaRPr kumimoji="0" lang="en-US" b="0" i="0" u="none" strike="noStrike" kern="1200" cap="none" spc="0" normalizeH="0" baseline="0" noProof="0" dirty="0">
              <a:ln>
                <a:noFill/>
              </a:ln>
              <a:solidFill>
                <a:prstClr val="black"/>
              </a:solidFill>
              <a:effectLst/>
              <a:uLnTx/>
              <a:uFillTx/>
              <a:latin typeface="Times New Roman"/>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3" name="Title 2">
            <a:extLst>
              <a:ext uri="{FF2B5EF4-FFF2-40B4-BE49-F238E27FC236}">
                <a16:creationId xmlns:a16="http://schemas.microsoft.com/office/drawing/2014/main" id="{7F27C153-D6BC-F14F-84A8-E85B588E51FC}"/>
              </a:ext>
            </a:extLst>
          </p:cNvPr>
          <p:cNvSpPr>
            <a:spLocks noGrp="1"/>
          </p:cNvSpPr>
          <p:nvPr>
            <p:ph type="title"/>
          </p:nvPr>
        </p:nvSpPr>
        <p:spPr/>
        <p:txBody>
          <a:bodyPr/>
          <a:lstStyle/>
          <a:p>
            <a:r>
              <a:rPr lang="en-US" dirty="0"/>
              <a:t>Nicole </a:t>
            </a:r>
            <a:r>
              <a:rPr lang="en-US" dirty="0" err="1"/>
              <a:t>Guarnieri</a:t>
            </a:r>
            <a:endParaRPr lang="en-US" dirty="0"/>
          </a:p>
        </p:txBody>
      </p:sp>
      <p:sp>
        <p:nvSpPr>
          <p:cNvPr id="2" name="Slide Number Placeholder 1">
            <a:extLst>
              <a:ext uri="{FF2B5EF4-FFF2-40B4-BE49-F238E27FC236}">
                <a16:creationId xmlns:a16="http://schemas.microsoft.com/office/drawing/2014/main" id="{2E5FAE08-1AC1-8E64-E245-2A5B6773BF9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C94032-CD4C-4C25-B0C2-CEC720522D92}" type="slidenum">
              <a:rPr kumimoji="0" lang="en-US" sz="1000" b="1" i="0" u="none" strike="noStrike" kern="1200" cap="none" spc="0" normalizeH="0" baseline="0" noProof="0" smtClean="0">
                <a:ln>
                  <a:noFill/>
                </a:ln>
                <a:solidFill>
                  <a:prstClr val="white">
                    <a:lumMod val="50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000" b="1" i="0" u="none" strike="noStrike" kern="1200" cap="none" spc="0" normalizeH="0" baseline="0" noProof="0" dirty="0">
              <a:ln>
                <a:noFill/>
              </a:ln>
              <a:solidFill>
                <a:prstClr val="white">
                  <a:lumMod val="50000"/>
                </a:prstClr>
              </a:solidFill>
              <a:effectLst/>
              <a:uLnTx/>
              <a:uFillTx/>
              <a:latin typeface="Times New Roman"/>
              <a:ea typeface="+mn-ea"/>
              <a:cs typeface="+mn-cs"/>
            </a:endParaRPr>
          </a:p>
        </p:txBody>
      </p:sp>
      <p:sp>
        <p:nvSpPr>
          <p:cNvPr id="4" name="Footer Placeholder 3">
            <a:extLst>
              <a:ext uri="{FF2B5EF4-FFF2-40B4-BE49-F238E27FC236}">
                <a16:creationId xmlns:a16="http://schemas.microsoft.com/office/drawing/2014/main" id="{AB74FF43-7985-0862-2925-E37F90136F7A}"/>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50000"/>
                  </a:prstClr>
                </a:solidFill>
                <a:effectLst/>
                <a:uLnTx/>
                <a:uFillTx/>
                <a:latin typeface="Times New Roman"/>
                <a:ea typeface="+mn-ea"/>
                <a:cs typeface="+mn-cs"/>
              </a:rPr>
              <a:t>Analytics for a Better World, Lecture 1</a:t>
            </a:r>
            <a:endParaRPr kumimoji="0" lang="en-US" sz="1000" b="0" i="0" u="none" strike="noStrike" kern="1200" cap="none" spc="0" normalizeH="0" baseline="0" noProof="0" dirty="0">
              <a:ln>
                <a:noFill/>
              </a:ln>
              <a:solidFill>
                <a:prstClr val="white">
                  <a:lumMod val="50000"/>
                </a:prstClr>
              </a:solidFill>
              <a:effectLst/>
              <a:uLnTx/>
              <a:uFillTx/>
              <a:latin typeface="Times New Roman"/>
              <a:ea typeface="+mn-ea"/>
              <a:cs typeface="+mn-cs"/>
            </a:endParaRPr>
          </a:p>
        </p:txBody>
      </p:sp>
    </p:spTree>
    <p:extLst>
      <p:ext uri="{BB962C8B-B14F-4D97-AF65-F5344CB8AC3E}">
        <p14:creationId xmlns:p14="http://schemas.microsoft.com/office/powerpoint/2010/main" val="614605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37187-2A2F-1AEE-3D5F-11741CAFAD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182370-5F39-E805-0DFF-CA076B8B8320}"/>
              </a:ext>
            </a:extLst>
          </p:cNvPr>
          <p:cNvSpPr>
            <a:spLocks noGrp="1"/>
          </p:cNvSpPr>
          <p:nvPr>
            <p:ph type="title"/>
          </p:nvPr>
        </p:nvSpPr>
        <p:spPr/>
        <p:txBody>
          <a:bodyPr/>
          <a:lstStyle/>
          <a:p>
            <a:r>
              <a:rPr lang="en-US" noProof="0" dirty="0"/>
              <a:t>Lectures and coordination</a:t>
            </a:r>
          </a:p>
        </p:txBody>
      </p:sp>
      <p:sp>
        <p:nvSpPr>
          <p:cNvPr id="4" name="Footer Placeholder 3">
            <a:extLst>
              <a:ext uri="{FF2B5EF4-FFF2-40B4-BE49-F238E27FC236}">
                <a16:creationId xmlns:a16="http://schemas.microsoft.com/office/drawing/2014/main" id="{5D5E22A4-4D1B-9883-D946-A86C8C459C10}"/>
              </a:ext>
            </a:extLst>
          </p:cNvPr>
          <p:cNvSpPr>
            <a:spLocks noGrp="1"/>
          </p:cNvSpPr>
          <p:nvPr>
            <p:ph type="ftr" sz="quarter" idx="11"/>
          </p:nvPr>
        </p:nvSpPr>
        <p:spPr/>
        <p:txBody>
          <a:bodyPr/>
          <a:lstStyle/>
          <a:p>
            <a:r>
              <a:rPr lang="en-US"/>
              <a:t>Analytics for a Better World, Lecture 1</a:t>
            </a:r>
            <a:endParaRPr lang="en-US" dirty="0"/>
          </a:p>
        </p:txBody>
      </p:sp>
      <p:sp>
        <p:nvSpPr>
          <p:cNvPr id="3" name="Slide Number Placeholder 2">
            <a:extLst>
              <a:ext uri="{FF2B5EF4-FFF2-40B4-BE49-F238E27FC236}">
                <a16:creationId xmlns:a16="http://schemas.microsoft.com/office/drawing/2014/main" id="{37B63B28-5208-3DD0-EFB8-55870CDA51EA}"/>
              </a:ext>
            </a:extLst>
          </p:cNvPr>
          <p:cNvSpPr>
            <a:spLocks noGrp="1"/>
          </p:cNvSpPr>
          <p:nvPr>
            <p:ph type="sldNum" sz="quarter" idx="12"/>
          </p:nvPr>
        </p:nvSpPr>
        <p:spPr/>
        <p:txBody>
          <a:bodyPr/>
          <a:lstStyle/>
          <a:p>
            <a:fld id="{F0C94032-CD4C-4C25-B0C2-CEC720522D92}" type="slidenum">
              <a:rPr lang="en-US" smtClean="0"/>
              <a:pPr/>
              <a:t>10</a:t>
            </a:fld>
            <a:endParaRPr lang="en-US" dirty="0"/>
          </a:p>
        </p:txBody>
      </p:sp>
      <p:sp>
        <p:nvSpPr>
          <p:cNvPr id="13" name="Content Placeholder 12">
            <a:extLst>
              <a:ext uri="{FF2B5EF4-FFF2-40B4-BE49-F238E27FC236}">
                <a16:creationId xmlns:a16="http://schemas.microsoft.com/office/drawing/2014/main" id="{375B4932-E267-6E47-41F9-C2068A5B50DC}"/>
              </a:ext>
            </a:extLst>
          </p:cNvPr>
          <p:cNvSpPr>
            <a:spLocks noGrp="1"/>
          </p:cNvSpPr>
          <p:nvPr>
            <p:ph idx="1"/>
          </p:nvPr>
        </p:nvSpPr>
        <p:spPr/>
        <p:txBody>
          <a:bodyPr/>
          <a:lstStyle/>
          <a:p>
            <a:r>
              <a:rPr lang="en-NL" b="1" dirty="0"/>
              <a:t>Website:</a:t>
            </a:r>
            <a:r>
              <a:rPr lang="en-NL" dirty="0"/>
              <a:t> </a:t>
            </a:r>
            <a:r>
              <a:rPr lang="en-NL" dirty="0">
                <a:hlinkClick r:id="rId2"/>
              </a:rPr>
              <a:t>Course page on Canvas</a:t>
            </a:r>
            <a:endParaRPr lang="en-US" dirty="0"/>
          </a:p>
          <a:p>
            <a:endParaRPr lang="en-NL" dirty="0"/>
          </a:p>
          <a:p>
            <a:r>
              <a:rPr lang="en-NL" b="1" dirty="0"/>
              <a:t>Textbook:</a:t>
            </a:r>
            <a:br>
              <a:rPr lang="en-NL" dirty="0"/>
            </a:br>
            <a:r>
              <a:rPr lang="en-NL" i="1" dirty="0"/>
              <a:t>Introduction to Operations Research</a:t>
            </a:r>
            <a:r>
              <a:rPr lang="en-NL" dirty="0"/>
              <a:t>, 11th edition</a:t>
            </a:r>
            <a:br>
              <a:rPr lang="en-NL" dirty="0"/>
            </a:br>
            <a:r>
              <a:rPr lang="en-NL" dirty="0"/>
              <a:t>Hillier and Lieberman, McGraw Hill</a:t>
            </a:r>
            <a:br>
              <a:rPr lang="en-NL" dirty="0"/>
            </a:br>
            <a:r>
              <a:rPr lang="en-NL" dirty="0"/>
              <a:t>Please read the </a:t>
            </a:r>
            <a:r>
              <a:rPr lang="en-NL" dirty="0">
                <a:hlinkClick r:id="rId3"/>
              </a:rPr>
              <a:t>textbook announcement on Canvas</a:t>
            </a:r>
            <a:r>
              <a:rPr lang="en-NL" dirty="0"/>
              <a:t>.</a:t>
            </a:r>
            <a:endParaRPr lang="en-US" dirty="0"/>
          </a:p>
          <a:p>
            <a:endParaRPr lang="en-NL" dirty="0"/>
          </a:p>
          <a:p>
            <a:r>
              <a:rPr lang="en-NL" b="1" dirty="0"/>
              <a:t>Instructors</a:t>
            </a:r>
            <a:endParaRPr lang="en-NL" dirty="0"/>
          </a:p>
          <a:p>
            <a:pPr marL="342900" lvl="0" indent="-342900">
              <a:buFont typeface="Arial" panose="020B0604020202020204" pitchFamily="34" charset="0"/>
              <a:buChar char="•"/>
            </a:pPr>
            <a:r>
              <a:rPr lang="en-NL" b="1" dirty="0"/>
              <a:t>Dick den Hertog</a:t>
            </a:r>
            <a:r>
              <a:rPr lang="en-NL" dirty="0"/>
              <a:t> — Course coordinator</a:t>
            </a:r>
            <a:br>
              <a:rPr lang="en-NL" dirty="0"/>
            </a:br>
            <a:r>
              <a:rPr lang="en-NL" dirty="0">
                <a:hlinkClick r:id="rId4"/>
              </a:rPr>
              <a:t>d.denhertog@uva.nl</a:t>
            </a:r>
            <a:endParaRPr lang="en-NL" dirty="0"/>
          </a:p>
          <a:p>
            <a:pPr marL="342900" lvl="0" indent="-342900">
              <a:buFont typeface="Arial" panose="020B0604020202020204" pitchFamily="34" charset="0"/>
              <a:buChar char="•"/>
            </a:pPr>
            <a:r>
              <a:rPr lang="en-NL" b="1" dirty="0"/>
              <a:t>Joaquim Gromicho</a:t>
            </a:r>
            <a:br>
              <a:rPr lang="en-NL" dirty="0"/>
            </a:br>
            <a:r>
              <a:rPr lang="en-NL" dirty="0">
                <a:hlinkClick r:id="rId5"/>
              </a:rPr>
              <a:t>j.a.s.gromicho@uva.nl</a:t>
            </a:r>
            <a:endParaRPr lang="en-NL" dirty="0"/>
          </a:p>
          <a:p>
            <a:endParaRPr lang="en-NL" dirty="0"/>
          </a:p>
        </p:txBody>
      </p:sp>
    </p:spTree>
    <p:extLst>
      <p:ext uri="{BB962C8B-B14F-4D97-AF65-F5344CB8AC3E}">
        <p14:creationId xmlns:p14="http://schemas.microsoft.com/office/powerpoint/2010/main" val="3682537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E1683-2005-EA0A-D621-1FABDCC4B7A1}"/>
              </a:ext>
            </a:extLst>
          </p:cNvPr>
          <p:cNvSpPr>
            <a:spLocks noGrp="1"/>
          </p:cNvSpPr>
          <p:nvPr>
            <p:ph type="title"/>
          </p:nvPr>
        </p:nvSpPr>
        <p:spPr/>
        <p:txBody>
          <a:bodyPr/>
          <a:lstStyle/>
          <a:p>
            <a:r>
              <a:rPr lang="en-US" dirty="0"/>
              <a:t>Tutorials and additional teaching materials</a:t>
            </a:r>
            <a:endParaRPr lang="en-NL" dirty="0"/>
          </a:p>
        </p:txBody>
      </p:sp>
      <p:sp>
        <p:nvSpPr>
          <p:cNvPr id="3" name="Footer Placeholder 2">
            <a:extLst>
              <a:ext uri="{FF2B5EF4-FFF2-40B4-BE49-F238E27FC236}">
                <a16:creationId xmlns:a16="http://schemas.microsoft.com/office/drawing/2014/main" id="{F43ED19B-7927-FF5D-401E-4CC4A1576AB8}"/>
              </a:ext>
            </a:extLst>
          </p:cNvPr>
          <p:cNvSpPr>
            <a:spLocks noGrp="1"/>
          </p:cNvSpPr>
          <p:nvPr>
            <p:ph type="ftr" sz="quarter" idx="11"/>
          </p:nvPr>
        </p:nvSpPr>
        <p:spPr/>
        <p:txBody>
          <a:bodyPr/>
          <a:lstStyle/>
          <a:p>
            <a:r>
              <a:rPr lang="en-US" noProof="0"/>
              <a:t>Analytics for a Better World, Lecture 1</a:t>
            </a:r>
            <a:endParaRPr lang="nl-NL" noProof="0"/>
          </a:p>
        </p:txBody>
      </p:sp>
      <p:sp>
        <p:nvSpPr>
          <p:cNvPr id="4" name="Slide Number Placeholder 3">
            <a:extLst>
              <a:ext uri="{FF2B5EF4-FFF2-40B4-BE49-F238E27FC236}">
                <a16:creationId xmlns:a16="http://schemas.microsoft.com/office/drawing/2014/main" id="{E999C0F8-377A-E0F0-EC55-577D968AB476}"/>
              </a:ext>
            </a:extLst>
          </p:cNvPr>
          <p:cNvSpPr>
            <a:spLocks noGrp="1"/>
          </p:cNvSpPr>
          <p:nvPr>
            <p:ph type="sldNum" sz="quarter" idx="12"/>
          </p:nvPr>
        </p:nvSpPr>
        <p:spPr/>
        <p:txBody>
          <a:bodyPr/>
          <a:lstStyle/>
          <a:p>
            <a:fld id="{D7B5DC5B-6873-43DB-ADC7-B15ACCE0DFDB}" type="slidenum">
              <a:rPr lang="nl-NL" noProof="0" smtClean="0"/>
              <a:t>11</a:t>
            </a:fld>
            <a:endParaRPr lang="nl-NL" noProof="0"/>
          </a:p>
        </p:txBody>
      </p:sp>
      <p:graphicFrame>
        <p:nvGraphicFramePr>
          <p:cNvPr id="6" name="Content Placeholder 5">
            <a:extLst>
              <a:ext uri="{FF2B5EF4-FFF2-40B4-BE49-F238E27FC236}">
                <a16:creationId xmlns:a16="http://schemas.microsoft.com/office/drawing/2014/main" id="{4520FB16-82B5-03C5-4562-D4295C9BAF22}"/>
              </a:ext>
            </a:extLst>
          </p:cNvPr>
          <p:cNvGraphicFramePr>
            <a:graphicFrameLocks noGrp="1"/>
          </p:cNvGraphicFramePr>
          <p:nvPr>
            <p:ph idx="1"/>
            <p:extLst>
              <p:ext uri="{D42A27DB-BD31-4B8C-83A1-F6EECF244321}">
                <p14:modId xmlns:p14="http://schemas.microsoft.com/office/powerpoint/2010/main" val="923094838"/>
              </p:ext>
            </p:extLst>
          </p:nvPr>
        </p:nvGraphicFramePr>
        <p:xfrm>
          <a:off x="515938" y="2594451"/>
          <a:ext cx="11160126" cy="3200400"/>
        </p:xfrm>
        <a:graphic>
          <a:graphicData uri="http://schemas.openxmlformats.org/drawingml/2006/table">
            <a:tbl>
              <a:tblPr>
                <a:tableStyleId>{5940675A-B579-460E-94D1-54222C63F5DA}</a:tableStyleId>
              </a:tblPr>
              <a:tblGrid>
                <a:gridCol w="3720042">
                  <a:extLst>
                    <a:ext uri="{9D8B030D-6E8A-4147-A177-3AD203B41FA5}">
                      <a16:colId xmlns:a16="http://schemas.microsoft.com/office/drawing/2014/main" val="805486173"/>
                    </a:ext>
                  </a:extLst>
                </a:gridCol>
                <a:gridCol w="3720042">
                  <a:extLst>
                    <a:ext uri="{9D8B030D-6E8A-4147-A177-3AD203B41FA5}">
                      <a16:colId xmlns:a16="http://schemas.microsoft.com/office/drawing/2014/main" val="2613638108"/>
                    </a:ext>
                  </a:extLst>
                </a:gridCol>
                <a:gridCol w="3720042">
                  <a:extLst>
                    <a:ext uri="{9D8B030D-6E8A-4147-A177-3AD203B41FA5}">
                      <a16:colId xmlns:a16="http://schemas.microsoft.com/office/drawing/2014/main" val="670356533"/>
                    </a:ext>
                  </a:extLst>
                </a:gridCol>
              </a:tblGrid>
              <a:tr h="365760">
                <a:tc>
                  <a:txBody>
                    <a:bodyPr/>
                    <a:lstStyle/>
                    <a:p>
                      <a:pPr>
                        <a:buNone/>
                      </a:pPr>
                      <a:r>
                        <a:rPr lang="en-US" sz="2000" dirty="0"/>
                        <a:t>Teac</a:t>
                      </a:r>
                      <a:r>
                        <a:rPr lang="en-NL" sz="2000" dirty="0" err="1"/>
                        <a:t>hing</a:t>
                      </a:r>
                      <a:r>
                        <a:rPr lang="en-NL" sz="2000" dirty="0"/>
                        <a:t> assistant</a:t>
                      </a:r>
                    </a:p>
                  </a:txBody>
                  <a:tcPr anchor="ctr"/>
                </a:tc>
                <a:tc>
                  <a:txBody>
                    <a:bodyPr/>
                    <a:lstStyle/>
                    <a:p>
                      <a:pPr>
                        <a:buNone/>
                      </a:pPr>
                      <a:r>
                        <a:rPr lang="en-NL" sz="2000"/>
                        <a:t>Groups and times</a:t>
                      </a:r>
                    </a:p>
                  </a:txBody>
                  <a:tcPr anchor="ctr"/>
                </a:tc>
                <a:tc>
                  <a:txBody>
                    <a:bodyPr/>
                    <a:lstStyle/>
                    <a:p>
                      <a:pPr>
                        <a:buNone/>
                      </a:pPr>
                      <a:r>
                        <a:rPr lang="en-NL" sz="2000"/>
                        <a:t>Email</a:t>
                      </a:r>
                    </a:p>
                  </a:txBody>
                  <a:tcPr anchor="ctr"/>
                </a:tc>
                <a:extLst>
                  <a:ext uri="{0D108BD9-81ED-4DB2-BD59-A6C34878D82A}">
                    <a16:rowId xmlns:a16="http://schemas.microsoft.com/office/drawing/2014/main" val="51711266"/>
                  </a:ext>
                </a:extLst>
              </a:tr>
              <a:tr h="640080">
                <a:tc>
                  <a:txBody>
                    <a:bodyPr/>
                    <a:lstStyle/>
                    <a:p>
                      <a:pPr>
                        <a:buNone/>
                      </a:pPr>
                      <a:r>
                        <a:rPr lang="en-NL" sz="2000" b="1" dirty="0"/>
                        <a:t>Quynh Anh Ngo</a:t>
                      </a:r>
                      <a:endParaRPr lang="en-NL" sz="2000" dirty="0"/>
                    </a:p>
                  </a:txBody>
                  <a:tcPr anchor="ctr"/>
                </a:tc>
                <a:tc>
                  <a:txBody>
                    <a:bodyPr/>
                    <a:lstStyle/>
                    <a:p>
                      <a:pPr>
                        <a:buNone/>
                      </a:pPr>
                      <a:r>
                        <a:rPr lang="en-NL" sz="2000" dirty="0"/>
                        <a:t>Group 1: 09:00–10:45; </a:t>
                      </a:r>
                      <a:endParaRPr lang="en-US" sz="2000" dirty="0"/>
                    </a:p>
                    <a:p>
                      <a:pPr>
                        <a:buNone/>
                      </a:pPr>
                      <a:r>
                        <a:rPr lang="en-NL" sz="2000" dirty="0"/>
                        <a:t>Group 4: 11:00–12:45</a:t>
                      </a:r>
                    </a:p>
                  </a:txBody>
                  <a:tcPr anchor="ctr"/>
                </a:tc>
                <a:tc>
                  <a:txBody>
                    <a:bodyPr/>
                    <a:lstStyle/>
                    <a:p>
                      <a:pPr>
                        <a:buNone/>
                      </a:pPr>
                      <a:r>
                        <a:rPr lang="en-NL" sz="2000">
                          <a:hlinkClick r:id="rId2"/>
                        </a:rPr>
                        <a:t>d.q.a.ngo@uva.nl</a:t>
                      </a:r>
                      <a:endParaRPr lang="en-NL" sz="2000"/>
                    </a:p>
                  </a:txBody>
                  <a:tcPr anchor="ctr"/>
                </a:tc>
                <a:extLst>
                  <a:ext uri="{0D108BD9-81ED-4DB2-BD59-A6C34878D82A}">
                    <a16:rowId xmlns:a16="http://schemas.microsoft.com/office/drawing/2014/main" val="3647301875"/>
                  </a:ext>
                </a:extLst>
              </a:tr>
              <a:tr h="640080">
                <a:tc>
                  <a:txBody>
                    <a:bodyPr/>
                    <a:lstStyle/>
                    <a:p>
                      <a:pPr>
                        <a:buNone/>
                      </a:pPr>
                      <a:r>
                        <a:rPr lang="en-NL" sz="2000" b="1"/>
                        <a:t>Lars Boon</a:t>
                      </a:r>
                      <a:endParaRPr lang="en-NL" sz="2000"/>
                    </a:p>
                  </a:txBody>
                  <a:tcPr anchor="ctr"/>
                </a:tc>
                <a:tc>
                  <a:txBody>
                    <a:bodyPr/>
                    <a:lstStyle/>
                    <a:p>
                      <a:pPr>
                        <a:buNone/>
                      </a:pPr>
                      <a:r>
                        <a:rPr lang="en-NL" sz="2000" dirty="0"/>
                        <a:t>Group 2: 11:00–12:45; </a:t>
                      </a:r>
                      <a:endParaRPr lang="en-US" sz="2000" dirty="0"/>
                    </a:p>
                    <a:p>
                      <a:pPr>
                        <a:buNone/>
                      </a:pPr>
                      <a:r>
                        <a:rPr lang="en-NL" sz="2000" dirty="0"/>
                        <a:t>Group 3: 15:00–16:45</a:t>
                      </a:r>
                    </a:p>
                  </a:txBody>
                  <a:tcPr anchor="ctr"/>
                </a:tc>
                <a:tc>
                  <a:txBody>
                    <a:bodyPr/>
                    <a:lstStyle/>
                    <a:p>
                      <a:pPr>
                        <a:buNone/>
                      </a:pPr>
                      <a:r>
                        <a:rPr lang="en-NL" sz="2000">
                          <a:hlinkClick r:id="rId3"/>
                        </a:rPr>
                        <a:t>l.s.boon@uva.nl</a:t>
                      </a:r>
                      <a:endParaRPr lang="en-NL" sz="2000"/>
                    </a:p>
                  </a:txBody>
                  <a:tcPr anchor="ctr"/>
                </a:tc>
                <a:extLst>
                  <a:ext uri="{0D108BD9-81ED-4DB2-BD59-A6C34878D82A}">
                    <a16:rowId xmlns:a16="http://schemas.microsoft.com/office/drawing/2014/main" val="2404166420"/>
                  </a:ext>
                </a:extLst>
              </a:tr>
              <a:tr h="640080">
                <a:tc>
                  <a:txBody>
                    <a:bodyPr/>
                    <a:lstStyle/>
                    <a:p>
                      <a:pPr>
                        <a:buNone/>
                      </a:pPr>
                      <a:r>
                        <a:rPr lang="en-NL" sz="2000" b="1"/>
                        <a:t>Mats van der Vlugt</a:t>
                      </a:r>
                      <a:endParaRPr lang="en-NL" sz="2000"/>
                    </a:p>
                  </a:txBody>
                  <a:tcPr anchor="ctr"/>
                </a:tc>
                <a:tc>
                  <a:txBody>
                    <a:bodyPr/>
                    <a:lstStyle/>
                    <a:p>
                      <a:pPr>
                        <a:buNone/>
                      </a:pPr>
                      <a:r>
                        <a:rPr lang="en-NL" sz="2000" dirty="0"/>
                        <a:t>Group 5: 15:00–16:45; </a:t>
                      </a:r>
                      <a:endParaRPr lang="en-US" sz="2000" dirty="0"/>
                    </a:p>
                    <a:p>
                      <a:pPr>
                        <a:buNone/>
                      </a:pPr>
                      <a:r>
                        <a:rPr lang="en-NL" sz="2000" dirty="0"/>
                        <a:t>tutorial and technical coordination</a:t>
                      </a:r>
                    </a:p>
                  </a:txBody>
                  <a:tcPr anchor="ctr"/>
                </a:tc>
                <a:tc>
                  <a:txBody>
                    <a:bodyPr/>
                    <a:lstStyle/>
                    <a:p>
                      <a:pPr>
                        <a:buNone/>
                      </a:pPr>
                      <a:r>
                        <a:rPr lang="en-NL" sz="2000">
                          <a:hlinkClick r:id="rId4"/>
                        </a:rPr>
                        <a:t>m.vandervlugt2@uva.nl</a:t>
                      </a:r>
                      <a:endParaRPr lang="en-NL" sz="2000"/>
                    </a:p>
                  </a:txBody>
                  <a:tcPr anchor="ctr"/>
                </a:tc>
                <a:extLst>
                  <a:ext uri="{0D108BD9-81ED-4DB2-BD59-A6C34878D82A}">
                    <a16:rowId xmlns:a16="http://schemas.microsoft.com/office/drawing/2014/main" val="2181831999"/>
                  </a:ext>
                </a:extLst>
              </a:tr>
              <a:tr h="365760">
                <a:tc>
                  <a:txBody>
                    <a:bodyPr/>
                    <a:lstStyle/>
                    <a:p>
                      <a:pPr>
                        <a:buNone/>
                      </a:pPr>
                      <a:r>
                        <a:rPr lang="en-NL" sz="2000" b="1"/>
                        <a:t>Nicole Guarnieri</a:t>
                      </a:r>
                      <a:endParaRPr lang="en-NL" sz="2000"/>
                    </a:p>
                  </a:txBody>
                  <a:tcPr anchor="ctr"/>
                </a:tc>
                <a:tc>
                  <a:txBody>
                    <a:bodyPr/>
                    <a:lstStyle/>
                    <a:p>
                      <a:pPr>
                        <a:buNone/>
                      </a:pPr>
                      <a:r>
                        <a:rPr lang="en-NL" sz="2000" dirty="0"/>
                        <a:t>Grading and coordination</a:t>
                      </a:r>
                      <a:r>
                        <a:rPr lang="en-US" sz="2000" dirty="0"/>
                        <a:t> of teaching materials</a:t>
                      </a:r>
                      <a:endParaRPr lang="en-NL" sz="2000" dirty="0"/>
                    </a:p>
                  </a:txBody>
                  <a:tcPr anchor="ctr"/>
                </a:tc>
                <a:tc>
                  <a:txBody>
                    <a:bodyPr/>
                    <a:lstStyle/>
                    <a:p>
                      <a:pPr>
                        <a:buNone/>
                      </a:pPr>
                      <a:r>
                        <a:rPr lang="en-NL" sz="2000" dirty="0">
                          <a:hlinkClick r:id="rId5"/>
                        </a:rPr>
                        <a:t>n.guarnieri@uva.nl</a:t>
                      </a:r>
                      <a:endParaRPr lang="en-NL" sz="2000" dirty="0"/>
                    </a:p>
                  </a:txBody>
                  <a:tcPr anchor="ctr"/>
                </a:tc>
                <a:extLst>
                  <a:ext uri="{0D108BD9-81ED-4DB2-BD59-A6C34878D82A}">
                    <a16:rowId xmlns:a16="http://schemas.microsoft.com/office/drawing/2014/main" val="3664917800"/>
                  </a:ext>
                </a:extLst>
              </a:tr>
            </a:tbl>
          </a:graphicData>
        </a:graphic>
      </p:graphicFrame>
    </p:spTree>
    <p:extLst>
      <p:ext uri="{BB962C8B-B14F-4D97-AF65-F5344CB8AC3E}">
        <p14:creationId xmlns:p14="http://schemas.microsoft.com/office/powerpoint/2010/main" val="27688622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C1BAB-F17D-32D1-F110-410695C381C8}"/>
              </a:ext>
            </a:extLst>
          </p:cNvPr>
          <p:cNvSpPr>
            <a:spLocks noGrp="1"/>
          </p:cNvSpPr>
          <p:nvPr>
            <p:ph type="title"/>
          </p:nvPr>
        </p:nvSpPr>
        <p:spPr>
          <a:xfrm>
            <a:off x="515937" y="708552"/>
            <a:ext cx="11160125" cy="883711"/>
          </a:xfrm>
        </p:spPr>
        <p:txBody>
          <a:bodyPr anchor="ctr">
            <a:normAutofit fontScale="90000"/>
          </a:bodyPr>
          <a:lstStyle/>
          <a:p>
            <a:r>
              <a:rPr lang="en-NL" dirty="0"/>
              <a:t>Public transport strike: tutorial </a:t>
            </a:r>
            <a:r>
              <a:rPr lang="en-US" dirty="0"/>
              <a:t>a</a:t>
            </a:r>
            <a:r>
              <a:rPr lang="en-NL" dirty="0" err="1"/>
              <a:t>rrangements</a:t>
            </a:r>
            <a:r>
              <a:rPr lang="en-US" dirty="0"/>
              <a:t> on Wednesday September 9</a:t>
            </a:r>
            <a:endParaRPr lang="en-NL" dirty="0"/>
          </a:p>
        </p:txBody>
      </p:sp>
      <p:sp>
        <p:nvSpPr>
          <p:cNvPr id="3" name="Footer Placeholder 2">
            <a:extLst>
              <a:ext uri="{FF2B5EF4-FFF2-40B4-BE49-F238E27FC236}">
                <a16:creationId xmlns:a16="http://schemas.microsoft.com/office/drawing/2014/main" id="{584F23C5-6679-C2D5-82AC-8AE9DA424504}"/>
              </a:ext>
            </a:extLst>
          </p:cNvPr>
          <p:cNvSpPr>
            <a:spLocks noGrp="1"/>
          </p:cNvSpPr>
          <p:nvPr>
            <p:ph type="ftr" sz="quarter" idx="11"/>
          </p:nvPr>
        </p:nvSpPr>
        <p:spPr>
          <a:xfrm>
            <a:off x="720000" y="6346209"/>
            <a:ext cx="4114800" cy="151790"/>
          </a:xfrm>
        </p:spPr>
        <p:txBody>
          <a:bodyPr anchor="ctr">
            <a:normAutofit/>
          </a:bodyPr>
          <a:lstStyle/>
          <a:p>
            <a:pPr>
              <a:lnSpc>
                <a:spcPct val="90000"/>
              </a:lnSpc>
              <a:spcAft>
                <a:spcPts val="600"/>
              </a:spcAft>
            </a:pPr>
            <a:r>
              <a:rPr lang="en-US" noProof="0"/>
              <a:t>Analytics for a Better World, Lecture 1</a:t>
            </a:r>
            <a:endParaRPr lang="nl-NL" noProof="0"/>
          </a:p>
        </p:txBody>
      </p:sp>
      <p:sp>
        <p:nvSpPr>
          <p:cNvPr id="4" name="Slide Number Placeholder 3">
            <a:extLst>
              <a:ext uri="{FF2B5EF4-FFF2-40B4-BE49-F238E27FC236}">
                <a16:creationId xmlns:a16="http://schemas.microsoft.com/office/drawing/2014/main" id="{A94D2767-3247-B3E8-E3F9-0B3E055251EE}"/>
              </a:ext>
            </a:extLst>
          </p:cNvPr>
          <p:cNvSpPr>
            <a:spLocks noGrp="1"/>
          </p:cNvSpPr>
          <p:nvPr>
            <p:ph type="sldNum" sz="quarter" idx="12"/>
          </p:nvPr>
        </p:nvSpPr>
        <p:spPr>
          <a:xfrm>
            <a:off x="11187403" y="6346209"/>
            <a:ext cx="284597" cy="151790"/>
          </a:xfrm>
        </p:spPr>
        <p:txBody>
          <a:bodyPr anchor="ctr">
            <a:normAutofit/>
          </a:bodyPr>
          <a:lstStyle/>
          <a:p>
            <a:pPr>
              <a:lnSpc>
                <a:spcPct val="90000"/>
              </a:lnSpc>
              <a:spcAft>
                <a:spcPts val="600"/>
              </a:spcAft>
            </a:pPr>
            <a:fld id="{D7B5DC5B-6873-43DB-ADC7-B15ACCE0DFDB}" type="slidenum">
              <a:rPr lang="nl-NL" noProof="0" smtClean="0"/>
              <a:pPr>
                <a:lnSpc>
                  <a:spcPct val="90000"/>
                </a:lnSpc>
                <a:spcAft>
                  <a:spcPts val="600"/>
                </a:spcAft>
              </a:pPr>
              <a:t>12</a:t>
            </a:fld>
            <a:endParaRPr lang="nl-NL" noProof="0"/>
          </a:p>
        </p:txBody>
      </p:sp>
      <p:sp>
        <p:nvSpPr>
          <p:cNvPr id="6" name="Content Placeholder 5">
            <a:extLst>
              <a:ext uri="{FF2B5EF4-FFF2-40B4-BE49-F238E27FC236}">
                <a16:creationId xmlns:a16="http://schemas.microsoft.com/office/drawing/2014/main" id="{C20908E4-3AAA-EBAD-0F8D-3B3D03917143}"/>
              </a:ext>
            </a:extLst>
          </p:cNvPr>
          <p:cNvSpPr>
            <a:spLocks noGrp="1"/>
          </p:cNvSpPr>
          <p:nvPr>
            <p:ph idx="1"/>
          </p:nvPr>
        </p:nvSpPr>
        <p:spPr/>
        <p:txBody>
          <a:bodyPr/>
          <a:lstStyle/>
          <a:p>
            <a:pPr marL="342900" lvl="0" indent="-342900">
              <a:buFont typeface="Arial" panose="020B0604020202020204" pitchFamily="34" charset="0"/>
              <a:buChar char="•"/>
            </a:pPr>
            <a:r>
              <a:rPr lang="en-NL" sz="3200" dirty="0"/>
              <a:t>The nationwide strike may disrupt travel to campus.</a:t>
            </a:r>
          </a:p>
          <a:p>
            <a:pPr marL="342900" lvl="0" indent="-342900">
              <a:buFont typeface="Arial" panose="020B0604020202020204" pitchFamily="34" charset="0"/>
              <a:buChar char="•"/>
            </a:pPr>
            <a:r>
              <a:rPr lang="en-NL" sz="3200" b="1" dirty="0"/>
              <a:t>On-campus tutorials will exceptionally be hybrid</a:t>
            </a:r>
            <a:r>
              <a:rPr lang="en-NL" sz="3200" dirty="0"/>
              <a:t>, allowing online participation.</a:t>
            </a:r>
          </a:p>
          <a:p>
            <a:pPr marL="342900" lvl="0" indent="-342900">
              <a:buFont typeface="Arial" panose="020B0604020202020204" pitchFamily="34" charset="0"/>
              <a:buChar char="•"/>
            </a:pPr>
            <a:r>
              <a:rPr lang="en-NL" sz="3200" dirty="0"/>
              <a:t>Some tutorials may take place </a:t>
            </a:r>
            <a:r>
              <a:rPr lang="en-NL" sz="3200" b="1" dirty="0"/>
              <a:t>entirely online</a:t>
            </a:r>
            <a:r>
              <a:rPr lang="en-NL" sz="3200" dirty="0"/>
              <a:t>.</a:t>
            </a:r>
          </a:p>
          <a:p>
            <a:pPr lvl="0"/>
            <a:endParaRPr lang="en-US" sz="3200" b="1" dirty="0"/>
          </a:p>
          <a:p>
            <a:pPr lvl="0"/>
            <a:r>
              <a:rPr lang="en-NL" sz="3200" b="1" dirty="0"/>
              <a:t>Check Canvas for your group’s arrangements and meeting link.</a:t>
            </a:r>
            <a:endParaRPr lang="en-NL" sz="3200" dirty="0"/>
          </a:p>
          <a:p>
            <a:r>
              <a:rPr lang="en-NL" sz="3200" dirty="0"/>
              <a:t>These are exceptional arrangements. Tutorials normally take place </a:t>
            </a:r>
            <a:r>
              <a:rPr lang="en-NL" sz="3200" b="1" dirty="0"/>
              <a:t>in person</a:t>
            </a:r>
            <a:r>
              <a:rPr lang="en-NL" sz="3200" dirty="0"/>
              <a:t>, and </a:t>
            </a:r>
            <a:r>
              <a:rPr lang="en-NL" sz="3200" b="1" dirty="0"/>
              <a:t>attendance is recorded</a:t>
            </a:r>
            <a:r>
              <a:rPr lang="en-NL" sz="3200" dirty="0"/>
              <a:t>.</a:t>
            </a:r>
          </a:p>
          <a:p>
            <a:pPr marL="342900" indent="-342900">
              <a:buFont typeface="Arial" panose="020B0604020202020204" pitchFamily="34" charset="0"/>
              <a:buChar char="•"/>
            </a:pPr>
            <a:endParaRPr lang="en-NL" sz="3200" dirty="0"/>
          </a:p>
        </p:txBody>
      </p:sp>
    </p:spTree>
    <p:extLst>
      <p:ext uri="{BB962C8B-B14F-4D97-AF65-F5344CB8AC3E}">
        <p14:creationId xmlns:p14="http://schemas.microsoft.com/office/powerpoint/2010/main" val="193581885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Final Grade, see also </a:t>
            </a:r>
            <a:r>
              <a:rPr lang="en-US" noProof="0" dirty="0">
                <a:hlinkClick r:id="rId2"/>
              </a:rPr>
              <a:t>this announcement</a:t>
            </a:r>
            <a:r>
              <a:rPr lang="en-US" noProof="0" dirty="0"/>
              <a:t> </a:t>
            </a:r>
          </a:p>
        </p:txBody>
      </p:sp>
      <p:sp>
        <p:nvSpPr>
          <p:cNvPr id="3" name="Content Placeholder 2"/>
          <p:cNvSpPr>
            <a:spLocks noGrp="1"/>
          </p:cNvSpPr>
          <p:nvPr>
            <p:ph idx="1"/>
          </p:nvPr>
        </p:nvSpPr>
        <p:spPr/>
        <p:txBody>
          <a:bodyPr vert="horz" lIns="91440" tIns="45720" rIns="91440" bIns="45720" rtlCol="0" anchor="t">
            <a:normAutofit fontScale="85000" lnSpcReduction="20000"/>
          </a:bodyPr>
          <a:lstStyle/>
          <a:p>
            <a:pPr marL="0" indent="0">
              <a:lnSpc>
                <a:spcPct val="150000"/>
              </a:lnSpc>
              <a:buNone/>
            </a:pPr>
            <a:r>
              <a:rPr lang="en-US" sz="2400" dirty="0"/>
              <a:t>6 individual, weekly, computer </a:t>
            </a:r>
            <a:r>
              <a:rPr lang="en-US" sz="2400" b="1" dirty="0"/>
              <a:t>assignments </a:t>
            </a:r>
            <a:r>
              <a:rPr lang="en-US" sz="2400" dirty="0"/>
              <a:t>and a final assignment. </a:t>
            </a:r>
          </a:p>
          <a:p>
            <a:pPr marL="0" indent="0">
              <a:lnSpc>
                <a:spcPct val="150000"/>
              </a:lnSpc>
              <a:buNone/>
            </a:pPr>
            <a:r>
              <a:rPr lang="en-US" sz="2400" dirty="0"/>
              <a:t>4 out of the 6 weekly assignments, </a:t>
            </a:r>
            <a:r>
              <a:rPr lang="en-US" sz="2400" b="1" dirty="0"/>
              <a:t>and the final assignment</a:t>
            </a:r>
            <a:r>
              <a:rPr lang="en-US" sz="2400" dirty="0"/>
              <a:t> should get a PASS</a:t>
            </a:r>
          </a:p>
          <a:p>
            <a:pPr marL="0" indent="0">
              <a:lnSpc>
                <a:spcPct val="150000"/>
              </a:lnSpc>
              <a:buNone/>
            </a:pPr>
            <a:endParaRPr lang="en-US" sz="2400" dirty="0"/>
          </a:p>
          <a:p>
            <a:pPr marL="0" indent="0">
              <a:lnSpc>
                <a:spcPct val="150000"/>
              </a:lnSpc>
              <a:buNone/>
            </a:pPr>
            <a:r>
              <a:rPr lang="en-US" sz="2400" dirty="0"/>
              <a:t>Y</a:t>
            </a:r>
            <a:r>
              <a:rPr lang="en-US" sz="2400" noProof="0" dirty="0"/>
              <a:t>our final grade is composed of:</a:t>
            </a:r>
          </a:p>
          <a:p>
            <a:pPr marL="0" indent="0">
              <a:lnSpc>
                <a:spcPct val="150000"/>
              </a:lnSpc>
              <a:buNone/>
            </a:pPr>
            <a:r>
              <a:rPr lang="en-US" sz="2400" b="1" dirty="0"/>
              <a:t>10</a:t>
            </a:r>
            <a:r>
              <a:rPr lang="en-US" sz="2400" b="1" noProof="0" dirty="0"/>
              <a:t>0%</a:t>
            </a:r>
            <a:r>
              <a:rPr lang="en-US" sz="2400" noProof="0" dirty="0"/>
              <a:t>:  written </a:t>
            </a:r>
            <a:r>
              <a:rPr lang="en-US" sz="2400" b="1" noProof="0" dirty="0"/>
              <a:t>examination</a:t>
            </a:r>
          </a:p>
          <a:p>
            <a:pPr marL="0" indent="0">
              <a:lnSpc>
                <a:spcPct val="150000"/>
              </a:lnSpc>
              <a:buNone/>
            </a:pPr>
            <a:r>
              <a:rPr lang="en-US" sz="2400" noProof="0" dirty="0"/>
              <a:t>	- individual, closed book handwritten exam.                          </a:t>
            </a:r>
            <a:r>
              <a:rPr lang="en-US" sz="2400" dirty="0">
                <a:hlinkClick r:id="rId3"/>
              </a:rPr>
              <a:t>https://sefa.nl/study/other-products/</a:t>
            </a:r>
            <a:r>
              <a:rPr lang="en-US" sz="2400" dirty="0"/>
              <a:t> </a:t>
            </a:r>
            <a:endParaRPr lang="en-US" sz="2400" noProof="0" dirty="0"/>
          </a:p>
          <a:p>
            <a:pPr marL="0" indent="0">
              <a:lnSpc>
                <a:spcPct val="150000"/>
              </a:lnSpc>
              <a:buNone/>
            </a:pPr>
            <a:r>
              <a:rPr lang="en-US" sz="2400" dirty="0"/>
              <a:t>Canvas includes example exams. </a:t>
            </a:r>
            <a:endParaRPr lang="en-US" sz="2400" noProof="0" dirty="0"/>
          </a:p>
        </p:txBody>
      </p:sp>
      <p:sp>
        <p:nvSpPr>
          <p:cNvPr id="4" name="Slide Number Placeholder 3">
            <a:extLst>
              <a:ext uri="{FF2B5EF4-FFF2-40B4-BE49-F238E27FC236}">
                <a16:creationId xmlns:a16="http://schemas.microsoft.com/office/drawing/2014/main" id="{544F414A-A85E-6DFA-CEE7-7D7E480E3ED5}"/>
              </a:ext>
            </a:extLst>
          </p:cNvPr>
          <p:cNvSpPr>
            <a:spLocks noGrp="1"/>
          </p:cNvSpPr>
          <p:nvPr>
            <p:ph type="sldNum" sz="quarter" idx="12"/>
          </p:nvPr>
        </p:nvSpPr>
        <p:spPr/>
        <p:txBody>
          <a:bodyPr/>
          <a:lstStyle/>
          <a:p>
            <a:fld id="{F0C94032-CD4C-4C25-B0C2-CEC720522D92}" type="slidenum">
              <a:rPr lang="en-US" smtClean="0"/>
              <a:pPr/>
              <a:t>13</a:t>
            </a:fld>
            <a:endParaRPr lang="en-US" dirty="0"/>
          </a:p>
        </p:txBody>
      </p:sp>
      <p:sp>
        <p:nvSpPr>
          <p:cNvPr id="5" name="Footer Placeholder 4">
            <a:extLst>
              <a:ext uri="{FF2B5EF4-FFF2-40B4-BE49-F238E27FC236}">
                <a16:creationId xmlns:a16="http://schemas.microsoft.com/office/drawing/2014/main" id="{4E3FDB13-1D4D-0EA8-1EE0-7F2415B8785D}"/>
              </a:ext>
            </a:extLst>
          </p:cNvPr>
          <p:cNvSpPr>
            <a:spLocks noGrp="1"/>
          </p:cNvSpPr>
          <p:nvPr>
            <p:ph type="ftr" sz="quarter" idx="11"/>
          </p:nvPr>
        </p:nvSpPr>
        <p:spPr/>
        <p:txBody>
          <a:bodyPr/>
          <a:lstStyle/>
          <a:p>
            <a:r>
              <a:rPr lang="en-US"/>
              <a:t>Analytics for a Better World, Lecture 1</a:t>
            </a:r>
            <a:endParaRPr lang="en-US" dirty="0"/>
          </a:p>
        </p:txBody>
      </p:sp>
      <p:pic>
        <p:nvPicPr>
          <p:cNvPr id="7" name="Picture 6">
            <a:extLst>
              <a:ext uri="{FF2B5EF4-FFF2-40B4-BE49-F238E27FC236}">
                <a16:creationId xmlns:a16="http://schemas.microsoft.com/office/drawing/2014/main" id="{6B42166E-513D-07D6-B75A-C131C03F9D9F}"/>
              </a:ext>
            </a:extLst>
          </p:cNvPr>
          <p:cNvPicPr>
            <a:picLocks noChangeAspect="1"/>
          </p:cNvPicPr>
          <p:nvPr/>
        </p:nvPicPr>
        <p:blipFill>
          <a:blip r:embed="rId4"/>
          <a:stretch>
            <a:fillRect/>
          </a:stretch>
        </p:blipFill>
        <p:spPr>
          <a:xfrm>
            <a:off x="5988986" y="3029526"/>
            <a:ext cx="1623314" cy="3108474"/>
          </a:xfrm>
          <a:prstGeom prst="rect">
            <a:avLst/>
          </a:prstGeom>
          <a:effectLst>
            <a:softEdge rad="190500"/>
          </a:effectLst>
        </p:spPr>
      </p:pic>
      <p:sp>
        <p:nvSpPr>
          <p:cNvPr id="6" name="Rectangle 5">
            <a:extLst>
              <a:ext uri="{FF2B5EF4-FFF2-40B4-BE49-F238E27FC236}">
                <a16:creationId xmlns:a16="http://schemas.microsoft.com/office/drawing/2014/main" id="{CA48B213-05BF-C355-1523-057CE214924D}"/>
              </a:ext>
            </a:extLst>
          </p:cNvPr>
          <p:cNvSpPr/>
          <p:nvPr/>
        </p:nvSpPr>
        <p:spPr>
          <a:xfrm>
            <a:off x="7620000" y="4793673"/>
            <a:ext cx="3852000" cy="5357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NL" sz="1600" dirty="0" err="1"/>
          </a:p>
        </p:txBody>
      </p:sp>
    </p:spTree>
    <p:extLst>
      <p:ext uri="{BB962C8B-B14F-4D97-AF65-F5344CB8AC3E}">
        <p14:creationId xmlns:p14="http://schemas.microsoft.com/office/powerpoint/2010/main" val="2991152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FA45CCB-2C6C-46CC-BDE3-AE504CB01A9D}"/>
              </a:ext>
            </a:extLst>
          </p:cNvPr>
          <p:cNvSpPr>
            <a:spLocks noGrp="1"/>
          </p:cNvSpPr>
          <p:nvPr>
            <p:ph type="title"/>
          </p:nvPr>
        </p:nvSpPr>
        <p:spPr/>
        <p:txBody>
          <a:bodyPr/>
          <a:lstStyle/>
          <a:p>
            <a:r>
              <a:rPr lang="en-US" noProof="0" dirty="0"/>
              <a:t>Analytics</a:t>
            </a:r>
          </a:p>
        </p:txBody>
      </p:sp>
      <p:sp>
        <p:nvSpPr>
          <p:cNvPr id="6" name="Content Placeholder 2">
            <a:extLst>
              <a:ext uri="{FF2B5EF4-FFF2-40B4-BE49-F238E27FC236}">
                <a16:creationId xmlns:a16="http://schemas.microsoft.com/office/drawing/2014/main" id="{DFFC3085-7A0C-44E6-8375-241C1EA82DD9}"/>
              </a:ext>
            </a:extLst>
          </p:cNvPr>
          <p:cNvSpPr txBox="1">
            <a:spLocks/>
          </p:cNvSpPr>
          <p:nvPr/>
        </p:nvSpPr>
        <p:spPr>
          <a:xfrm>
            <a:off x="2362200" y="1490017"/>
            <a:ext cx="7543800" cy="2779893"/>
          </a:xfrm>
          <a:prstGeom prst="rect">
            <a:avLst/>
          </a:prstGeom>
        </p:spPr>
        <p:txBody>
          <a:bodyPr/>
          <a:lstStyle>
            <a:lvl1pPr marL="342900" indent="-342900" algn="l" defTabSz="457200" rtl="0" eaLnBrk="1" fontAlgn="base" hangingPunct="1">
              <a:spcBef>
                <a:spcPct val="20000"/>
              </a:spcBef>
              <a:spcAft>
                <a:spcPct val="0"/>
              </a:spcAft>
              <a:buFont typeface="Arial" charset="0"/>
              <a:buChar char="•"/>
              <a:defRPr kern="1200">
                <a:solidFill>
                  <a:srgbClr val="003366"/>
                </a:solidFill>
                <a:latin typeface="Arial"/>
                <a:ea typeface="ヒラギノ角ゴ Pro W3" pitchFamily="-109" charset="-128"/>
                <a:cs typeface="Arial"/>
              </a:defRPr>
            </a:lvl1pPr>
            <a:lvl2pPr marL="742950" indent="-285750" algn="l" defTabSz="457200" rtl="0" eaLnBrk="1" fontAlgn="base" hangingPunct="1">
              <a:spcBef>
                <a:spcPct val="20000"/>
              </a:spcBef>
              <a:spcAft>
                <a:spcPct val="0"/>
              </a:spcAft>
              <a:buFont typeface="Arial" charset="0"/>
              <a:buChar char="•"/>
              <a:defRPr kern="1200">
                <a:solidFill>
                  <a:srgbClr val="003366"/>
                </a:solidFill>
                <a:latin typeface="Arial"/>
                <a:ea typeface="ヒラギノ角ゴ Pro W3" pitchFamily="-109" charset="-128"/>
                <a:cs typeface="Arial"/>
              </a:defRPr>
            </a:lvl2pPr>
            <a:lvl3pPr marL="1143000" indent="-228600" algn="l" defTabSz="457200" rtl="0" eaLnBrk="1" fontAlgn="base" hangingPunct="1">
              <a:spcBef>
                <a:spcPct val="20000"/>
              </a:spcBef>
              <a:spcAft>
                <a:spcPct val="0"/>
              </a:spcAft>
              <a:buFont typeface="Arial" charset="0"/>
              <a:buChar char="•"/>
              <a:defRPr kern="1200">
                <a:solidFill>
                  <a:srgbClr val="003366"/>
                </a:solidFill>
                <a:latin typeface="Arial"/>
                <a:ea typeface="ヒラギノ角ゴ Pro W3" pitchFamily="-109" charset="-128"/>
                <a:cs typeface="Arial"/>
              </a:defRPr>
            </a:lvl3pPr>
            <a:lvl4pPr marL="1600200" indent="-228600" algn="l" defTabSz="457200" rtl="0" eaLnBrk="1" fontAlgn="base" hangingPunct="1">
              <a:spcBef>
                <a:spcPct val="20000"/>
              </a:spcBef>
              <a:spcAft>
                <a:spcPct val="0"/>
              </a:spcAft>
              <a:buFont typeface="Arial" charset="0"/>
              <a:buChar char="–"/>
              <a:defRPr kern="1200">
                <a:solidFill>
                  <a:srgbClr val="003366"/>
                </a:solidFill>
                <a:latin typeface="ScalaSans"/>
                <a:ea typeface="ヒラギノ角ゴ Pro W3" pitchFamily="-109" charset="-128"/>
                <a:cs typeface="ScalaSans"/>
              </a:defRPr>
            </a:lvl4pPr>
            <a:lvl5pPr marL="2057400" indent="-228600" algn="l" defTabSz="457200" rtl="0" eaLnBrk="1" fontAlgn="base" hangingPunct="1">
              <a:spcBef>
                <a:spcPct val="20000"/>
              </a:spcBef>
              <a:spcAft>
                <a:spcPct val="0"/>
              </a:spcAft>
              <a:buFont typeface="Arial" charset="0"/>
              <a:buChar char="»"/>
              <a:defRPr kern="1200">
                <a:solidFill>
                  <a:srgbClr val="003366"/>
                </a:solidFill>
                <a:latin typeface="ScalaSans"/>
                <a:ea typeface="ヒラギノ角ゴ Pro W3" pitchFamily="-109" charset="-128"/>
                <a:cs typeface="ScalaSan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buFontTx/>
              <a:buNone/>
            </a:pPr>
            <a:br>
              <a:rPr lang="en-US" sz="3200" dirty="0"/>
            </a:br>
            <a:r>
              <a:rPr lang="en-US" sz="3200" i="1" dirty="0"/>
              <a:t>“The scientific process of transforming data into insight for making better decisions”</a:t>
            </a:r>
          </a:p>
          <a:p>
            <a:pPr algn="ctr">
              <a:buFontTx/>
              <a:buNone/>
            </a:pPr>
            <a:endParaRPr lang="en-US" sz="1200" i="1" dirty="0"/>
          </a:p>
          <a:p>
            <a:pPr algn="ctr">
              <a:buFontTx/>
              <a:buNone/>
            </a:pPr>
            <a:br>
              <a:rPr lang="en-US" sz="2000" i="1" dirty="0"/>
            </a:br>
            <a:endParaRPr lang="en-US" sz="2000" i="1" dirty="0"/>
          </a:p>
        </p:txBody>
      </p:sp>
      <p:pic>
        <p:nvPicPr>
          <p:cNvPr id="8" name="Picture 8">
            <a:extLst>
              <a:ext uri="{FF2B5EF4-FFF2-40B4-BE49-F238E27FC236}">
                <a16:creationId xmlns:a16="http://schemas.microsoft.com/office/drawing/2014/main" id="{153E183C-0652-4EFB-B350-1881BED605A1}"/>
              </a:ext>
            </a:extLst>
          </p:cNvPr>
          <p:cNvPicPr>
            <a:picLocks noChangeAspect="1" noChangeArrowheads="1"/>
          </p:cNvPicPr>
          <p:nvPr/>
        </p:nvPicPr>
        <p:blipFill>
          <a:blip r:embed="rId2" cstate="screen"/>
          <a:srcRect b="-16129"/>
          <a:stretch>
            <a:fillRect/>
          </a:stretch>
        </p:blipFill>
        <p:spPr bwMode="auto">
          <a:xfrm>
            <a:off x="5181600" y="3968519"/>
            <a:ext cx="2057400" cy="775298"/>
          </a:xfrm>
          <a:prstGeom prst="rect">
            <a:avLst/>
          </a:prstGeom>
          <a:noFill/>
          <a:ln w="9525">
            <a:noFill/>
            <a:miter lim="800000"/>
            <a:headEnd/>
            <a:tailEnd/>
          </a:ln>
        </p:spPr>
      </p:pic>
      <p:sp>
        <p:nvSpPr>
          <p:cNvPr id="3" name="Slide Number Placeholder 2">
            <a:extLst>
              <a:ext uri="{FF2B5EF4-FFF2-40B4-BE49-F238E27FC236}">
                <a16:creationId xmlns:a16="http://schemas.microsoft.com/office/drawing/2014/main" id="{AA35F7DC-DAA5-89AE-10F6-E3F86C6250A0}"/>
              </a:ext>
            </a:extLst>
          </p:cNvPr>
          <p:cNvSpPr>
            <a:spLocks noGrp="1"/>
          </p:cNvSpPr>
          <p:nvPr>
            <p:ph type="sldNum" sz="quarter" idx="12"/>
          </p:nvPr>
        </p:nvSpPr>
        <p:spPr/>
        <p:txBody>
          <a:bodyPr/>
          <a:lstStyle/>
          <a:p>
            <a:fld id="{F0C94032-CD4C-4C25-B0C2-CEC720522D92}" type="slidenum">
              <a:rPr lang="en-US" smtClean="0"/>
              <a:pPr/>
              <a:t>14</a:t>
            </a:fld>
            <a:endParaRPr lang="en-US" dirty="0"/>
          </a:p>
        </p:txBody>
      </p:sp>
      <p:sp>
        <p:nvSpPr>
          <p:cNvPr id="4" name="Footer Placeholder 3">
            <a:extLst>
              <a:ext uri="{FF2B5EF4-FFF2-40B4-BE49-F238E27FC236}">
                <a16:creationId xmlns:a16="http://schemas.microsoft.com/office/drawing/2014/main" id="{DE1958EA-0DEA-2B50-F9DA-16D939BC8AE3}"/>
              </a:ext>
            </a:extLst>
          </p:cNvPr>
          <p:cNvSpPr>
            <a:spLocks noGrp="1"/>
          </p:cNvSpPr>
          <p:nvPr>
            <p:ph type="ftr" sz="quarter" idx="11"/>
          </p:nvPr>
        </p:nvSpPr>
        <p:spPr/>
        <p:txBody>
          <a:bodyPr/>
          <a:lstStyle/>
          <a:p>
            <a:r>
              <a:rPr lang="en-US"/>
              <a:t>Analytics for a Better World, Lecture 1</a:t>
            </a:r>
            <a:endParaRPr lang="en-US" dirty="0"/>
          </a:p>
        </p:txBody>
      </p:sp>
    </p:spTree>
    <p:extLst>
      <p:ext uri="{BB962C8B-B14F-4D97-AF65-F5344CB8AC3E}">
        <p14:creationId xmlns:p14="http://schemas.microsoft.com/office/powerpoint/2010/main" val="2128828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663B8F1-2BA8-441B-9384-A4F6D9C2C4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6824" y="620688"/>
            <a:ext cx="8249927" cy="6237312"/>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48F427F2-15C4-47DE-9942-5105E15B19A0}"/>
              </a:ext>
            </a:extLst>
          </p:cNvPr>
          <p:cNvSpPr>
            <a:spLocks noGrp="1"/>
          </p:cNvSpPr>
          <p:nvPr>
            <p:ph type="title"/>
          </p:nvPr>
        </p:nvSpPr>
        <p:spPr>
          <a:xfrm>
            <a:off x="2246824" y="692696"/>
            <a:ext cx="11159196" cy="468051"/>
          </a:xfrm>
          <a:solidFill>
            <a:schemeClr val="bg2"/>
          </a:solidFill>
        </p:spPr>
        <p:txBody>
          <a:bodyPr>
            <a:normAutofit fontScale="90000"/>
          </a:bodyPr>
          <a:lstStyle/>
          <a:p>
            <a:r>
              <a:rPr lang="en-US" noProof="0" dirty="0"/>
              <a:t>Four parts of analytics </a:t>
            </a:r>
          </a:p>
        </p:txBody>
      </p:sp>
      <p:sp>
        <p:nvSpPr>
          <p:cNvPr id="3" name="Slide Number Placeholder 2">
            <a:extLst>
              <a:ext uri="{FF2B5EF4-FFF2-40B4-BE49-F238E27FC236}">
                <a16:creationId xmlns:a16="http://schemas.microsoft.com/office/drawing/2014/main" id="{95419B74-D850-688B-E5B5-F769977A3C77}"/>
              </a:ext>
            </a:extLst>
          </p:cNvPr>
          <p:cNvSpPr>
            <a:spLocks noGrp="1"/>
          </p:cNvSpPr>
          <p:nvPr>
            <p:ph type="sldNum" sz="quarter" idx="12"/>
          </p:nvPr>
        </p:nvSpPr>
        <p:spPr/>
        <p:txBody>
          <a:bodyPr/>
          <a:lstStyle/>
          <a:p>
            <a:fld id="{F0C94032-CD4C-4C25-B0C2-CEC720522D92}" type="slidenum">
              <a:rPr lang="en-US" smtClean="0"/>
              <a:pPr/>
              <a:t>15</a:t>
            </a:fld>
            <a:endParaRPr lang="en-US" dirty="0"/>
          </a:p>
        </p:txBody>
      </p:sp>
      <p:sp>
        <p:nvSpPr>
          <p:cNvPr id="4" name="Footer Placeholder 3">
            <a:extLst>
              <a:ext uri="{FF2B5EF4-FFF2-40B4-BE49-F238E27FC236}">
                <a16:creationId xmlns:a16="http://schemas.microsoft.com/office/drawing/2014/main" id="{AABF4690-E857-9DDE-2D16-714FC4307558}"/>
              </a:ext>
            </a:extLst>
          </p:cNvPr>
          <p:cNvSpPr>
            <a:spLocks noGrp="1"/>
          </p:cNvSpPr>
          <p:nvPr>
            <p:ph type="ftr" sz="quarter" idx="11"/>
          </p:nvPr>
        </p:nvSpPr>
        <p:spPr/>
        <p:txBody>
          <a:bodyPr/>
          <a:lstStyle/>
          <a:p>
            <a:r>
              <a:rPr lang="en-US"/>
              <a:t>Analytics for a Better World, Lecture 1</a:t>
            </a:r>
            <a:endParaRPr lang="en-US" dirty="0"/>
          </a:p>
        </p:txBody>
      </p:sp>
    </p:spTree>
    <p:extLst>
      <p:ext uri="{BB962C8B-B14F-4D97-AF65-F5344CB8AC3E}">
        <p14:creationId xmlns:p14="http://schemas.microsoft.com/office/powerpoint/2010/main" val="3035998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8F427F2-15C4-47DE-9942-5105E15B19A0}"/>
              </a:ext>
            </a:extLst>
          </p:cNvPr>
          <p:cNvSpPr>
            <a:spLocks noGrp="1"/>
          </p:cNvSpPr>
          <p:nvPr>
            <p:ph type="title"/>
          </p:nvPr>
        </p:nvSpPr>
        <p:spPr/>
        <p:txBody>
          <a:bodyPr/>
          <a:lstStyle/>
          <a:p>
            <a:r>
              <a:rPr lang="en-US" dirty="0"/>
              <a:t>Covid-19 example</a:t>
            </a:r>
          </a:p>
        </p:txBody>
      </p:sp>
      <p:pic>
        <p:nvPicPr>
          <p:cNvPr id="2050" name="Picture 2">
            <a:extLst>
              <a:ext uri="{FF2B5EF4-FFF2-40B4-BE49-F238E27FC236}">
                <a16:creationId xmlns:a16="http://schemas.microsoft.com/office/drawing/2014/main" id="{6E62C771-4B01-4DA8-AE9E-7D923107DD8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015880" y="1916832"/>
            <a:ext cx="6552728" cy="4625454"/>
          </a:xfrm>
          <a:prstGeom prst="rect">
            <a:avLst/>
          </a:prstGeom>
          <a:noFill/>
          <a:extLst>
            <a:ext uri="{909E8E84-426E-40DD-AFC4-6F175D3DCCD1}">
              <a14:hiddenFill xmlns:a14="http://schemas.microsoft.com/office/drawing/2010/main">
                <a:solidFill>
                  <a:srgbClr val="FFFFFF"/>
                </a:solidFill>
              </a14:hiddenFill>
            </a:ext>
          </a:extLst>
        </p:spPr>
      </p:pic>
      <p:sp>
        <p:nvSpPr>
          <p:cNvPr id="5" name="Tekstvak 4">
            <a:extLst>
              <a:ext uri="{FF2B5EF4-FFF2-40B4-BE49-F238E27FC236}">
                <a16:creationId xmlns:a16="http://schemas.microsoft.com/office/drawing/2014/main" id="{BEC80CAE-1C69-44F0-8D47-63E9C3D4CC97}"/>
              </a:ext>
            </a:extLst>
          </p:cNvPr>
          <p:cNvSpPr txBox="1"/>
          <p:nvPr/>
        </p:nvSpPr>
        <p:spPr>
          <a:xfrm>
            <a:off x="1232180" y="2968488"/>
            <a:ext cx="4008582" cy="1200329"/>
          </a:xfrm>
          <a:prstGeom prst="rect">
            <a:avLst/>
          </a:prstGeom>
          <a:noFill/>
        </p:spPr>
        <p:txBody>
          <a:bodyPr wrap="square" rtlCol="0">
            <a:spAutoFit/>
          </a:bodyPr>
          <a:lstStyle/>
          <a:p>
            <a:r>
              <a:rPr lang="en-US" sz="3600" dirty="0"/>
              <a:t>Descriptive Analytics</a:t>
            </a:r>
          </a:p>
        </p:txBody>
      </p:sp>
      <p:sp>
        <p:nvSpPr>
          <p:cNvPr id="3" name="Slide Number Placeholder 2">
            <a:extLst>
              <a:ext uri="{FF2B5EF4-FFF2-40B4-BE49-F238E27FC236}">
                <a16:creationId xmlns:a16="http://schemas.microsoft.com/office/drawing/2014/main" id="{4923DF37-E43B-38B4-BF31-5A083D180417}"/>
              </a:ext>
            </a:extLst>
          </p:cNvPr>
          <p:cNvSpPr>
            <a:spLocks noGrp="1"/>
          </p:cNvSpPr>
          <p:nvPr>
            <p:ph type="sldNum" sz="quarter" idx="12"/>
          </p:nvPr>
        </p:nvSpPr>
        <p:spPr/>
        <p:txBody>
          <a:bodyPr/>
          <a:lstStyle/>
          <a:p>
            <a:fld id="{F0C94032-CD4C-4C25-B0C2-CEC720522D92}" type="slidenum">
              <a:rPr lang="en-US" smtClean="0"/>
              <a:pPr/>
              <a:t>16</a:t>
            </a:fld>
            <a:endParaRPr lang="en-US" dirty="0"/>
          </a:p>
        </p:txBody>
      </p:sp>
      <p:sp>
        <p:nvSpPr>
          <p:cNvPr id="4" name="Footer Placeholder 3">
            <a:extLst>
              <a:ext uri="{FF2B5EF4-FFF2-40B4-BE49-F238E27FC236}">
                <a16:creationId xmlns:a16="http://schemas.microsoft.com/office/drawing/2014/main" id="{2F3A103B-EBE4-48B1-818B-A1EEB77303F3}"/>
              </a:ext>
            </a:extLst>
          </p:cNvPr>
          <p:cNvSpPr>
            <a:spLocks noGrp="1"/>
          </p:cNvSpPr>
          <p:nvPr>
            <p:ph type="ftr" sz="quarter" idx="11"/>
          </p:nvPr>
        </p:nvSpPr>
        <p:spPr/>
        <p:txBody>
          <a:bodyPr/>
          <a:lstStyle/>
          <a:p>
            <a:r>
              <a:rPr lang="en-US"/>
              <a:t>Analytics for a Better World, Lecture 1</a:t>
            </a:r>
            <a:endParaRPr lang="en-US" dirty="0"/>
          </a:p>
        </p:txBody>
      </p:sp>
    </p:spTree>
    <p:extLst>
      <p:ext uri="{BB962C8B-B14F-4D97-AF65-F5344CB8AC3E}">
        <p14:creationId xmlns:p14="http://schemas.microsoft.com/office/powerpoint/2010/main" val="339213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8F427F2-15C4-47DE-9942-5105E15B19A0}"/>
              </a:ext>
            </a:extLst>
          </p:cNvPr>
          <p:cNvSpPr>
            <a:spLocks noGrp="1"/>
          </p:cNvSpPr>
          <p:nvPr>
            <p:ph type="title"/>
          </p:nvPr>
        </p:nvSpPr>
        <p:spPr/>
        <p:txBody>
          <a:bodyPr/>
          <a:lstStyle/>
          <a:p>
            <a:r>
              <a:rPr lang="en-US" dirty="0"/>
              <a:t>Covid-19 example</a:t>
            </a:r>
          </a:p>
        </p:txBody>
      </p:sp>
      <p:sp>
        <p:nvSpPr>
          <p:cNvPr id="5" name="Tekstvak 4">
            <a:extLst>
              <a:ext uri="{FF2B5EF4-FFF2-40B4-BE49-F238E27FC236}">
                <a16:creationId xmlns:a16="http://schemas.microsoft.com/office/drawing/2014/main" id="{BEC80CAE-1C69-44F0-8D47-63E9C3D4CC97}"/>
              </a:ext>
            </a:extLst>
          </p:cNvPr>
          <p:cNvSpPr txBox="1"/>
          <p:nvPr/>
        </p:nvSpPr>
        <p:spPr>
          <a:xfrm>
            <a:off x="1232180" y="2968488"/>
            <a:ext cx="4008582" cy="1200329"/>
          </a:xfrm>
          <a:prstGeom prst="rect">
            <a:avLst/>
          </a:prstGeom>
          <a:noFill/>
        </p:spPr>
        <p:txBody>
          <a:bodyPr wrap="square" rtlCol="0">
            <a:spAutoFit/>
          </a:bodyPr>
          <a:lstStyle/>
          <a:p>
            <a:r>
              <a:rPr lang="en-US" sz="3600" dirty="0"/>
              <a:t>Diagnostic </a:t>
            </a:r>
          </a:p>
          <a:p>
            <a:r>
              <a:rPr lang="en-US" sz="3600" dirty="0"/>
              <a:t>Analytics</a:t>
            </a:r>
          </a:p>
        </p:txBody>
      </p:sp>
      <p:pic>
        <p:nvPicPr>
          <p:cNvPr id="6" name="Picture 2">
            <a:extLst>
              <a:ext uri="{FF2B5EF4-FFF2-40B4-BE49-F238E27FC236}">
                <a16:creationId xmlns:a16="http://schemas.microsoft.com/office/drawing/2014/main" id="{9907602B-93D6-491E-A0EA-0195E4A1A5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3912" y="1484784"/>
            <a:ext cx="5807719" cy="498628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AE9DE0C3-F08D-CF79-A2F4-AC0EC9AB2FB8}"/>
              </a:ext>
            </a:extLst>
          </p:cNvPr>
          <p:cNvSpPr>
            <a:spLocks noGrp="1"/>
          </p:cNvSpPr>
          <p:nvPr>
            <p:ph type="sldNum" sz="quarter" idx="12"/>
          </p:nvPr>
        </p:nvSpPr>
        <p:spPr/>
        <p:txBody>
          <a:bodyPr/>
          <a:lstStyle/>
          <a:p>
            <a:fld id="{F0C94032-CD4C-4C25-B0C2-CEC720522D92}" type="slidenum">
              <a:rPr lang="en-US" smtClean="0"/>
              <a:pPr/>
              <a:t>17</a:t>
            </a:fld>
            <a:endParaRPr lang="en-US" dirty="0"/>
          </a:p>
        </p:txBody>
      </p:sp>
      <p:sp>
        <p:nvSpPr>
          <p:cNvPr id="4" name="Footer Placeholder 3">
            <a:extLst>
              <a:ext uri="{FF2B5EF4-FFF2-40B4-BE49-F238E27FC236}">
                <a16:creationId xmlns:a16="http://schemas.microsoft.com/office/drawing/2014/main" id="{55DA7299-40DB-8C0C-2771-4CAB8FBFCD7F}"/>
              </a:ext>
            </a:extLst>
          </p:cNvPr>
          <p:cNvSpPr>
            <a:spLocks noGrp="1"/>
          </p:cNvSpPr>
          <p:nvPr>
            <p:ph type="ftr" sz="quarter" idx="11"/>
          </p:nvPr>
        </p:nvSpPr>
        <p:spPr/>
        <p:txBody>
          <a:bodyPr/>
          <a:lstStyle/>
          <a:p>
            <a:r>
              <a:rPr lang="en-US"/>
              <a:t>Analytics for a Better World, Lecture 1</a:t>
            </a:r>
            <a:endParaRPr lang="en-US" dirty="0"/>
          </a:p>
        </p:txBody>
      </p:sp>
    </p:spTree>
    <p:extLst>
      <p:ext uri="{BB962C8B-B14F-4D97-AF65-F5344CB8AC3E}">
        <p14:creationId xmlns:p14="http://schemas.microsoft.com/office/powerpoint/2010/main" val="15113071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8F427F2-15C4-47DE-9942-5105E15B19A0}"/>
              </a:ext>
            </a:extLst>
          </p:cNvPr>
          <p:cNvSpPr>
            <a:spLocks noGrp="1"/>
          </p:cNvSpPr>
          <p:nvPr>
            <p:ph type="title"/>
          </p:nvPr>
        </p:nvSpPr>
        <p:spPr/>
        <p:txBody>
          <a:bodyPr/>
          <a:lstStyle/>
          <a:p>
            <a:r>
              <a:rPr lang="en-US" dirty="0"/>
              <a:t>Covid-19 example</a:t>
            </a:r>
          </a:p>
        </p:txBody>
      </p:sp>
      <p:sp>
        <p:nvSpPr>
          <p:cNvPr id="5" name="Tekstvak 4">
            <a:extLst>
              <a:ext uri="{FF2B5EF4-FFF2-40B4-BE49-F238E27FC236}">
                <a16:creationId xmlns:a16="http://schemas.microsoft.com/office/drawing/2014/main" id="{BEC80CAE-1C69-44F0-8D47-63E9C3D4CC97}"/>
              </a:ext>
            </a:extLst>
          </p:cNvPr>
          <p:cNvSpPr txBox="1"/>
          <p:nvPr/>
        </p:nvSpPr>
        <p:spPr>
          <a:xfrm>
            <a:off x="7667480" y="832965"/>
            <a:ext cx="4008582" cy="646331"/>
          </a:xfrm>
          <a:prstGeom prst="rect">
            <a:avLst/>
          </a:prstGeom>
          <a:noFill/>
        </p:spPr>
        <p:txBody>
          <a:bodyPr wrap="square" rtlCol="0">
            <a:spAutoFit/>
          </a:bodyPr>
          <a:lstStyle/>
          <a:p>
            <a:r>
              <a:rPr lang="en-US" sz="3600" dirty="0"/>
              <a:t>Predictive Analytics</a:t>
            </a:r>
          </a:p>
        </p:txBody>
      </p:sp>
      <p:pic>
        <p:nvPicPr>
          <p:cNvPr id="7" name="Picture 4" descr="How Computer Scientists Are Trying to Predict the Coronavirus's Next Moves  - IEEE Spectrum">
            <a:extLst>
              <a:ext uri="{FF2B5EF4-FFF2-40B4-BE49-F238E27FC236}">
                <a16:creationId xmlns:a16="http://schemas.microsoft.com/office/drawing/2014/main" id="{695EC070-ACCD-4301-B52A-6F72055C271B}"/>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930797" y="1592263"/>
            <a:ext cx="8640958" cy="4536504"/>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B024145F-5C33-A79E-B103-AE61C0143864}"/>
              </a:ext>
            </a:extLst>
          </p:cNvPr>
          <p:cNvSpPr>
            <a:spLocks noGrp="1"/>
          </p:cNvSpPr>
          <p:nvPr>
            <p:ph type="sldNum" sz="quarter" idx="12"/>
          </p:nvPr>
        </p:nvSpPr>
        <p:spPr/>
        <p:txBody>
          <a:bodyPr/>
          <a:lstStyle/>
          <a:p>
            <a:fld id="{F0C94032-CD4C-4C25-B0C2-CEC720522D92}" type="slidenum">
              <a:rPr lang="en-US" smtClean="0"/>
              <a:pPr/>
              <a:t>18</a:t>
            </a:fld>
            <a:endParaRPr lang="en-US" dirty="0"/>
          </a:p>
        </p:txBody>
      </p:sp>
      <p:sp>
        <p:nvSpPr>
          <p:cNvPr id="4" name="Footer Placeholder 3">
            <a:extLst>
              <a:ext uri="{FF2B5EF4-FFF2-40B4-BE49-F238E27FC236}">
                <a16:creationId xmlns:a16="http://schemas.microsoft.com/office/drawing/2014/main" id="{23D4C6BF-3141-A038-5A0E-4FA8BC9ED74D}"/>
              </a:ext>
            </a:extLst>
          </p:cNvPr>
          <p:cNvSpPr>
            <a:spLocks noGrp="1"/>
          </p:cNvSpPr>
          <p:nvPr>
            <p:ph type="ftr" sz="quarter" idx="11"/>
          </p:nvPr>
        </p:nvSpPr>
        <p:spPr/>
        <p:txBody>
          <a:bodyPr/>
          <a:lstStyle/>
          <a:p>
            <a:r>
              <a:rPr lang="en-US"/>
              <a:t>Analytics for a Better World, Lecture 1</a:t>
            </a:r>
            <a:endParaRPr lang="en-US" dirty="0"/>
          </a:p>
        </p:txBody>
      </p:sp>
    </p:spTree>
    <p:extLst>
      <p:ext uri="{BB962C8B-B14F-4D97-AF65-F5344CB8AC3E}">
        <p14:creationId xmlns:p14="http://schemas.microsoft.com/office/powerpoint/2010/main" val="1691536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8F427F2-15C4-47DE-9942-5105E15B19A0}"/>
              </a:ext>
            </a:extLst>
          </p:cNvPr>
          <p:cNvSpPr>
            <a:spLocks noGrp="1"/>
          </p:cNvSpPr>
          <p:nvPr>
            <p:ph type="title"/>
          </p:nvPr>
        </p:nvSpPr>
        <p:spPr/>
        <p:txBody>
          <a:bodyPr/>
          <a:lstStyle/>
          <a:p>
            <a:r>
              <a:rPr lang="en-US" dirty="0"/>
              <a:t>Covid-19 example</a:t>
            </a:r>
          </a:p>
        </p:txBody>
      </p:sp>
      <p:sp>
        <p:nvSpPr>
          <p:cNvPr id="5" name="Tekstvak 4">
            <a:extLst>
              <a:ext uri="{FF2B5EF4-FFF2-40B4-BE49-F238E27FC236}">
                <a16:creationId xmlns:a16="http://schemas.microsoft.com/office/drawing/2014/main" id="{BEC80CAE-1C69-44F0-8D47-63E9C3D4CC97}"/>
              </a:ext>
            </a:extLst>
          </p:cNvPr>
          <p:cNvSpPr txBox="1"/>
          <p:nvPr/>
        </p:nvSpPr>
        <p:spPr>
          <a:xfrm>
            <a:off x="887690" y="2828835"/>
            <a:ext cx="4008582" cy="1200329"/>
          </a:xfrm>
          <a:prstGeom prst="rect">
            <a:avLst/>
          </a:prstGeom>
          <a:noFill/>
        </p:spPr>
        <p:txBody>
          <a:bodyPr wrap="square" rtlCol="0">
            <a:spAutoFit/>
          </a:bodyPr>
          <a:lstStyle/>
          <a:p>
            <a:r>
              <a:rPr lang="en-US" sz="3600" dirty="0"/>
              <a:t>Prescriptive Analytics</a:t>
            </a:r>
          </a:p>
        </p:txBody>
      </p:sp>
      <p:pic>
        <p:nvPicPr>
          <p:cNvPr id="7" name="Picture 6" descr="From predictions to prescriptions: A data-driven response to COVID-19 -  Abstract - Europe PMC">
            <a:extLst>
              <a:ext uri="{FF2B5EF4-FFF2-40B4-BE49-F238E27FC236}">
                <a16:creationId xmlns:a16="http://schemas.microsoft.com/office/drawing/2014/main" id="{29D4C09B-FD52-484D-81A4-3CD3682FAA4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926955" y="1844824"/>
            <a:ext cx="7159474" cy="3767673"/>
          </a:xfrm>
          <a:prstGeom prst="rect">
            <a:avLst/>
          </a:prstGeom>
          <a:noFill/>
          <a:extLst>
            <a:ext uri="{909E8E84-426E-40DD-AFC4-6F175D3DCCD1}">
              <a14:hiddenFill xmlns:a14="http://schemas.microsoft.com/office/drawing/2010/main">
                <a:solidFill>
                  <a:srgbClr val="FFFFFF"/>
                </a:solidFill>
              </a14:hiddenFill>
            </a:ext>
          </a:extLst>
        </p:spPr>
      </p:pic>
      <p:sp>
        <p:nvSpPr>
          <p:cNvPr id="6" name="Tekstvak 5">
            <a:extLst>
              <a:ext uri="{FF2B5EF4-FFF2-40B4-BE49-F238E27FC236}">
                <a16:creationId xmlns:a16="http://schemas.microsoft.com/office/drawing/2014/main" id="{52CAE6A7-15E1-4AC8-AC5A-5304F10D2F36}"/>
              </a:ext>
            </a:extLst>
          </p:cNvPr>
          <p:cNvSpPr txBox="1"/>
          <p:nvPr/>
        </p:nvSpPr>
        <p:spPr>
          <a:xfrm>
            <a:off x="8506692" y="6012874"/>
            <a:ext cx="2161309" cy="276999"/>
          </a:xfrm>
          <a:prstGeom prst="rect">
            <a:avLst/>
          </a:prstGeom>
          <a:noFill/>
        </p:spPr>
        <p:txBody>
          <a:bodyPr wrap="square" rtlCol="0">
            <a:spAutoFit/>
          </a:bodyPr>
          <a:lstStyle/>
          <a:p>
            <a:r>
              <a:rPr lang="en-US" sz="1200" dirty="0"/>
              <a:t>Source: Bertsimas et al. (2020)</a:t>
            </a:r>
          </a:p>
        </p:txBody>
      </p:sp>
      <p:sp>
        <p:nvSpPr>
          <p:cNvPr id="3" name="Slide Number Placeholder 2">
            <a:extLst>
              <a:ext uri="{FF2B5EF4-FFF2-40B4-BE49-F238E27FC236}">
                <a16:creationId xmlns:a16="http://schemas.microsoft.com/office/drawing/2014/main" id="{BC2FF6BD-D260-69D6-FFD1-6BAFBC3ECB9D}"/>
              </a:ext>
            </a:extLst>
          </p:cNvPr>
          <p:cNvSpPr>
            <a:spLocks noGrp="1"/>
          </p:cNvSpPr>
          <p:nvPr>
            <p:ph type="sldNum" sz="quarter" idx="12"/>
          </p:nvPr>
        </p:nvSpPr>
        <p:spPr/>
        <p:txBody>
          <a:bodyPr/>
          <a:lstStyle/>
          <a:p>
            <a:fld id="{F0C94032-CD4C-4C25-B0C2-CEC720522D92}" type="slidenum">
              <a:rPr lang="en-US" smtClean="0"/>
              <a:pPr/>
              <a:t>19</a:t>
            </a:fld>
            <a:endParaRPr lang="en-US" dirty="0"/>
          </a:p>
        </p:txBody>
      </p:sp>
      <p:sp>
        <p:nvSpPr>
          <p:cNvPr id="4" name="Footer Placeholder 3">
            <a:extLst>
              <a:ext uri="{FF2B5EF4-FFF2-40B4-BE49-F238E27FC236}">
                <a16:creationId xmlns:a16="http://schemas.microsoft.com/office/drawing/2014/main" id="{08169E32-77AA-F83E-326D-74F7311573CF}"/>
              </a:ext>
            </a:extLst>
          </p:cNvPr>
          <p:cNvSpPr>
            <a:spLocks noGrp="1"/>
          </p:cNvSpPr>
          <p:nvPr>
            <p:ph type="ftr" sz="quarter" idx="11"/>
          </p:nvPr>
        </p:nvSpPr>
        <p:spPr/>
        <p:txBody>
          <a:bodyPr/>
          <a:lstStyle/>
          <a:p>
            <a:r>
              <a:rPr lang="en-US"/>
              <a:t>Analytics for a Better World, Lecture 1</a:t>
            </a:r>
            <a:endParaRPr lang="en-US" dirty="0"/>
          </a:p>
        </p:txBody>
      </p:sp>
    </p:spTree>
    <p:extLst>
      <p:ext uri="{BB962C8B-B14F-4D97-AF65-F5344CB8AC3E}">
        <p14:creationId xmlns:p14="http://schemas.microsoft.com/office/powerpoint/2010/main" val="778218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58CD0F-D3D5-4C58-BB60-021F1534C9DA}"/>
              </a:ext>
            </a:extLst>
          </p:cNvPr>
          <p:cNvSpPr>
            <a:spLocks noGrp="1"/>
          </p:cNvSpPr>
          <p:nvPr>
            <p:ph type="title"/>
          </p:nvPr>
        </p:nvSpPr>
        <p:spPr/>
        <p:txBody>
          <a:bodyPr/>
          <a:lstStyle/>
          <a:p>
            <a:r>
              <a:rPr lang="en-US" dirty="0"/>
              <a:t>Predictive Analytics</a:t>
            </a:r>
          </a:p>
        </p:txBody>
      </p:sp>
      <p:grpSp>
        <p:nvGrpSpPr>
          <p:cNvPr id="6" name="Group 6">
            <a:extLst>
              <a:ext uri="{FF2B5EF4-FFF2-40B4-BE49-F238E27FC236}">
                <a16:creationId xmlns:a16="http://schemas.microsoft.com/office/drawing/2014/main" id="{0849E2E8-1E1B-47BE-ABAD-DEA0D3369157}"/>
              </a:ext>
            </a:extLst>
          </p:cNvPr>
          <p:cNvGrpSpPr/>
          <p:nvPr/>
        </p:nvGrpSpPr>
        <p:grpSpPr>
          <a:xfrm>
            <a:off x="1993797" y="1663379"/>
            <a:ext cx="7625446" cy="4288047"/>
            <a:chOff x="-231227" y="1251551"/>
            <a:chExt cx="8885177" cy="5435874"/>
          </a:xfrm>
        </p:grpSpPr>
        <p:sp>
          <p:nvSpPr>
            <p:cNvPr id="7" name="Oval 7">
              <a:extLst>
                <a:ext uri="{FF2B5EF4-FFF2-40B4-BE49-F238E27FC236}">
                  <a16:creationId xmlns:a16="http://schemas.microsoft.com/office/drawing/2014/main" id="{AFC54A9E-CE61-4FE2-948A-F9F06050ED27}"/>
                </a:ext>
              </a:extLst>
            </p:cNvPr>
            <p:cNvSpPr/>
            <p:nvPr/>
          </p:nvSpPr>
          <p:spPr bwMode="auto">
            <a:xfrm>
              <a:off x="4283968" y="3633472"/>
              <a:ext cx="2636322" cy="864096"/>
            </a:xfrm>
            <a:prstGeom prst="ellipse">
              <a:avLst/>
            </a:prstGeom>
            <a:noFill/>
            <a:ln w="1905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8" name="Oval 8">
              <a:extLst>
                <a:ext uri="{FF2B5EF4-FFF2-40B4-BE49-F238E27FC236}">
                  <a16:creationId xmlns:a16="http://schemas.microsoft.com/office/drawing/2014/main" id="{9716C59C-F449-4285-A015-D959EE6DD0B5}"/>
                </a:ext>
              </a:extLst>
            </p:cNvPr>
            <p:cNvSpPr/>
            <p:nvPr/>
          </p:nvSpPr>
          <p:spPr bwMode="auto">
            <a:xfrm rot="5400000">
              <a:off x="3046260" y="2611789"/>
              <a:ext cx="2907463" cy="864096"/>
            </a:xfrm>
            <a:prstGeom prst="ellipse">
              <a:avLst/>
            </a:prstGeom>
            <a:noFill/>
            <a:ln w="1905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9" name="Oval 9">
              <a:extLst>
                <a:ext uri="{FF2B5EF4-FFF2-40B4-BE49-F238E27FC236}">
                  <a16:creationId xmlns:a16="http://schemas.microsoft.com/office/drawing/2014/main" id="{E5BB3E4D-A94F-44DE-84FC-31793066C368}"/>
                </a:ext>
              </a:extLst>
            </p:cNvPr>
            <p:cNvSpPr/>
            <p:nvPr/>
          </p:nvSpPr>
          <p:spPr bwMode="auto">
            <a:xfrm rot="5400000">
              <a:off x="3183010" y="4518406"/>
              <a:ext cx="2633963" cy="864096"/>
            </a:xfrm>
            <a:prstGeom prst="ellipse">
              <a:avLst/>
            </a:prstGeom>
            <a:noFill/>
            <a:ln w="19050"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10" name="Oval 10">
              <a:extLst>
                <a:ext uri="{FF2B5EF4-FFF2-40B4-BE49-F238E27FC236}">
                  <a16:creationId xmlns:a16="http://schemas.microsoft.com/office/drawing/2014/main" id="{596436AC-BA5E-447B-9663-8717CCAF479A}"/>
                </a:ext>
              </a:extLst>
            </p:cNvPr>
            <p:cNvSpPr/>
            <p:nvPr/>
          </p:nvSpPr>
          <p:spPr bwMode="auto">
            <a:xfrm>
              <a:off x="2090188" y="3639706"/>
              <a:ext cx="2625828" cy="864096"/>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11" name="Oval 11">
              <a:extLst>
                <a:ext uri="{FF2B5EF4-FFF2-40B4-BE49-F238E27FC236}">
                  <a16:creationId xmlns:a16="http://schemas.microsoft.com/office/drawing/2014/main" id="{25E5818B-6A51-4A5F-9ECE-68FC222776A3}"/>
                </a:ext>
              </a:extLst>
            </p:cNvPr>
            <p:cNvSpPr/>
            <p:nvPr/>
          </p:nvSpPr>
          <p:spPr bwMode="auto">
            <a:xfrm rot="1800000">
              <a:off x="4187715" y="4143092"/>
              <a:ext cx="2511832" cy="864096"/>
            </a:xfrm>
            <a:prstGeom prst="ellipse">
              <a:avLst/>
            </a:prstGeom>
            <a:noFill/>
            <a:ln w="1905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12" name="Oval 12">
              <a:extLst>
                <a:ext uri="{FF2B5EF4-FFF2-40B4-BE49-F238E27FC236}">
                  <a16:creationId xmlns:a16="http://schemas.microsoft.com/office/drawing/2014/main" id="{E1F7549C-777E-48D9-AF31-280312094A8A}"/>
                </a:ext>
              </a:extLst>
            </p:cNvPr>
            <p:cNvSpPr/>
            <p:nvPr/>
          </p:nvSpPr>
          <p:spPr bwMode="auto">
            <a:xfrm rot="1800000">
              <a:off x="2308050" y="3062270"/>
              <a:ext cx="2580849" cy="864096"/>
            </a:xfrm>
            <a:prstGeom prst="ellipse">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13" name="Oval 13">
              <a:extLst>
                <a:ext uri="{FF2B5EF4-FFF2-40B4-BE49-F238E27FC236}">
                  <a16:creationId xmlns:a16="http://schemas.microsoft.com/office/drawing/2014/main" id="{893C8A66-4ABD-4984-BA08-6D6A32D0C80C}"/>
                </a:ext>
              </a:extLst>
            </p:cNvPr>
            <p:cNvSpPr/>
            <p:nvPr/>
          </p:nvSpPr>
          <p:spPr bwMode="auto">
            <a:xfrm rot="3600000">
              <a:off x="3821999" y="4497742"/>
              <a:ext cx="2480435" cy="864096"/>
            </a:xfrm>
            <a:prstGeom prst="ellipse">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14" name="Oval 14">
              <a:extLst>
                <a:ext uri="{FF2B5EF4-FFF2-40B4-BE49-F238E27FC236}">
                  <a16:creationId xmlns:a16="http://schemas.microsoft.com/office/drawing/2014/main" id="{BB9E6444-AD83-4308-A39A-2EBE739FCE0E}"/>
                </a:ext>
              </a:extLst>
            </p:cNvPr>
            <p:cNvSpPr/>
            <p:nvPr/>
          </p:nvSpPr>
          <p:spPr bwMode="auto">
            <a:xfrm rot="3600000">
              <a:off x="2724396" y="2733053"/>
              <a:ext cx="2578313" cy="864096"/>
            </a:xfrm>
            <a:prstGeom prst="ellipse">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15" name="Oval 15">
              <a:extLst>
                <a:ext uri="{FF2B5EF4-FFF2-40B4-BE49-F238E27FC236}">
                  <a16:creationId xmlns:a16="http://schemas.microsoft.com/office/drawing/2014/main" id="{98B82786-1E78-46BD-B1E1-A8C88A22CD0A}"/>
                </a:ext>
              </a:extLst>
            </p:cNvPr>
            <p:cNvSpPr/>
            <p:nvPr/>
          </p:nvSpPr>
          <p:spPr bwMode="auto">
            <a:xfrm rot="19800000">
              <a:off x="2321905" y="4156634"/>
              <a:ext cx="2566001" cy="864096"/>
            </a:xfrm>
            <a:prstGeom prst="ellipse">
              <a:avLst/>
            </a:prstGeom>
            <a:noFill/>
            <a:ln w="190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16" name="Oval 16">
              <a:extLst>
                <a:ext uri="{FF2B5EF4-FFF2-40B4-BE49-F238E27FC236}">
                  <a16:creationId xmlns:a16="http://schemas.microsoft.com/office/drawing/2014/main" id="{8C0B2603-D4C0-4AD8-9CF4-E7DDF1103229}"/>
                </a:ext>
              </a:extLst>
            </p:cNvPr>
            <p:cNvSpPr/>
            <p:nvPr/>
          </p:nvSpPr>
          <p:spPr bwMode="auto">
            <a:xfrm rot="19800000">
              <a:off x="4146419" y="3059110"/>
              <a:ext cx="2639473" cy="864096"/>
            </a:xfrm>
            <a:prstGeom prst="ellipse">
              <a:avLst/>
            </a:prstGeom>
            <a:noFill/>
            <a:ln w="1905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17" name="Oval 17">
              <a:extLst>
                <a:ext uri="{FF2B5EF4-FFF2-40B4-BE49-F238E27FC236}">
                  <a16:creationId xmlns:a16="http://schemas.microsoft.com/office/drawing/2014/main" id="{C9D1F8F3-A1B0-4AE3-9970-38F0F1360CE1}"/>
                </a:ext>
              </a:extLst>
            </p:cNvPr>
            <p:cNvSpPr/>
            <p:nvPr/>
          </p:nvSpPr>
          <p:spPr bwMode="auto">
            <a:xfrm rot="18000000" flipV="1">
              <a:off x="2830526" y="4492567"/>
              <a:ext cx="2436807" cy="864096"/>
            </a:xfrm>
            <a:prstGeom prst="ellipse">
              <a:avLst/>
            </a:prstGeom>
            <a:noFill/>
            <a:ln w="19050" cap="flat" cmpd="sng" algn="ctr">
              <a:solidFill>
                <a:schemeClr val="bg2">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18" name="Oval 18">
              <a:extLst>
                <a:ext uri="{FF2B5EF4-FFF2-40B4-BE49-F238E27FC236}">
                  <a16:creationId xmlns:a16="http://schemas.microsoft.com/office/drawing/2014/main" id="{CBAAB25A-D2CE-431E-9B45-822CBF3A22B7}"/>
                </a:ext>
              </a:extLst>
            </p:cNvPr>
            <p:cNvSpPr/>
            <p:nvPr/>
          </p:nvSpPr>
          <p:spPr bwMode="auto">
            <a:xfrm rot="18000000" flipV="1">
              <a:off x="3741233" y="2668396"/>
              <a:ext cx="2605499" cy="864096"/>
            </a:xfrm>
            <a:prstGeom prst="ellipse">
              <a:avLst/>
            </a:prstGeom>
            <a:noFill/>
            <a:ln w="1905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grpSp>
          <p:nvGrpSpPr>
            <p:cNvPr id="19" name="Group 19">
              <a:extLst>
                <a:ext uri="{FF2B5EF4-FFF2-40B4-BE49-F238E27FC236}">
                  <a16:creationId xmlns:a16="http://schemas.microsoft.com/office/drawing/2014/main" id="{E9127ECC-0F65-40F2-B89D-B8508ECE5DF2}"/>
                </a:ext>
              </a:extLst>
            </p:cNvPr>
            <p:cNvGrpSpPr/>
            <p:nvPr/>
          </p:nvGrpSpPr>
          <p:grpSpPr>
            <a:xfrm>
              <a:off x="3703394" y="3576002"/>
              <a:ext cx="1555081" cy="1111211"/>
              <a:chOff x="3712042" y="3581225"/>
              <a:chExt cx="1555081" cy="1111211"/>
            </a:xfrm>
          </p:grpSpPr>
          <p:sp>
            <p:nvSpPr>
              <p:cNvPr id="32" name="Oval 32">
                <a:extLst>
                  <a:ext uri="{FF2B5EF4-FFF2-40B4-BE49-F238E27FC236}">
                    <a16:creationId xmlns:a16="http://schemas.microsoft.com/office/drawing/2014/main" id="{48133636-D731-4AFF-B254-CD3390FC57B7}"/>
                  </a:ext>
                </a:extLst>
              </p:cNvPr>
              <p:cNvSpPr/>
              <p:nvPr/>
            </p:nvSpPr>
            <p:spPr bwMode="auto">
              <a:xfrm>
                <a:off x="3712042" y="3581225"/>
                <a:ext cx="1555081" cy="1111211"/>
              </a:xfrm>
              <a:prstGeom prst="ellipse">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33" name="TextBox 33">
                <a:extLst>
                  <a:ext uri="{FF2B5EF4-FFF2-40B4-BE49-F238E27FC236}">
                    <a16:creationId xmlns:a16="http://schemas.microsoft.com/office/drawing/2014/main" id="{2699C158-342D-4BDF-8EDB-A3056BC0FB87}"/>
                  </a:ext>
                </a:extLst>
              </p:cNvPr>
              <p:cNvSpPr txBox="1"/>
              <p:nvPr/>
            </p:nvSpPr>
            <p:spPr>
              <a:xfrm>
                <a:off x="3979563" y="3750397"/>
                <a:ext cx="1063163" cy="663276"/>
              </a:xfrm>
              <a:prstGeom prst="rect">
                <a:avLst/>
              </a:prstGeom>
              <a:noFill/>
            </p:spPr>
            <p:txBody>
              <a:bodyPr wrap="none" rtlCol="0">
                <a:spAutoFit/>
              </a:bodyPr>
              <a:lstStyle/>
              <a:p>
                <a:pPr algn="ctr"/>
                <a:r>
                  <a:rPr lang="en-US" sz="1400" dirty="0">
                    <a:solidFill>
                      <a:srgbClr val="FFFFFF"/>
                    </a:solidFill>
                    <a:cs typeface="Arial" charset="0"/>
                  </a:rPr>
                  <a:t>Predictive</a:t>
                </a:r>
              </a:p>
              <a:p>
                <a:pPr algn="ctr"/>
                <a:r>
                  <a:rPr lang="en-US" sz="1400" dirty="0">
                    <a:solidFill>
                      <a:srgbClr val="FFFFFF"/>
                    </a:solidFill>
                    <a:cs typeface="Arial" charset="0"/>
                  </a:rPr>
                  <a:t>Analytics</a:t>
                </a:r>
              </a:p>
            </p:txBody>
          </p:sp>
        </p:grpSp>
        <p:sp>
          <p:nvSpPr>
            <p:cNvPr id="20" name="TextBox 20">
              <a:extLst>
                <a:ext uri="{FF2B5EF4-FFF2-40B4-BE49-F238E27FC236}">
                  <a16:creationId xmlns:a16="http://schemas.microsoft.com/office/drawing/2014/main" id="{E0F9AF0C-89E1-4906-9F3B-7231A7BDEBE9}"/>
                </a:ext>
              </a:extLst>
            </p:cNvPr>
            <p:cNvSpPr txBox="1"/>
            <p:nvPr/>
          </p:nvSpPr>
          <p:spPr>
            <a:xfrm>
              <a:off x="6694561" y="2502778"/>
              <a:ext cx="1403256" cy="429178"/>
            </a:xfrm>
            <a:prstGeom prst="rect">
              <a:avLst/>
            </a:prstGeom>
            <a:noFill/>
          </p:spPr>
          <p:txBody>
            <a:bodyPr wrap="none" rtlCol="0">
              <a:spAutoFit/>
            </a:bodyPr>
            <a:lstStyle/>
            <a:p>
              <a:r>
                <a:rPr lang="en-US" sz="1600" dirty="0">
                  <a:solidFill>
                    <a:srgbClr val="0070C0"/>
                  </a:solidFill>
                  <a:cs typeface="Arial" charset="0"/>
                </a:rPr>
                <a:t>Text Mining</a:t>
              </a:r>
            </a:p>
          </p:txBody>
        </p:sp>
        <p:sp>
          <p:nvSpPr>
            <p:cNvPr id="21" name="TextBox 21">
              <a:extLst>
                <a:ext uri="{FF2B5EF4-FFF2-40B4-BE49-F238E27FC236}">
                  <a16:creationId xmlns:a16="http://schemas.microsoft.com/office/drawing/2014/main" id="{F4836AD1-636F-4773-A704-C5192C853477}"/>
                </a:ext>
              </a:extLst>
            </p:cNvPr>
            <p:cNvSpPr txBox="1"/>
            <p:nvPr/>
          </p:nvSpPr>
          <p:spPr>
            <a:xfrm>
              <a:off x="6876256" y="3561643"/>
              <a:ext cx="1713165" cy="429178"/>
            </a:xfrm>
            <a:prstGeom prst="rect">
              <a:avLst/>
            </a:prstGeom>
            <a:noFill/>
          </p:spPr>
          <p:txBody>
            <a:bodyPr wrap="none" rtlCol="0">
              <a:spAutoFit/>
            </a:bodyPr>
            <a:lstStyle/>
            <a:p>
              <a:r>
                <a:rPr lang="en-US" sz="1600" dirty="0">
                  <a:solidFill>
                    <a:srgbClr val="00B0F0"/>
                  </a:solidFill>
                  <a:cs typeface="Arial" charset="0"/>
                </a:rPr>
                <a:t>Process Mining</a:t>
              </a:r>
            </a:p>
          </p:txBody>
        </p:sp>
        <p:sp>
          <p:nvSpPr>
            <p:cNvPr id="22" name="TextBox 22">
              <a:extLst>
                <a:ext uri="{FF2B5EF4-FFF2-40B4-BE49-F238E27FC236}">
                  <a16:creationId xmlns:a16="http://schemas.microsoft.com/office/drawing/2014/main" id="{54D85AB9-64B2-444B-8B49-618073362A57}"/>
                </a:ext>
              </a:extLst>
            </p:cNvPr>
            <p:cNvSpPr txBox="1"/>
            <p:nvPr/>
          </p:nvSpPr>
          <p:spPr>
            <a:xfrm>
              <a:off x="6640507" y="4748913"/>
              <a:ext cx="1551262" cy="429178"/>
            </a:xfrm>
            <a:prstGeom prst="rect">
              <a:avLst/>
            </a:prstGeom>
            <a:noFill/>
          </p:spPr>
          <p:txBody>
            <a:bodyPr wrap="none" rtlCol="0">
              <a:spAutoFit/>
            </a:bodyPr>
            <a:lstStyle/>
            <a:p>
              <a:r>
                <a:rPr lang="en-US" sz="1600" dirty="0">
                  <a:solidFill>
                    <a:srgbClr val="00B050"/>
                  </a:solidFill>
                  <a:cs typeface="Arial" charset="0"/>
                </a:rPr>
                <a:t>Video Mining</a:t>
              </a:r>
            </a:p>
          </p:txBody>
        </p:sp>
        <p:sp>
          <p:nvSpPr>
            <p:cNvPr id="24" name="TextBox 24">
              <a:extLst>
                <a:ext uri="{FF2B5EF4-FFF2-40B4-BE49-F238E27FC236}">
                  <a16:creationId xmlns:a16="http://schemas.microsoft.com/office/drawing/2014/main" id="{B04DEE69-DF55-47C9-8809-F51F91EA036F}"/>
                </a:ext>
              </a:extLst>
            </p:cNvPr>
            <p:cNvSpPr txBox="1"/>
            <p:nvPr/>
          </p:nvSpPr>
          <p:spPr>
            <a:xfrm>
              <a:off x="2442874" y="5916688"/>
              <a:ext cx="753107" cy="429178"/>
            </a:xfrm>
            <a:prstGeom prst="rect">
              <a:avLst/>
            </a:prstGeom>
            <a:noFill/>
          </p:spPr>
          <p:txBody>
            <a:bodyPr wrap="none" rtlCol="0">
              <a:spAutoFit/>
            </a:bodyPr>
            <a:lstStyle/>
            <a:p>
              <a:pPr algn="ctr"/>
              <a:r>
                <a:rPr lang="en-US" sz="1600" dirty="0">
                  <a:solidFill>
                    <a:srgbClr val="FF9A00">
                      <a:lumMod val="75000"/>
                    </a:srgbClr>
                  </a:solidFill>
                  <a:cs typeface="Arial" charset="0"/>
                </a:rPr>
                <a:t>…….</a:t>
              </a:r>
            </a:p>
          </p:txBody>
        </p:sp>
        <p:sp>
          <p:nvSpPr>
            <p:cNvPr id="25" name="TextBox 25">
              <a:extLst>
                <a:ext uri="{FF2B5EF4-FFF2-40B4-BE49-F238E27FC236}">
                  <a16:creationId xmlns:a16="http://schemas.microsoft.com/office/drawing/2014/main" id="{DD0C7F89-D74D-49B5-AB5D-B46AD476869D}"/>
                </a:ext>
              </a:extLst>
            </p:cNvPr>
            <p:cNvSpPr txBox="1"/>
            <p:nvPr/>
          </p:nvSpPr>
          <p:spPr>
            <a:xfrm>
              <a:off x="999578" y="2342601"/>
              <a:ext cx="1294774" cy="429178"/>
            </a:xfrm>
            <a:prstGeom prst="rect">
              <a:avLst/>
            </a:prstGeom>
            <a:noFill/>
          </p:spPr>
          <p:txBody>
            <a:bodyPr wrap="none" rtlCol="0">
              <a:spAutoFit/>
            </a:bodyPr>
            <a:lstStyle/>
            <a:p>
              <a:pPr algn="ctr"/>
              <a:r>
                <a:rPr lang="en-US" sz="1600" dirty="0">
                  <a:solidFill>
                    <a:srgbClr val="101073"/>
                  </a:solidFill>
                  <a:cs typeface="Arial" charset="0"/>
                </a:rPr>
                <a:t>Stochastics</a:t>
              </a:r>
            </a:p>
          </p:txBody>
        </p:sp>
        <p:sp>
          <p:nvSpPr>
            <p:cNvPr id="26" name="TextBox 26">
              <a:extLst>
                <a:ext uri="{FF2B5EF4-FFF2-40B4-BE49-F238E27FC236}">
                  <a16:creationId xmlns:a16="http://schemas.microsoft.com/office/drawing/2014/main" id="{56A8855E-55B9-4650-8BED-CBEB8226B219}"/>
                </a:ext>
              </a:extLst>
            </p:cNvPr>
            <p:cNvSpPr txBox="1"/>
            <p:nvPr/>
          </p:nvSpPr>
          <p:spPr>
            <a:xfrm>
              <a:off x="229784" y="3856076"/>
              <a:ext cx="1644055" cy="429178"/>
            </a:xfrm>
            <a:prstGeom prst="rect">
              <a:avLst/>
            </a:prstGeom>
            <a:noFill/>
          </p:spPr>
          <p:txBody>
            <a:bodyPr wrap="none" rtlCol="0">
              <a:spAutoFit/>
            </a:bodyPr>
            <a:lstStyle/>
            <a:p>
              <a:pPr algn="ctr"/>
              <a:r>
                <a:rPr lang="en-US" sz="1600" dirty="0">
                  <a:solidFill>
                    <a:srgbClr val="FF0000"/>
                  </a:solidFill>
                  <a:cs typeface="Arial" charset="0"/>
                </a:rPr>
                <a:t>Deep Learning</a:t>
              </a:r>
            </a:p>
          </p:txBody>
        </p:sp>
        <p:sp>
          <p:nvSpPr>
            <p:cNvPr id="27" name="TextBox 27">
              <a:extLst>
                <a:ext uri="{FF2B5EF4-FFF2-40B4-BE49-F238E27FC236}">
                  <a16:creationId xmlns:a16="http://schemas.microsoft.com/office/drawing/2014/main" id="{CC3B3389-3C99-4D36-A511-B298C97D5C07}"/>
                </a:ext>
              </a:extLst>
            </p:cNvPr>
            <p:cNvSpPr txBox="1"/>
            <p:nvPr/>
          </p:nvSpPr>
          <p:spPr>
            <a:xfrm>
              <a:off x="-231227" y="4869344"/>
              <a:ext cx="2646104" cy="429178"/>
            </a:xfrm>
            <a:prstGeom prst="rect">
              <a:avLst/>
            </a:prstGeom>
            <a:noFill/>
          </p:spPr>
          <p:txBody>
            <a:bodyPr wrap="none" rtlCol="0">
              <a:spAutoFit/>
            </a:bodyPr>
            <a:lstStyle/>
            <a:p>
              <a:pPr algn="ctr"/>
              <a:r>
                <a:rPr lang="en-US" sz="1600" dirty="0">
                  <a:solidFill>
                    <a:srgbClr val="FFC000"/>
                  </a:solidFill>
                  <a:cs typeface="Arial" charset="0"/>
                </a:rPr>
                <a:t>Support Vector Machines</a:t>
              </a:r>
            </a:p>
          </p:txBody>
        </p:sp>
        <p:sp>
          <p:nvSpPr>
            <p:cNvPr id="28" name="TextBox 28">
              <a:extLst>
                <a:ext uri="{FF2B5EF4-FFF2-40B4-BE49-F238E27FC236}">
                  <a16:creationId xmlns:a16="http://schemas.microsoft.com/office/drawing/2014/main" id="{0BF80D04-0958-48C5-91EB-1598563D9FB8}"/>
                </a:ext>
              </a:extLst>
            </p:cNvPr>
            <p:cNvSpPr txBox="1"/>
            <p:nvPr/>
          </p:nvSpPr>
          <p:spPr>
            <a:xfrm>
              <a:off x="5918827" y="5747411"/>
              <a:ext cx="2258568" cy="429178"/>
            </a:xfrm>
            <a:prstGeom prst="rect">
              <a:avLst/>
            </a:prstGeom>
            <a:noFill/>
          </p:spPr>
          <p:txBody>
            <a:bodyPr wrap="none" rtlCol="0">
              <a:spAutoFit/>
            </a:bodyPr>
            <a:lstStyle/>
            <a:p>
              <a:pPr algn="ctr"/>
              <a:r>
                <a:rPr lang="en-US" sz="1600" dirty="0">
                  <a:solidFill>
                    <a:srgbClr val="101073"/>
                  </a:solidFill>
                  <a:cs typeface="Arial" charset="0"/>
                </a:rPr>
                <a:t>Symbolic Regression</a:t>
              </a:r>
            </a:p>
          </p:txBody>
        </p:sp>
        <p:sp>
          <p:nvSpPr>
            <p:cNvPr id="29" name="TextBox 29">
              <a:extLst>
                <a:ext uri="{FF2B5EF4-FFF2-40B4-BE49-F238E27FC236}">
                  <a16:creationId xmlns:a16="http://schemas.microsoft.com/office/drawing/2014/main" id="{B2BAC851-98E7-4CAC-A848-5069746EC061}"/>
                </a:ext>
              </a:extLst>
            </p:cNvPr>
            <p:cNvSpPr txBox="1"/>
            <p:nvPr/>
          </p:nvSpPr>
          <p:spPr>
            <a:xfrm>
              <a:off x="4322074" y="6258247"/>
              <a:ext cx="1480284" cy="429178"/>
            </a:xfrm>
            <a:prstGeom prst="rect">
              <a:avLst/>
            </a:prstGeom>
            <a:noFill/>
          </p:spPr>
          <p:txBody>
            <a:bodyPr wrap="none" rtlCol="0">
              <a:spAutoFit/>
            </a:bodyPr>
            <a:lstStyle/>
            <a:p>
              <a:pPr algn="ctr"/>
              <a:r>
                <a:rPr lang="en-US" sz="1600" dirty="0">
                  <a:solidFill>
                    <a:srgbClr val="00B050"/>
                  </a:solidFill>
                  <a:cs typeface="Arial" charset="0"/>
                </a:rPr>
                <a:t>Visualization</a:t>
              </a:r>
            </a:p>
          </p:txBody>
        </p:sp>
        <p:sp>
          <p:nvSpPr>
            <p:cNvPr id="30" name="TextBox 30">
              <a:extLst>
                <a:ext uri="{FF2B5EF4-FFF2-40B4-BE49-F238E27FC236}">
                  <a16:creationId xmlns:a16="http://schemas.microsoft.com/office/drawing/2014/main" id="{12AA67CB-80DC-4963-894C-F023A863E67D}"/>
                </a:ext>
              </a:extLst>
            </p:cNvPr>
            <p:cNvSpPr txBox="1"/>
            <p:nvPr/>
          </p:nvSpPr>
          <p:spPr>
            <a:xfrm>
              <a:off x="3901718" y="1251551"/>
              <a:ext cx="1432992" cy="429178"/>
            </a:xfrm>
            <a:prstGeom prst="rect">
              <a:avLst/>
            </a:prstGeom>
            <a:noFill/>
          </p:spPr>
          <p:txBody>
            <a:bodyPr wrap="none" rtlCol="0">
              <a:spAutoFit/>
            </a:bodyPr>
            <a:lstStyle/>
            <a:p>
              <a:r>
                <a:rPr lang="en-US" sz="1600" dirty="0">
                  <a:solidFill>
                    <a:srgbClr val="7030A0"/>
                  </a:solidFill>
                  <a:cs typeface="Arial" charset="0"/>
                </a:rPr>
                <a:t>Data Mining</a:t>
              </a:r>
            </a:p>
          </p:txBody>
        </p:sp>
        <p:sp>
          <p:nvSpPr>
            <p:cNvPr id="31" name="TextBox 31">
              <a:extLst>
                <a:ext uri="{FF2B5EF4-FFF2-40B4-BE49-F238E27FC236}">
                  <a16:creationId xmlns:a16="http://schemas.microsoft.com/office/drawing/2014/main" id="{E5CFC36F-57A3-4ACE-AAA9-DD331E99AD75}"/>
                </a:ext>
              </a:extLst>
            </p:cNvPr>
            <p:cNvSpPr txBox="1"/>
            <p:nvPr/>
          </p:nvSpPr>
          <p:spPr>
            <a:xfrm>
              <a:off x="5796136" y="1543938"/>
              <a:ext cx="2857814" cy="429178"/>
            </a:xfrm>
            <a:prstGeom prst="rect">
              <a:avLst/>
            </a:prstGeom>
            <a:noFill/>
          </p:spPr>
          <p:txBody>
            <a:bodyPr wrap="square" rtlCol="0">
              <a:spAutoFit/>
            </a:bodyPr>
            <a:lstStyle/>
            <a:p>
              <a:r>
                <a:rPr lang="en-US" sz="1600" dirty="0">
                  <a:solidFill>
                    <a:srgbClr val="002060"/>
                  </a:solidFill>
                  <a:cs typeface="Arial" charset="0"/>
                </a:rPr>
                <a:t>Machine Learning</a:t>
              </a:r>
            </a:p>
          </p:txBody>
        </p:sp>
      </p:grpSp>
      <p:sp>
        <p:nvSpPr>
          <p:cNvPr id="34" name="Slide Number Placeholder 9">
            <a:extLst>
              <a:ext uri="{FF2B5EF4-FFF2-40B4-BE49-F238E27FC236}">
                <a16:creationId xmlns:a16="http://schemas.microsoft.com/office/drawing/2014/main" id="{56DA78A7-BBC4-48DD-AD62-1456A978641F}"/>
              </a:ext>
            </a:extLst>
          </p:cNvPr>
          <p:cNvSpPr txBox="1">
            <a:spLocks/>
          </p:cNvSpPr>
          <p:nvPr/>
        </p:nvSpPr>
        <p:spPr>
          <a:xfrm>
            <a:off x="10130652" y="7507256"/>
            <a:ext cx="435455" cy="106780"/>
          </a:xfrm>
          <a:prstGeom prst="rect">
            <a:avLst/>
          </a:prstGeom>
        </p:spPr>
        <p:txBody>
          <a:bodyPr/>
          <a:lstStyle>
            <a:defPPr>
              <a:defRPr lang="en-US"/>
            </a:defPPr>
            <a:lvl1pPr algn="l" rtl="0" fontAlgn="base">
              <a:spcBef>
                <a:spcPct val="0"/>
              </a:spcBef>
              <a:spcAft>
                <a:spcPct val="0"/>
              </a:spcAft>
              <a:buNone/>
              <a:defRPr lang="en-US" sz="2000" b="0" i="0" u="none" kern="1200">
                <a:solidFill>
                  <a:srgbClr val="000000"/>
                </a:solidFill>
                <a:latin typeface="Arial"/>
                <a:ea typeface="+mn-ea"/>
                <a:cs typeface="+mn-cs"/>
              </a:defRPr>
            </a:lvl1pPr>
            <a:lvl2pPr marL="455613" indent="1588" algn="l" rtl="0" fontAlgn="base">
              <a:spcBef>
                <a:spcPct val="0"/>
              </a:spcBef>
              <a:spcAft>
                <a:spcPct val="0"/>
              </a:spcAft>
              <a:defRPr sz="2000" kern="1200">
                <a:solidFill>
                  <a:srgbClr val="000000"/>
                </a:solidFill>
                <a:latin typeface="Arial" charset="0"/>
                <a:ea typeface="+mn-ea"/>
                <a:cs typeface="+mn-cs"/>
              </a:defRPr>
            </a:lvl2pPr>
            <a:lvl3pPr marL="912813" indent="1588" algn="l" rtl="0" fontAlgn="base">
              <a:spcBef>
                <a:spcPct val="0"/>
              </a:spcBef>
              <a:spcAft>
                <a:spcPct val="0"/>
              </a:spcAft>
              <a:defRPr sz="2000" kern="1200">
                <a:solidFill>
                  <a:srgbClr val="000000"/>
                </a:solidFill>
                <a:latin typeface="Arial" charset="0"/>
                <a:ea typeface="+mn-ea"/>
                <a:cs typeface="+mn-cs"/>
              </a:defRPr>
            </a:lvl3pPr>
            <a:lvl4pPr marL="1370013" indent="1588" algn="l" rtl="0" fontAlgn="base">
              <a:spcBef>
                <a:spcPct val="0"/>
              </a:spcBef>
              <a:spcAft>
                <a:spcPct val="0"/>
              </a:spcAft>
              <a:defRPr sz="2000" kern="1200">
                <a:solidFill>
                  <a:srgbClr val="000000"/>
                </a:solidFill>
                <a:latin typeface="Arial" charset="0"/>
                <a:ea typeface="+mn-ea"/>
                <a:cs typeface="+mn-cs"/>
              </a:defRPr>
            </a:lvl4pPr>
            <a:lvl5pPr marL="1827213" indent="1588" algn="l" rtl="0" fontAlgn="base">
              <a:spcBef>
                <a:spcPct val="0"/>
              </a:spcBef>
              <a:spcAft>
                <a:spcPct val="0"/>
              </a:spcAft>
              <a:defRPr sz="2000" kern="1200">
                <a:solidFill>
                  <a:srgbClr val="000000"/>
                </a:solidFill>
                <a:latin typeface="Arial" charset="0"/>
                <a:ea typeface="+mn-ea"/>
                <a:cs typeface="+mn-cs"/>
              </a:defRPr>
            </a:lvl5pPr>
            <a:lvl6pPr marL="2286000" algn="l" defTabSz="914400" rtl="0" eaLnBrk="1" latinLnBrk="0" hangingPunct="1">
              <a:defRPr sz="2000" kern="1200">
                <a:solidFill>
                  <a:srgbClr val="000000"/>
                </a:solidFill>
                <a:latin typeface="Arial" charset="0"/>
                <a:ea typeface="+mn-ea"/>
                <a:cs typeface="+mn-cs"/>
              </a:defRPr>
            </a:lvl6pPr>
            <a:lvl7pPr marL="2743200" algn="l" defTabSz="914400" rtl="0" eaLnBrk="1" latinLnBrk="0" hangingPunct="1">
              <a:defRPr sz="2000" kern="1200">
                <a:solidFill>
                  <a:srgbClr val="000000"/>
                </a:solidFill>
                <a:latin typeface="Arial" charset="0"/>
                <a:ea typeface="+mn-ea"/>
                <a:cs typeface="+mn-cs"/>
              </a:defRPr>
            </a:lvl7pPr>
            <a:lvl8pPr marL="3200400" algn="l" defTabSz="914400" rtl="0" eaLnBrk="1" latinLnBrk="0" hangingPunct="1">
              <a:defRPr sz="2000" kern="1200">
                <a:solidFill>
                  <a:srgbClr val="000000"/>
                </a:solidFill>
                <a:latin typeface="Arial" charset="0"/>
                <a:ea typeface="+mn-ea"/>
                <a:cs typeface="+mn-cs"/>
              </a:defRPr>
            </a:lvl8pPr>
            <a:lvl9pPr marL="3657600" algn="l" defTabSz="914400" rtl="0" eaLnBrk="1" latinLnBrk="0" hangingPunct="1">
              <a:defRPr sz="2000" kern="1200">
                <a:solidFill>
                  <a:srgbClr val="000000"/>
                </a:solidFill>
                <a:latin typeface="Arial" charset="0"/>
                <a:ea typeface="+mn-ea"/>
                <a:cs typeface="+mn-cs"/>
              </a:defRPr>
            </a:lvl9pPr>
          </a:lstStyle>
          <a:p>
            <a:pPr algn="r"/>
            <a:fld id="{47C8D631-ABF6-421F-A19A-6251DCC6B69F}" type="slidenum">
              <a:rPr lang="nl-NL" sz="1000"/>
              <a:pPr algn="r"/>
              <a:t>20</a:t>
            </a:fld>
            <a:endParaRPr lang="nl-NL" sz="1000" dirty="0"/>
          </a:p>
        </p:txBody>
      </p:sp>
      <p:sp>
        <p:nvSpPr>
          <p:cNvPr id="3" name="Slide Number Placeholder 2">
            <a:extLst>
              <a:ext uri="{FF2B5EF4-FFF2-40B4-BE49-F238E27FC236}">
                <a16:creationId xmlns:a16="http://schemas.microsoft.com/office/drawing/2014/main" id="{18FF061C-340B-A464-1729-E1BE008FFBE8}"/>
              </a:ext>
            </a:extLst>
          </p:cNvPr>
          <p:cNvSpPr>
            <a:spLocks noGrp="1"/>
          </p:cNvSpPr>
          <p:nvPr>
            <p:ph type="sldNum" sz="quarter" idx="12"/>
          </p:nvPr>
        </p:nvSpPr>
        <p:spPr/>
        <p:txBody>
          <a:bodyPr/>
          <a:lstStyle/>
          <a:p>
            <a:fld id="{F0C94032-CD4C-4C25-B0C2-CEC720522D92}" type="slidenum">
              <a:rPr lang="en-US" smtClean="0"/>
              <a:pPr/>
              <a:t>20</a:t>
            </a:fld>
            <a:endParaRPr lang="en-US" dirty="0"/>
          </a:p>
        </p:txBody>
      </p:sp>
      <p:sp>
        <p:nvSpPr>
          <p:cNvPr id="4" name="Footer Placeholder 3">
            <a:extLst>
              <a:ext uri="{FF2B5EF4-FFF2-40B4-BE49-F238E27FC236}">
                <a16:creationId xmlns:a16="http://schemas.microsoft.com/office/drawing/2014/main" id="{6C708C5A-1C34-D9EF-2A73-BA175CA0E0B8}"/>
              </a:ext>
            </a:extLst>
          </p:cNvPr>
          <p:cNvSpPr>
            <a:spLocks noGrp="1"/>
          </p:cNvSpPr>
          <p:nvPr>
            <p:ph type="ftr" sz="quarter" idx="11"/>
          </p:nvPr>
        </p:nvSpPr>
        <p:spPr/>
        <p:txBody>
          <a:bodyPr/>
          <a:lstStyle/>
          <a:p>
            <a:r>
              <a:rPr lang="en-US"/>
              <a:t>Analytics for a Better World, Lecture 1</a:t>
            </a:r>
            <a:endParaRPr lang="en-US" dirty="0"/>
          </a:p>
        </p:txBody>
      </p:sp>
    </p:spTree>
    <p:extLst>
      <p:ext uri="{BB962C8B-B14F-4D97-AF65-F5344CB8AC3E}">
        <p14:creationId xmlns:p14="http://schemas.microsoft.com/office/powerpoint/2010/main" val="4041471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3A5EB6-8083-4CE7-8EE7-8014CE77A776}"/>
              </a:ext>
            </a:extLst>
          </p:cNvPr>
          <p:cNvSpPr>
            <a:spLocks noGrp="1"/>
          </p:cNvSpPr>
          <p:nvPr>
            <p:ph type="title"/>
          </p:nvPr>
        </p:nvSpPr>
        <p:spPr>
          <a:xfrm>
            <a:off x="305562" y="500826"/>
            <a:ext cx="11159196" cy="936103"/>
          </a:xfrm>
        </p:spPr>
        <p:txBody>
          <a:bodyPr/>
          <a:lstStyle/>
          <a:p>
            <a:r>
              <a:rPr lang="en-US" dirty="0"/>
              <a:t>Prescriptive Analytics</a:t>
            </a:r>
          </a:p>
        </p:txBody>
      </p:sp>
      <p:grpSp>
        <p:nvGrpSpPr>
          <p:cNvPr id="6" name="Group 6">
            <a:extLst>
              <a:ext uri="{FF2B5EF4-FFF2-40B4-BE49-F238E27FC236}">
                <a16:creationId xmlns:a16="http://schemas.microsoft.com/office/drawing/2014/main" id="{DE712DDC-7665-4E3E-88BD-3AA3E147B045}"/>
              </a:ext>
            </a:extLst>
          </p:cNvPr>
          <p:cNvGrpSpPr/>
          <p:nvPr/>
        </p:nvGrpSpPr>
        <p:grpSpPr>
          <a:xfrm>
            <a:off x="2173676" y="1449503"/>
            <a:ext cx="8168529" cy="4764761"/>
            <a:chOff x="294417" y="1251551"/>
            <a:chExt cx="9214021" cy="5389651"/>
          </a:xfrm>
        </p:grpSpPr>
        <p:sp>
          <p:nvSpPr>
            <p:cNvPr id="7" name="Oval 7">
              <a:extLst>
                <a:ext uri="{FF2B5EF4-FFF2-40B4-BE49-F238E27FC236}">
                  <a16:creationId xmlns:a16="http://schemas.microsoft.com/office/drawing/2014/main" id="{140014F0-D3E1-48BB-A3C5-9CD8F84101C5}"/>
                </a:ext>
              </a:extLst>
            </p:cNvPr>
            <p:cNvSpPr/>
            <p:nvPr/>
          </p:nvSpPr>
          <p:spPr bwMode="auto">
            <a:xfrm>
              <a:off x="4283968" y="3633472"/>
              <a:ext cx="2636322" cy="864096"/>
            </a:xfrm>
            <a:prstGeom prst="ellipse">
              <a:avLst/>
            </a:prstGeom>
            <a:noFill/>
            <a:ln w="1905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8" name="Oval 8">
              <a:extLst>
                <a:ext uri="{FF2B5EF4-FFF2-40B4-BE49-F238E27FC236}">
                  <a16:creationId xmlns:a16="http://schemas.microsoft.com/office/drawing/2014/main" id="{B870D840-1FEA-49E2-9EF4-D8D44448F68B}"/>
                </a:ext>
              </a:extLst>
            </p:cNvPr>
            <p:cNvSpPr/>
            <p:nvPr/>
          </p:nvSpPr>
          <p:spPr bwMode="auto">
            <a:xfrm rot="5400000">
              <a:off x="3046260" y="2611789"/>
              <a:ext cx="2907463" cy="864096"/>
            </a:xfrm>
            <a:prstGeom prst="ellipse">
              <a:avLst/>
            </a:prstGeom>
            <a:noFill/>
            <a:ln w="1905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9" name="Oval 9">
              <a:extLst>
                <a:ext uri="{FF2B5EF4-FFF2-40B4-BE49-F238E27FC236}">
                  <a16:creationId xmlns:a16="http://schemas.microsoft.com/office/drawing/2014/main" id="{8579060E-CB93-43CE-B3AF-92CA9AEE8B65}"/>
                </a:ext>
              </a:extLst>
            </p:cNvPr>
            <p:cNvSpPr/>
            <p:nvPr/>
          </p:nvSpPr>
          <p:spPr bwMode="auto">
            <a:xfrm rot="5400000">
              <a:off x="3183010" y="4518406"/>
              <a:ext cx="2633963" cy="864096"/>
            </a:xfrm>
            <a:prstGeom prst="ellipse">
              <a:avLst/>
            </a:prstGeom>
            <a:noFill/>
            <a:ln w="19050"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10" name="Oval 10">
              <a:extLst>
                <a:ext uri="{FF2B5EF4-FFF2-40B4-BE49-F238E27FC236}">
                  <a16:creationId xmlns:a16="http://schemas.microsoft.com/office/drawing/2014/main" id="{EC0464C4-E891-464F-9240-A91AA5F28E7E}"/>
                </a:ext>
              </a:extLst>
            </p:cNvPr>
            <p:cNvSpPr/>
            <p:nvPr/>
          </p:nvSpPr>
          <p:spPr bwMode="auto">
            <a:xfrm>
              <a:off x="2090188" y="3639706"/>
              <a:ext cx="2625828" cy="864096"/>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11" name="Oval 11">
              <a:extLst>
                <a:ext uri="{FF2B5EF4-FFF2-40B4-BE49-F238E27FC236}">
                  <a16:creationId xmlns:a16="http://schemas.microsoft.com/office/drawing/2014/main" id="{C3BC6CB9-AE98-463C-8FAB-3B872FAAF2C0}"/>
                </a:ext>
              </a:extLst>
            </p:cNvPr>
            <p:cNvSpPr/>
            <p:nvPr/>
          </p:nvSpPr>
          <p:spPr bwMode="auto">
            <a:xfrm rot="1800000">
              <a:off x="4187715" y="4143092"/>
              <a:ext cx="2511832" cy="864096"/>
            </a:xfrm>
            <a:prstGeom prst="ellipse">
              <a:avLst/>
            </a:prstGeom>
            <a:noFill/>
            <a:ln w="1905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12" name="Oval 12">
              <a:extLst>
                <a:ext uri="{FF2B5EF4-FFF2-40B4-BE49-F238E27FC236}">
                  <a16:creationId xmlns:a16="http://schemas.microsoft.com/office/drawing/2014/main" id="{CE7600A3-ABAB-4C71-85A1-AFADEB503340}"/>
                </a:ext>
              </a:extLst>
            </p:cNvPr>
            <p:cNvSpPr/>
            <p:nvPr/>
          </p:nvSpPr>
          <p:spPr bwMode="auto">
            <a:xfrm rot="1800000">
              <a:off x="2308050" y="3062270"/>
              <a:ext cx="2580849" cy="864096"/>
            </a:xfrm>
            <a:prstGeom prst="ellipse">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13" name="Oval 13">
              <a:extLst>
                <a:ext uri="{FF2B5EF4-FFF2-40B4-BE49-F238E27FC236}">
                  <a16:creationId xmlns:a16="http://schemas.microsoft.com/office/drawing/2014/main" id="{8942C85B-6C42-4A3B-A366-0176876173A6}"/>
                </a:ext>
              </a:extLst>
            </p:cNvPr>
            <p:cNvSpPr/>
            <p:nvPr/>
          </p:nvSpPr>
          <p:spPr bwMode="auto">
            <a:xfrm rot="3600000">
              <a:off x="3821999" y="4497742"/>
              <a:ext cx="2480435" cy="864096"/>
            </a:xfrm>
            <a:prstGeom prst="ellipse">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14" name="Oval 14">
              <a:extLst>
                <a:ext uri="{FF2B5EF4-FFF2-40B4-BE49-F238E27FC236}">
                  <a16:creationId xmlns:a16="http://schemas.microsoft.com/office/drawing/2014/main" id="{8EE17DC0-90CB-456E-8C31-E7EB9261CE46}"/>
                </a:ext>
              </a:extLst>
            </p:cNvPr>
            <p:cNvSpPr/>
            <p:nvPr/>
          </p:nvSpPr>
          <p:spPr bwMode="auto">
            <a:xfrm rot="3600000">
              <a:off x="2724396" y="2733053"/>
              <a:ext cx="2578313" cy="864096"/>
            </a:xfrm>
            <a:prstGeom prst="ellipse">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15" name="Oval 15">
              <a:extLst>
                <a:ext uri="{FF2B5EF4-FFF2-40B4-BE49-F238E27FC236}">
                  <a16:creationId xmlns:a16="http://schemas.microsoft.com/office/drawing/2014/main" id="{4C8CF359-710E-46D0-B6AE-DCBF4A451972}"/>
                </a:ext>
              </a:extLst>
            </p:cNvPr>
            <p:cNvSpPr/>
            <p:nvPr/>
          </p:nvSpPr>
          <p:spPr bwMode="auto">
            <a:xfrm rot="19800000">
              <a:off x="2321905" y="4156634"/>
              <a:ext cx="2566001" cy="864096"/>
            </a:xfrm>
            <a:prstGeom prst="ellipse">
              <a:avLst/>
            </a:prstGeom>
            <a:noFill/>
            <a:ln w="190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16" name="Oval 16">
              <a:extLst>
                <a:ext uri="{FF2B5EF4-FFF2-40B4-BE49-F238E27FC236}">
                  <a16:creationId xmlns:a16="http://schemas.microsoft.com/office/drawing/2014/main" id="{D31DE316-2F56-4B26-B32D-9424ED74B313}"/>
                </a:ext>
              </a:extLst>
            </p:cNvPr>
            <p:cNvSpPr/>
            <p:nvPr/>
          </p:nvSpPr>
          <p:spPr bwMode="auto">
            <a:xfrm rot="19800000">
              <a:off x="4146419" y="3059110"/>
              <a:ext cx="2639473" cy="864096"/>
            </a:xfrm>
            <a:prstGeom prst="ellipse">
              <a:avLst/>
            </a:prstGeom>
            <a:noFill/>
            <a:ln w="1905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17" name="Oval 17">
              <a:extLst>
                <a:ext uri="{FF2B5EF4-FFF2-40B4-BE49-F238E27FC236}">
                  <a16:creationId xmlns:a16="http://schemas.microsoft.com/office/drawing/2014/main" id="{E9614F4D-D014-4073-92ED-6E8AF818C1AE}"/>
                </a:ext>
              </a:extLst>
            </p:cNvPr>
            <p:cNvSpPr/>
            <p:nvPr/>
          </p:nvSpPr>
          <p:spPr bwMode="auto">
            <a:xfrm rot="18000000" flipV="1">
              <a:off x="2830526" y="4492567"/>
              <a:ext cx="2436807" cy="864096"/>
            </a:xfrm>
            <a:prstGeom prst="ellipse">
              <a:avLst/>
            </a:prstGeom>
            <a:noFill/>
            <a:ln w="19050" cap="flat" cmpd="sng" algn="ctr">
              <a:solidFill>
                <a:schemeClr val="bg2">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18" name="Oval 18">
              <a:extLst>
                <a:ext uri="{FF2B5EF4-FFF2-40B4-BE49-F238E27FC236}">
                  <a16:creationId xmlns:a16="http://schemas.microsoft.com/office/drawing/2014/main" id="{89DF73DC-A65E-4C28-BFB9-64216839171B}"/>
                </a:ext>
              </a:extLst>
            </p:cNvPr>
            <p:cNvSpPr/>
            <p:nvPr/>
          </p:nvSpPr>
          <p:spPr bwMode="auto">
            <a:xfrm rot="18000000" flipV="1">
              <a:off x="3741233" y="2668396"/>
              <a:ext cx="2605499" cy="864096"/>
            </a:xfrm>
            <a:prstGeom prst="ellipse">
              <a:avLst/>
            </a:prstGeom>
            <a:noFill/>
            <a:ln w="1905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grpSp>
          <p:nvGrpSpPr>
            <p:cNvPr id="19" name="Group 19">
              <a:extLst>
                <a:ext uri="{FF2B5EF4-FFF2-40B4-BE49-F238E27FC236}">
                  <a16:creationId xmlns:a16="http://schemas.microsoft.com/office/drawing/2014/main" id="{659D44A5-AA1E-4965-802A-DB0CBC1E49E3}"/>
                </a:ext>
              </a:extLst>
            </p:cNvPr>
            <p:cNvGrpSpPr/>
            <p:nvPr/>
          </p:nvGrpSpPr>
          <p:grpSpPr>
            <a:xfrm>
              <a:off x="3703394" y="3576002"/>
              <a:ext cx="1555081" cy="1111211"/>
              <a:chOff x="3712042" y="3581225"/>
              <a:chExt cx="1555081" cy="1111211"/>
            </a:xfrm>
          </p:grpSpPr>
          <p:sp>
            <p:nvSpPr>
              <p:cNvPr id="32" name="Oval 32">
                <a:extLst>
                  <a:ext uri="{FF2B5EF4-FFF2-40B4-BE49-F238E27FC236}">
                    <a16:creationId xmlns:a16="http://schemas.microsoft.com/office/drawing/2014/main" id="{56A8A8E0-822C-49CD-A669-329C8FE67326}"/>
                  </a:ext>
                </a:extLst>
              </p:cNvPr>
              <p:cNvSpPr/>
              <p:nvPr/>
            </p:nvSpPr>
            <p:spPr bwMode="auto">
              <a:xfrm>
                <a:off x="3712042" y="3581225"/>
                <a:ext cx="1555081" cy="1111211"/>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600" b="1">
                  <a:solidFill>
                    <a:srgbClr val="101073"/>
                  </a:solidFill>
                  <a:cs typeface="Arial" charset="0"/>
                </a:endParaRPr>
              </a:p>
            </p:txBody>
          </p:sp>
          <p:sp>
            <p:nvSpPr>
              <p:cNvPr id="33" name="TextBox 33">
                <a:extLst>
                  <a:ext uri="{FF2B5EF4-FFF2-40B4-BE49-F238E27FC236}">
                    <a16:creationId xmlns:a16="http://schemas.microsoft.com/office/drawing/2014/main" id="{2316F792-05F6-4E25-AAF1-1E06CF9C146A}"/>
                  </a:ext>
                </a:extLst>
              </p:cNvPr>
              <p:cNvSpPr txBox="1"/>
              <p:nvPr/>
            </p:nvSpPr>
            <p:spPr>
              <a:xfrm>
                <a:off x="3923308" y="3750397"/>
                <a:ext cx="1175673" cy="591840"/>
              </a:xfrm>
              <a:prstGeom prst="rect">
                <a:avLst/>
              </a:prstGeom>
              <a:noFill/>
            </p:spPr>
            <p:txBody>
              <a:bodyPr wrap="none" rtlCol="0">
                <a:spAutoFit/>
              </a:bodyPr>
              <a:lstStyle/>
              <a:p>
                <a:pPr algn="ctr"/>
                <a:r>
                  <a:rPr lang="en-US" sz="1400" dirty="0">
                    <a:solidFill>
                      <a:srgbClr val="FFFFFF"/>
                    </a:solidFill>
                    <a:cs typeface="Arial" charset="0"/>
                  </a:rPr>
                  <a:t>Prescriptive</a:t>
                </a:r>
              </a:p>
              <a:p>
                <a:pPr algn="ctr"/>
                <a:r>
                  <a:rPr lang="en-US" sz="1400" dirty="0">
                    <a:solidFill>
                      <a:srgbClr val="FFFFFF"/>
                    </a:solidFill>
                    <a:cs typeface="Arial" charset="0"/>
                  </a:rPr>
                  <a:t>Analytics</a:t>
                </a:r>
              </a:p>
            </p:txBody>
          </p:sp>
        </p:grpSp>
        <p:sp>
          <p:nvSpPr>
            <p:cNvPr id="20" name="TextBox 20">
              <a:extLst>
                <a:ext uri="{FF2B5EF4-FFF2-40B4-BE49-F238E27FC236}">
                  <a16:creationId xmlns:a16="http://schemas.microsoft.com/office/drawing/2014/main" id="{13452058-C662-4E4C-950E-A0A2B1153D2B}"/>
                </a:ext>
              </a:extLst>
            </p:cNvPr>
            <p:cNvSpPr txBox="1"/>
            <p:nvPr/>
          </p:nvSpPr>
          <p:spPr>
            <a:xfrm>
              <a:off x="6694560" y="2502779"/>
              <a:ext cx="2813878" cy="382955"/>
            </a:xfrm>
            <a:prstGeom prst="rect">
              <a:avLst/>
            </a:prstGeom>
            <a:noFill/>
          </p:spPr>
          <p:txBody>
            <a:bodyPr wrap="none" rtlCol="0">
              <a:spAutoFit/>
            </a:bodyPr>
            <a:lstStyle/>
            <a:p>
              <a:r>
                <a:rPr lang="en-US" sz="1600" dirty="0">
                  <a:solidFill>
                    <a:srgbClr val="0070C0"/>
                  </a:solidFill>
                  <a:cs typeface="Arial" charset="0"/>
                </a:rPr>
                <a:t>Mixed Integer Optimization</a:t>
              </a:r>
            </a:p>
          </p:txBody>
        </p:sp>
        <p:sp>
          <p:nvSpPr>
            <p:cNvPr id="21" name="TextBox 21">
              <a:extLst>
                <a:ext uri="{FF2B5EF4-FFF2-40B4-BE49-F238E27FC236}">
                  <a16:creationId xmlns:a16="http://schemas.microsoft.com/office/drawing/2014/main" id="{4EDA405F-9A9B-4130-989B-2EA8B4117ABD}"/>
                </a:ext>
              </a:extLst>
            </p:cNvPr>
            <p:cNvSpPr txBox="1"/>
            <p:nvPr/>
          </p:nvSpPr>
          <p:spPr>
            <a:xfrm>
              <a:off x="6876255" y="3561643"/>
              <a:ext cx="2497447" cy="382955"/>
            </a:xfrm>
            <a:prstGeom prst="rect">
              <a:avLst/>
            </a:prstGeom>
            <a:noFill/>
          </p:spPr>
          <p:txBody>
            <a:bodyPr wrap="none" rtlCol="0">
              <a:spAutoFit/>
            </a:bodyPr>
            <a:lstStyle/>
            <a:p>
              <a:r>
                <a:rPr lang="en-US" sz="1600" dirty="0">
                  <a:solidFill>
                    <a:srgbClr val="00B0F0"/>
                  </a:solidFill>
                  <a:cs typeface="Arial" charset="0"/>
                </a:rPr>
                <a:t>Stochastic Programming</a:t>
              </a:r>
            </a:p>
          </p:txBody>
        </p:sp>
        <p:sp>
          <p:nvSpPr>
            <p:cNvPr id="22" name="TextBox 22">
              <a:extLst>
                <a:ext uri="{FF2B5EF4-FFF2-40B4-BE49-F238E27FC236}">
                  <a16:creationId xmlns:a16="http://schemas.microsoft.com/office/drawing/2014/main" id="{6AD38998-4328-4349-B089-D8971514C981}"/>
                </a:ext>
              </a:extLst>
            </p:cNvPr>
            <p:cNvSpPr txBox="1"/>
            <p:nvPr/>
          </p:nvSpPr>
          <p:spPr>
            <a:xfrm>
              <a:off x="6640506" y="4748914"/>
              <a:ext cx="2148471" cy="382955"/>
            </a:xfrm>
            <a:prstGeom prst="rect">
              <a:avLst/>
            </a:prstGeom>
            <a:noFill/>
          </p:spPr>
          <p:txBody>
            <a:bodyPr wrap="none" rtlCol="0">
              <a:spAutoFit/>
            </a:bodyPr>
            <a:lstStyle/>
            <a:p>
              <a:r>
                <a:rPr lang="en-US" sz="1600" dirty="0">
                  <a:solidFill>
                    <a:srgbClr val="00B050"/>
                  </a:solidFill>
                  <a:cs typeface="Arial" charset="0"/>
                </a:rPr>
                <a:t>Robust Optimization</a:t>
              </a:r>
            </a:p>
          </p:txBody>
        </p:sp>
        <p:sp>
          <p:nvSpPr>
            <p:cNvPr id="23" name="TextBox 23">
              <a:extLst>
                <a:ext uri="{FF2B5EF4-FFF2-40B4-BE49-F238E27FC236}">
                  <a16:creationId xmlns:a16="http://schemas.microsoft.com/office/drawing/2014/main" id="{A975085F-07BB-4AEF-8CFD-9A3660CECE40}"/>
                </a:ext>
              </a:extLst>
            </p:cNvPr>
            <p:cNvSpPr txBox="1"/>
            <p:nvPr/>
          </p:nvSpPr>
          <p:spPr>
            <a:xfrm>
              <a:off x="2050457" y="1590105"/>
              <a:ext cx="1228111" cy="382955"/>
            </a:xfrm>
            <a:prstGeom prst="rect">
              <a:avLst/>
            </a:prstGeom>
            <a:noFill/>
          </p:spPr>
          <p:txBody>
            <a:bodyPr wrap="none" rtlCol="0">
              <a:spAutoFit/>
            </a:bodyPr>
            <a:lstStyle/>
            <a:p>
              <a:pPr algn="ctr"/>
              <a:r>
                <a:rPr lang="en-US" sz="1600" dirty="0">
                  <a:solidFill>
                    <a:srgbClr val="C00000"/>
                  </a:solidFill>
                  <a:cs typeface="Arial" charset="0"/>
                </a:rPr>
                <a:t>Simulation</a:t>
              </a:r>
            </a:p>
          </p:txBody>
        </p:sp>
        <p:sp>
          <p:nvSpPr>
            <p:cNvPr id="24" name="TextBox 24">
              <a:extLst>
                <a:ext uri="{FF2B5EF4-FFF2-40B4-BE49-F238E27FC236}">
                  <a16:creationId xmlns:a16="http://schemas.microsoft.com/office/drawing/2014/main" id="{2360D538-128D-4D06-80D5-264EEEBEC636}"/>
                </a:ext>
              </a:extLst>
            </p:cNvPr>
            <p:cNvSpPr txBox="1"/>
            <p:nvPr/>
          </p:nvSpPr>
          <p:spPr>
            <a:xfrm>
              <a:off x="1327506" y="5916688"/>
              <a:ext cx="2983844" cy="382955"/>
            </a:xfrm>
            <a:prstGeom prst="rect">
              <a:avLst/>
            </a:prstGeom>
            <a:noFill/>
          </p:spPr>
          <p:txBody>
            <a:bodyPr wrap="none" rtlCol="0">
              <a:spAutoFit/>
            </a:bodyPr>
            <a:lstStyle/>
            <a:p>
              <a:pPr algn="ctr"/>
              <a:r>
                <a:rPr lang="en-US" sz="1600" dirty="0">
                  <a:solidFill>
                    <a:srgbClr val="FF9A00">
                      <a:lumMod val="75000"/>
                    </a:srgbClr>
                  </a:solidFill>
                  <a:cs typeface="Arial" charset="0"/>
                </a:rPr>
                <a:t>Multi-objective optimization</a:t>
              </a:r>
            </a:p>
          </p:txBody>
        </p:sp>
        <p:sp>
          <p:nvSpPr>
            <p:cNvPr id="25" name="TextBox 25">
              <a:extLst>
                <a:ext uri="{FF2B5EF4-FFF2-40B4-BE49-F238E27FC236}">
                  <a16:creationId xmlns:a16="http://schemas.microsoft.com/office/drawing/2014/main" id="{19302710-7F6B-4F9F-B17B-9FF17F633241}"/>
                </a:ext>
              </a:extLst>
            </p:cNvPr>
            <p:cNvSpPr txBox="1"/>
            <p:nvPr/>
          </p:nvSpPr>
          <p:spPr>
            <a:xfrm>
              <a:off x="881926" y="2342601"/>
              <a:ext cx="1530076" cy="382955"/>
            </a:xfrm>
            <a:prstGeom prst="rect">
              <a:avLst/>
            </a:prstGeom>
            <a:noFill/>
          </p:spPr>
          <p:txBody>
            <a:bodyPr wrap="none" rtlCol="0">
              <a:spAutoFit/>
            </a:bodyPr>
            <a:lstStyle/>
            <a:p>
              <a:pPr algn="ctr"/>
              <a:r>
                <a:rPr lang="en-US" sz="1600" dirty="0">
                  <a:solidFill>
                    <a:srgbClr val="101073"/>
                  </a:solidFill>
                  <a:cs typeface="Arial" charset="0"/>
                </a:rPr>
                <a:t>Decision trees</a:t>
              </a:r>
            </a:p>
          </p:txBody>
        </p:sp>
        <p:sp>
          <p:nvSpPr>
            <p:cNvPr id="26" name="TextBox 26">
              <a:extLst>
                <a:ext uri="{FF2B5EF4-FFF2-40B4-BE49-F238E27FC236}">
                  <a16:creationId xmlns:a16="http://schemas.microsoft.com/office/drawing/2014/main" id="{A50977DD-FBFC-419D-A8CD-4EFA163A06B0}"/>
                </a:ext>
              </a:extLst>
            </p:cNvPr>
            <p:cNvSpPr txBox="1"/>
            <p:nvPr/>
          </p:nvSpPr>
          <p:spPr>
            <a:xfrm>
              <a:off x="294417" y="3639706"/>
              <a:ext cx="1607826" cy="661467"/>
            </a:xfrm>
            <a:prstGeom prst="rect">
              <a:avLst/>
            </a:prstGeom>
            <a:noFill/>
          </p:spPr>
          <p:txBody>
            <a:bodyPr wrap="none" rtlCol="0">
              <a:spAutoFit/>
            </a:bodyPr>
            <a:lstStyle/>
            <a:p>
              <a:pPr algn="ctr"/>
              <a:r>
                <a:rPr lang="en-US" sz="1600" dirty="0">
                  <a:solidFill>
                    <a:srgbClr val="FF0000"/>
                  </a:solidFill>
                  <a:cs typeface="Arial" charset="0"/>
                </a:rPr>
                <a:t>Combinatorial </a:t>
              </a:r>
            </a:p>
            <a:p>
              <a:pPr algn="ctr"/>
              <a:r>
                <a:rPr lang="en-US" sz="1600" dirty="0">
                  <a:solidFill>
                    <a:srgbClr val="FF0000"/>
                  </a:solidFill>
                  <a:cs typeface="Arial" charset="0"/>
                </a:rPr>
                <a:t>Optimization</a:t>
              </a:r>
            </a:p>
          </p:txBody>
        </p:sp>
        <p:sp>
          <p:nvSpPr>
            <p:cNvPr id="27" name="TextBox 27">
              <a:extLst>
                <a:ext uri="{FF2B5EF4-FFF2-40B4-BE49-F238E27FC236}">
                  <a16:creationId xmlns:a16="http://schemas.microsoft.com/office/drawing/2014/main" id="{79B560C0-281E-4138-9B64-CE2547440BA0}"/>
                </a:ext>
              </a:extLst>
            </p:cNvPr>
            <p:cNvSpPr txBox="1"/>
            <p:nvPr/>
          </p:nvSpPr>
          <p:spPr>
            <a:xfrm>
              <a:off x="468827" y="4879094"/>
              <a:ext cx="2509960" cy="382955"/>
            </a:xfrm>
            <a:prstGeom prst="rect">
              <a:avLst/>
            </a:prstGeom>
            <a:noFill/>
          </p:spPr>
          <p:txBody>
            <a:bodyPr wrap="none" rtlCol="0">
              <a:spAutoFit/>
            </a:bodyPr>
            <a:lstStyle/>
            <a:p>
              <a:pPr algn="ctr"/>
              <a:r>
                <a:rPr lang="en-US" sz="1600" dirty="0">
                  <a:solidFill>
                    <a:srgbClr val="FFC000"/>
                  </a:solidFill>
                  <a:cs typeface="Arial" charset="0"/>
                </a:rPr>
                <a:t>Shortest Path Algorithm </a:t>
              </a:r>
            </a:p>
          </p:txBody>
        </p:sp>
        <p:sp>
          <p:nvSpPr>
            <p:cNvPr id="28" name="TextBox 28">
              <a:extLst>
                <a:ext uri="{FF2B5EF4-FFF2-40B4-BE49-F238E27FC236}">
                  <a16:creationId xmlns:a16="http://schemas.microsoft.com/office/drawing/2014/main" id="{9CF42273-F546-4C8A-8F6D-176E4A9F83AE}"/>
                </a:ext>
              </a:extLst>
            </p:cNvPr>
            <p:cNvSpPr txBox="1"/>
            <p:nvPr/>
          </p:nvSpPr>
          <p:spPr>
            <a:xfrm>
              <a:off x="5967620" y="5747411"/>
              <a:ext cx="2160982" cy="382955"/>
            </a:xfrm>
            <a:prstGeom prst="rect">
              <a:avLst/>
            </a:prstGeom>
            <a:noFill/>
          </p:spPr>
          <p:txBody>
            <a:bodyPr wrap="none" rtlCol="0">
              <a:spAutoFit/>
            </a:bodyPr>
            <a:lstStyle/>
            <a:p>
              <a:pPr algn="ctr"/>
              <a:r>
                <a:rPr lang="en-US" sz="1600" dirty="0">
                  <a:solidFill>
                    <a:srgbClr val="101073"/>
                  </a:solidFill>
                  <a:cs typeface="Arial" charset="0"/>
                </a:rPr>
                <a:t>Simulated Annealing</a:t>
              </a:r>
            </a:p>
          </p:txBody>
        </p:sp>
        <p:sp>
          <p:nvSpPr>
            <p:cNvPr id="29" name="TextBox 29">
              <a:extLst>
                <a:ext uri="{FF2B5EF4-FFF2-40B4-BE49-F238E27FC236}">
                  <a16:creationId xmlns:a16="http://schemas.microsoft.com/office/drawing/2014/main" id="{EA443204-76BF-44A6-937B-953170EB7845}"/>
                </a:ext>
              </a:extLst>
            </p:cNvPr>
            <p:cNvSpPr txBox="1"/>
            <p:nvPr/>
          </p:nvSpPr>
          <p:spPr>
            <a:xfrm>
              <a:off x="3796531" y="6258247"/>
              <a:ext cx="2531368" cy="382955"/>
            </a:xfrm>
            <a:prstGeom prst="rect">
              <a:avLst/>
            </a:prstGeom>
            <a:noFill/>
          </p:spPr>
          <p:txBody>
            <a:bodyPr wrap="none" rtlCol="0">
              <a:spAutoFit/>
            </a:bodyPr>
            <a:lstStyle/>
            <a:p>
              <a:pPr algn="ctr"/>
              <a:r>
                <a:rPr lang="en-US" sz="1600" dirty="0">
                  <a:solidFill>
                    <a:srgbClr val="00B050"/>
                  </a:solidFill>
                  <a:cs typeface="Arial" charset="0"/>
                </a:rPr>
                <a:t>Local Search Techniques</a:t>
              </a:r>
            </a:p>
          </p:txBody>
        </p:sp>
        <p:sp>
          <p:nvSpPr>
            <p:cNvPr id="30" name="TextBox 30">
              <a:extLst>
                <a:ext uri="{FF2B5EF4-FFF2-40B4-BE49-F238E27FC236}">
                  <a16:creationId xmlns:a16="http://schemas.microsoft.com/office/drawing/2014/main" id="{702FA9FF-00A1-4063-90A1-E7E2C16862D8}"/>
                </a:ext>
              </a:extLst>
            </p:cNvPr>
            <p:cNvSpPr txBox="1"/>
            <p:nvPr/>
          </p:nvSpPr>
          <p:spPr>
            <a:xfrm>
              <a:off x="3901719" y="1251551"/>
              <a:ext cx="2097842" cy="382955"/>
            </a:xfrm>
            <a:prstGeom prst="rect">
              <a:avLst/>
            </a:prstGeom>
            <a:noFill/>
          </p:spPr>
          <p:txBody>
            <a:bodyPr wrap="none" rtlCol="0">
              <a:spAutoFit/>
            </a:bodyPr>
            <a:lstStyle/>
            <a:p>
              <a:r>
                <a:rPr lang="en-US" sz="1600" dirty="0">
                  <a:solidFill>
                    <a:srgbClr val="7030A0"/>
                  </a:solidFill>
                  <a:cs typeface="Arial" charset="0"/>
                </a:rPr>
                <a:t>Linear Optimization</a:t>
              </a:r>
            </a:p>
          </p:txBody>
        </p:sp>
        <p:sp>
          <p:nvSpPr>
            <p:cNvPr id="31" name="TextBox 31">
              <a:extLst>
                <a:ext uri="{FF2B5EF4-FFF2-40B4-BE49-F238E27FC236}">
                  <a16:creationId xmlns:a16="http://schemas.microsoft.com/office/drawing/2014/main" id="{CE99FC22-E992-4DD7-BD4C-3C17262874E6}"/>
                </a:ext>
              </a:extLst>
            </p:cNvPr>
            <p:cNvSpPr txBox="1"/>
            <p:nvPr/>
          </p:nvSpPr>
          <p:spPr>
            <a:xfrm>
              <a:off x="5796137" y="1543938"/>
              <a:ext cx="2857814" cy="661467"/>
            </a:xfrm>
            <a:prstGeom prst="rect">
              <a:avLst/>
            </a:prstGeom>
            <a:noFill/>
          </p:spPr>
          <p:txBody>
            <a:bodyPr wrap="square" rtlCol="0">
              <a:spAutoFit/>
            </a:bodyPr>
            <a:lstStyle/>
            <a:p>
              <a:r>
                <a:rPr lang="en-US" sz="1600" dirty="0">
                  <a:solidFill>
                    <a:srgbClr val="002060"/>
                  </a:solidFill>
                  <a:cs typeface="Arial" charset="0"/>
                </a:rPr>
                <a:t>Conic and Nonlinear Optimization</a:t>
              </a:r>
            </a:p>
          </p:txBody>
        </p:sp>
      </p:grpSp>
      <p:sp>
        <p:nvSpPr>
          <p:cNvPr id="3" name="Slide Number Placeholder 2">
            <a:extLst>
              <a:ext uri="{FF2B5EF4-FFF2-40B4-BE49-F238E27FC236}">
                <a16:creationId xmlns:a16="http://schemas.microsoft.com/office/drawing/2014/main" id="{EEB97E28-09BA-4E80-C1B7-21363F916D65}"/>
              </a:ext>
            </a:extLst>
          </p:cNvPr>
          <p:cNvSpPr>
            <a:spLocks noGrp="1"/>
          </p:cNvSpPr>
          <p:nvPr>
            <p:ph type="sldNum" sz="quarter" idx="12"/>
          </p:nvPr>
        </p:nvSpPr>
        <p:spPr/>
        <p:txBody>
          <a:bodyPr/>
          <a:lstStyle/>
          <a:p>
            <a:fld id="{F0C94032-CD4C-4C25-B0C2-CEC720522D92}" type="slidenum">
              <a:rPr lang="en-US" smtClean="0"/>
              <a:pPr/>
              <a:t>21</a:t>
            </a:fld>
            <a:endParaRPr lang="en-US" dirty="0"/>
          </a:p>
        </p:txBody>
      </p:sp>
      <p:sp>
        <p:nvSpPr>
          <p:cNvPr id="4" name="Footer Placeholder 3">
            <a:extLst>
              <a:ext uri="{FF2B5EF4-FFF2-40B4-BE49-F238E27FC236}">
                <a16:creationId xmlns:a16="http://schemas.microsoft.com/office/drawing/2014/main" id="{8C893E2F-B0FA-6F19-4716-B009D0D7817C}"/>
              </a:ext>
            </a:extLst>
          </p:cNvPr>
          <p:cNvSpPr>
            <a:spLocks noGrp="1"/>
          </p:cNvSpPr>
          <p:nvPr>
            <p:ph type="ftr" sz="quarter" idx="11"/>
          </p:nvPr>
        </p:nvSpPr>
        <p:spPr/>
        <p:txBody>
          <a:bodyPr/>
          <a:lstStyle/>
          <a:p>
            <a:r>
              <a:rPr lang="en-US"/>
              <a:t>Analytics for a Better World, Lecture 1</a:t>
            </a:r>
            <a:endParaRPr lang="en-US" dirty="0"/>
          </a:p>
        </p:txBody>
      </p:sp>
    </p:spTree>
    <p:extLst>
      <p:ext uri="{BB962C8B-B14F-4D97-AF65-F5344CB8AC3E}">
        <p14:creationId xmlns:p14="http://schemas.microsoft.com/office/powerpoint/2010/main" val="7358851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AB6E05-B0CA-4EC2-81BB-66114DDA56CD}"/>
              </a:ext>
            </a:extLst>
          </p:cNvPr>
          <p:cNvSpPr>
            <a:spLocks noGrp="1"/>
          </p:cNvSpPr>
          <p:nvPr>
            <p:ph type="title"/>
          </p:nvPr>
        </p:nvSpPr>
        <p:spPr>
          <a:xfrm>
            <a:off x="1483545" y="592215"/>
            <a:ext cx="11159196" cy="936103"/>
          </a:xfrm>
        </p:spPr>
        <p:txBody>
          <a:bodyPr>
            <a:normAutofit/>
          </a:bodyPr>
          <a:lstStyle/>
          <a:p>
            <a:r>
              <a:rPr lang="en-US" dirty="0"/>
              <a:t>   Big Data                    Big Calculations</a:t>
            </a:r>
          </a:p>
        </p:txBody>
      </p:sp>
      <p:pic>
        <p:nvPicPr>
          <p:cNvPr id="7" name="Afbeelding 6">
            <a:extLst>
              <a:ext uri="{FF2B5EF4-FFF2-40B4-BE49-F238E27FC236}">
                <a16:creationId xmlns:a16="http://schemas.microsoft.com/office/drawing/2014/main" id="{05BEE104-D869-4543-936F-A07EFC6B6E07}"/>
              </a:ext>
            </a:extLst>
          </p:cNvPr>
          <p:cNvPicPr>
            <a:picLocks noChangeAspect="1"/>
          </p:cNvPicPr>
          <p:nvPr/>
        </p:nvPicPr>
        <p:blipFill>
          <a:blip r:embed="rId2"/>
          <a:stretch>
            <a:fillRect/>
          </a:stretch>
        </p:blipFill>
        <p:spPr>
          <a:xfrm>
            <a:off x="7138342" y="4014363"/>
            <a:ext cx="2966241" cy="1967606"/>
          </a:xfrm>
          <a:prstGeom prst="rect">
            <a:avLst/>
          </a:prstGeom>
        </p:spPr>
      </p:pic>
      <p:pic>
        <p:nvPicPr>
          <p:cNvPr id="8" name="Afbeelding 7">
            <a:extLst>
              <a:ext uri="{FF2B5EF4-FFF2-40B4-BE49-F238E27FC236}">
                <a16:creationId xmlns:a16="http://schemas.microsoft.com/office/drawing/2014/main" id="{237C00CF-86DD-4A02-B894-61181A52145F}"/>
              </a:ext>
            </a:extLst>
          </p:cNvPr>
          <p:cNvPicPr>
            <a:picLocks noChangeAspect="1"/>
          </p:cNvPicPr>
          <p:nvPr/>
        </p:nvPicPr>
        <p:blipFill>
          <a:blip r:embed="rId3"/>
          <a:stretch>
            <a:fillRect/>
          </a:stretch>
        </p:blipFill>
        <p:spPr>
          <a:xfrm>
            <a:off x="7138341" y="1808977"/>
            <a:ext cx="2892350" cy="1924727"/>
          </a:xfrm>
          <a:prstGeom prst="rect">
            <a:avLst/>
          </a:prstGeom>
        </p:spPr>
      </p:pic>
      <p:pic>
        <p:nvPicPr>
          <p:cNvPr id="3074" name="Picture 2">
            <a:extLst>
              <a:ext uri="{FF2B5EF4-FFF2-40B4-BE49-F238E27FC236}">
                <a16:creationId xmlns:a16="http://schemas.microsoft.com/office/drawing/2014/main" id="{04E64491-A99F-4F27-8224-DED7E4F2CFFD}"/>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873543" y="2036330"/>
            <a:ext cx="3879091" cy="3311139"/>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50ADF9EB-A7CD-02FF-7DF5-502D319897BD}"/>
              </a:ext>
            </a:extLst>
          </p:cNvPr>
          <p:cNvSpPr>
            <a:spLocks noGrp="1"/>
          </p:cNvSpPr>
          <p:nvPr>
            <p:ph type="sldNum" sz="quarter" idx="12"/>
          </p:nvPr>
        </p:nvSpPr>
        <p:spPr/>
        <p:txBody>
          <a:bodyPr/>
          <a:lstStyle/>
          <a:p>
            <a:fld id="{F0C94032-CD4C-4C25-B0C2-CEC720522D92}" type="slidenum">
              <a:rPr lang="en-US" smtClean="0"/>
              <a:pPr/>
              <a:t>22</a:t>
            </a:fld>
            <a:endParaRPr lang="en-US" dirty="0"/>
          </a:p>
        </p:txBody>
      </p:sp>
      <p:sp>
        <p:nvSpPr>
          <p:cNvPr id="4" name="Footer Placeholder 3">
            <a:extLst>
              <a:ext uri="{FF2B5EF4-FFF2-40B4-BE49-F238E27FC236}">
                <a16:creationId xmlns:a16="http://schemas.microsoft.com/office/drawing/2014/main" id="{765DB6E2-EEC4-FBB5-240C-8311E020FD9C}"/>
              </a:ext>
            </a:extLst>
          </p:cNvPr>
          <p:cNvSpPr>
            <a:spLocks noGrp="1"/>
          </p:cNvSpPr>
          <p:nvPr>
            <p:ph type="ftr" sz="quarter" idx="11"/>
          </p:nvPr>
        </p:nvSpPr>
        <p:spPr/>
        <p:txBody>
          <a:bodyPr/>
          <a:lstStyle/>
          <a:p>
            <a:r>
              <a:rPr lang="en-US"/>
              <a:t>Analytics for a Better World, Lecture 1</a:t>
            </a:r>
            <a:endParaRPr lang="en-US" dirty="0"/>
          </a:p>
        </p:txBody>
      </p:sp>
    </p:spTree>
    <p:extLst>
      <p:ext uri="{BB962C8B-B14F-4D97-AF65-F5344CB8AC3E}">
        <p14:creationId xmlns:p14="http://schemas.microsoft.com/office/powerpoint/2010/main" val="3831454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id="{5AF981D9-7F9D-4BD6-A008-0D066A2C0456}"/>
              </a:ext>
            </a:extLst>
          </p:cNvPr>
          <p:cNvSpPr txBox="1"/>
          <p:nvPr/>
        </p:nvSpPr>
        <p:spPr>
          <a:xfrm>
            <a:off x="6744072" y="2924944"/>
            <a:ext cx="7299482" cy="2862322"/>
          </a:xfrm>
          <a:prstGeom prst="rect">
            <a:avLst/>
          </a:prstGeom>
          <a:noFill/>
        </p:spPr>
        <p:txBody>
          <a:bodyPr wrap="square" rtlCol="0">
            <a:spAutoFit/>
          </a:bodyPr>
          <a:lstStyle/>
          <a:p>
            <a:r>
              <a:rPr lang="en-US" sz="2000" dirty="0"/>
              <a:t>We would like to visit </a:t>
            </a:r>
            <a:r>
              <a:rPr lang="en-US" sz="2000" b="1" dirty="0">
                <a:solidFill>
                  <a:schemeClr val="accent2">
                    <a:lumMod val="90000"/>
                    <a:lumOff val="10000"/>
                  </a:schemeClr>
                </a:solidFill>
              </a:rPr>
              <a:t>25</a:t>
            </a:r>
            <a:r>
              <a:rPr lang="en-US" sz="2000" dirty="0"/>
              <a:t> </a:t>
            </a:r>
            <a:r>
              <a:rPr lang="en-US" sz="2000" dirty="0" err="1"/>
              <a:t>adresses</a:t>
            </a:r>
            <a:r>
              <a:rPr lang="en-US" sz="2000" dirty="0"/>
              <a:t> …</a:t>
            </a:r>
          </a:p>
          <a:p>
            <a:endParaRPr lang="en-US" sz="2000" dirty="0"/>
          </a:p>
          <a:p>
            <a:r>
              <a:rPr lang="en-US" sz="2000" dirty="0"/>
              <a:t>What is the </a:t>
            </a:r>
            <a:r>
              <a:rPr lang="en-US" sz="2000" b="1" dirty="0">
                <a:solidFill>
                  <a:schemeClr val="accent2">
                    <a:lumMod val="90000"/>
                    <a:lumOff val="10000"/>
                  </a:schemeClr>
                </a:solidFill>
              </a:rPr>
              <a:t>shortest</a:t>
            </a:r>
            <a:r>
              <a:rPr lang="en-US" sz="2000" dirty="0"/>
              <a:t> route ?</a:t>
            </a:r>
          </a:p>
          <a:p>
            <a:endParaRPr lang="en-US" sz="2000" dirty="0"/>
          </a:p>
          <a:p>
            <a:endParaRPr lang="en-US" sz="2000" dirty="0"/>
          </a:p>
          <a:p>
            <a:r>
              <a:rPr lang="en-US" sz="2000" dirty="0"/>
              <a:t>Enumerating all possibilities: </a:t>
            </a:r>
          </a:p>
          <a:p>
            <a:r>
              <a:rPr lang="en-US" sz="2000" b="1" dirty="0"/>
              <a:t>      </a:t>
            </a:r>
          </a:p>
          <a:p>
            <a:r>
              <a:rPr lang="en-US" sz="2000" b="1" dirty="0">
                <a:solidFill>
                  <a:schemeClr val="accent2">
                    <a:lumMod val="90000"/>
                    <a:lumOff val="10000"/>
                  </a:schemeClr>
                </a:solidFill>
              </a:rPr>
              <a:t>how many minutes computer time ?</a:t>
            </a:r>
          </a:p>
          <a:p>
            <a:r>
              <a:rPr lang="en-US" sz="2000" dirty="0"/>
              <a:t>		</a:t>
            </a:r>
          </a:p>
        </p:txBody>
      </p:sp>
      <p:sp>
        <p:nvSpPr>
          <p:cNvPr id="2" name="Title 1">
            <a:extLst>
              <a:ext uri="{FF2B5EF4-FFF2-40B4-BE49-F238E27FC236}">
                <a16:creationId xmlns:a16="http://schemas.microsoft.com/office/drawing/2014/main" id="{B4D0A028-5D09-C1B8-7CDB-A6EA49356120}"/>
              </a:ext>
            </a:extLst>
          </p:cNvPr>
          <p:cNvSpPr>
            <a:spLocks noGrp="1"/>
          </p:cNvSpPr>
          <p:nvPr>
            <p:ph type="title"/>
          </p:nvPr>
        </p:nvSpPr>
        <p:spPr/>
        <p:txBody>
          <a:bodyPr/>
          <a:lstStyle/>
          <a:p>
            <a:r>
              <a:rPr lang="en-US" dirty="0"/>
              <a:t>Small Data – Big Calculations </a:t>
            </a:r>
          </a:p>
        </p:txBody>
      </p:sp>
      <p:pic>
        <p:nvPicPr>
          <p:cNvPr id="4" name="Picture 1">
            <a:extLst>
              <a:ext uri="{FF2B5EF4-FFF2-40B4-BE49-F238E27FC236}">
                <a16:creationId xmlns:a16="http://schemas.microsoft.com/office/drawing/2014/main" id="{28055019-CB49-51B8-00DF-D24C4B890C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6699" y="2241706"/>
            <a:ext cx="4209100" cy="4183118"/>
          </a:xfrm>
          <a:prstGeom prst="rect">
            <a:avLst/>
          </a:prstGeom>
        </p:spPr>
      </p:pic>
      <p:sp>
        <p:nvSpPr>
          <p:cNvPr id="3" name="Slide Number Placeholder 2">
            <a:extLst>
              <a:ext uri="{FF2B5EF4-FFF2-40B4-BE49-F238E27FC236}">
                <a16:creationId xmlns:a16="http://schemas.microsoft.com/office/drawing/2014/main" id="{3DA335D0-35EA-F6A7-E39F-AB4BF0A9EB9E}"/>
              </a:ext>
            </a:extLst>
          </p:cNvPr>
          <p:cNvSpPr>
            <a:spLocks noGrp="1"/>
          </p:cNvSpPr>
          <p:nvPr>
            <p:ph type="sldNum" sz="quarter" idx="12"/>
          </p:nvPr>
        </p:nvSpPr>
        <p:spPr/>
        <p:txBody>
          <a:bodyPr/>
          <a:lstStyle/>
          <a:p>
            <a:fld id="{D7B5DC5B-6873-43DB-ADC7-B15ACCE0DFDB}" type="slidenum">
              <a:rPr lang="nl-NL" noProof="0" smtClean="0"/>
              <a:t>23</a:t>
            </a:fld>
            <a:endParaRPr lang="nl-NL" noProof="0"/>
          </a:p>
        </p:txBody>
      </p:sp>
      <p:sp>
        <p:nvSpPr>
          <p:cNvPr id="5" name="Footer Placeholder 4">
            <a:extLst>
              <a:ext uri="{FF2B5EF4-FFF2-40B4-BE49-F238E27FC236}">
                <a16:creationId xmlns:a16="http://schemas.microsoft.com/office/drawing/2014/main" id="{96AF36CD-FA08-62A4-9A9A-EBEB38F038B0}"/>
              </a:ext>
            </a:extLst>
          </p:cNvPr>
          <p:cNvSpPr>
            <a:spLocks noGrp="1"/>
          </p:cNvSpPr>
          <p:nvPr>
            <p:ph type="ftr" sz="quarter" idx="11"/>
          </p:nvPr>
        </p:nvSpPr>
        <p:spPr/>
        <p:txBody>
          <a:bodyPr/>
          <a:lstStyle/>
          <a:p>
            <a:r>
              <a:rPr lang="en-US" noProof="0"/>
              <a:t>Analytics for a Better World, Lecture 1</a:t>
            </a:r>
            <a:endParaRPr lang="nl-NL" noProof="0"/>
          </a:p>
        </p:txBody>
      </p:sp>
    </p:spTree>
    <p:extLst>
      <p:ext uri="{BB962C8B-B14F-4D97-AF65-F5344CB8AC3E}">
        <p14:creationId xmlns:p14="http://schemas.microsoft.com/office/powerpoint/2010/main" val="37181065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
            <a:extLst>
              <a:ext uri="{FF2B5EF4-FFF2-40B4-BE49-F238E27FC236}">
                <a16:creationId xmlns:a16="http://schemas.microsoft.com/office/drawing/2014/main" id="{C622C446-100B-45E4-AD3A-879532367D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6699" y="2241706"/>
            <a:ext cx="4209100" cy="4183118"/>
          </a:xfrm>
          <a:prstGeom prst="rect">
            <a:avLst/>
          </a:prstGeom>
        </p:spPr>
      </p:pic>
      <p:sp>
        <p:nvSpPr>
          <p:cNvPr id="7" name="TextBox 4">
            <a:extLst>
              <a:ext uri="{FF2B5EF4-FFF2-40B4-BE49-F238E27FC236}">
                <a16:creationId xmlns:a16="http://schemas.microsoft.com/office/drawing/2014/main" id="{7F822B66-5DCE-447F-BC98-E4BB1D0E61F2}"/>
              </a:ext>
            </a:extLst>
          </p:cNvPr>
          <p:cNvSpPr txBox="1"/>
          <p:nvPr/>
        </p:nvSpPr>
        <p:spPr>
          <a:xfrm>
            <a:off x="6672064" y="2564904"/>
            <a:ext cx="6336342" cy="3785652"/>
          </a:xfrm>
          <a:prstGeom prst="rect">
            <a:avLst/>
          </a:prstGeom>
          <a:noFill/>
        </p:spPr>
        <p:txBody>
          <a:bodyPr wrap="square" rtlCol="0">
            <a:spAutoFit/>
          </a:bodyPr>
          <a:lstStyle/>
          <a:p>
            <a:r>
              <a:rPr lang="en-US" sz="2000" dirty="0"/>
              <a:t>We would like to visit </a:t>
            </a:r>
            <a:r>
              <a:rPr lang="en-US" sz="2000" b="1" dirty="0">
                <a:solidFill>
                  <a:schemeClr val="accent2">
                    <a:lumMod val="90000"/>
                    <a:lumOff val="10000"/>
                  </a:schemeClr>
                </a:solidFill>
              </a:rPr>
              <a:t>25</a:t>
            </a:r>
            <a:r>
              <a:rPr lang="en-US" sz="2000" dirty="0"/>
              <a:t> </a:t>
            </a:r>
            <a:r>
              <a:rPr lang="en-US" sz="2000" dirty="0" err="1"/>
              <a:t>adresses</a:t>
            </a:r>
            <a:r>
              <a:rPr lang="en-US" sz="2000" dirty="0"/>
              <a:t> …</a:t>
            </a:r>
          </a:p>
          <a:p>
            <a:endParaRPr lang="en-US" sz="2000" dirty="0"/>
          </a:p>
          <a:p>
            <a:r>
              <a:rPr lang="en-US" sz="2000" dirty="0"/>
              <a:t>What is the </a:t>
            </a:r>
            <a:r>
              <a:rPr lang="en-US" sz="2000" b="1" dirty="0">
                <a:solidFill>
                  <a:schemeClr val="accent2">
                    <a:lumMod val="90000"/>
                    <a:lumOff val="10000"/>
                  </a:schemeClr>
                </a:solidFill>
              </a:rPr>
              <a:t>shortest</a:t>
            </a:r>
            <a:r>
              <a:rPr lang="en-US" sz="2000" dirty="0"/>
              <a:t> route ?</a:t>
            </a:r>
          </a:p>
          <a:p>
            <a:endParaRPr lang="en-US" sz="2000" dirty="0"/>
          </a:p>
          <a:p>
            <a:endParaRPr lang="en-US" sz="2000" dirty="0"/>
          </a:p>
          <a:p>
            <a:r>
              <a:rPr lang="en-US" sz="2000" dirty="0"/>
              <a:t>Enumerating all possibilities:  </a:t>
            </a:r>
          </a:p>
          <a:p>
            <a:r>
              <a:rPr lang="en-US" sz="2000" b="1" dirty="0"/>
              <a:t>   </a:t>
            </a:r>
          </a:p>
          <a:p>
            <a:r>
              <a:rPr lang="en-US" sz="2000" b="1" dirty="0"/>
              <a:t>                      </a:t>
            </a:r>
            <a:r>
              <a:rPr lang="en-US" sz="2000" b="1" dirty="0">
                <a:solidFill>
                  <a:schemeClr val="accent2">
                    <a:lumMod val="90000"/>
                    <a:lumOff val="10000"/>
                  </a:schemeClr>
                </a:solidFill>
              </a:rPr>
              <a:t>millions of years</a:t>
            </a:r>
          </a:p>
          <a:p>
            <a:r>
              <a:rPr lang="en-US" sz="2000" dirty="0"/>
              <a:t>		</a:t>
            </a:r>
          </a:p>
          <a:p>
            <a:r>
              <a:rPr lang="en-US" sz="2000" dirty="0"/>
              <a:t>Efficient algorithm:  </a:t>
            </a:r>
          </a:p>
          <a:p>
            <a:endParaRPr lang="en-US" sz="2000" b="1" dirty="0"/>
          </a:p>
          <a:p>
            <a:r>
              <a:rPr lang="en-US" sz="2000" b="1" dirty="0"/>
              <a:t>                       </a:t>
            </a:r>
            <a:r>
              <a:rPr lang="en-US" sz="2000" b="1" dirty="0">
                <a:solidFill>
                  <a:schemeClr val="accent2">
                    <a:lumMod val="90000"/>
                    <a:lumOff val="10000"/>
                  </a:schemeClr>
                </a:solidFill>
              </a:rPr>
              <a:t>a few seconds</a:t>
            </a:r>
          </a:p>
        </p:txBody>
      </p:sp>
      <p:sp>
        <p:nvSpPr>
          <p:cNvPr id="2" name="Title 1">
            <a:extLst>
              <a:ext uri="{FF2B5EF4-FFF2-40B4-BE49-F238E27FC236}">
                <a16:creationId xmlns:a16="http://schemas.microsoft.com/office/drawing/2014/main" id="{7E3DF225-7305-D637-346E-A6E0FB2F5730}"/>
              </a:ext>
            </a:extLst>
          </p:cNvPr>
          <p:cNvSpPr>
            <a:spLocks noGrp="1"/>
          </p:cNvSpPr>
          <p:nvPr>
            <p:ph type="title"/>
          </p:nvPr>
        </p:nvSpPr>
        <p:spPr/>
        <p:txBody>
          <a:bodyPr/>
          <a:lstStyle/>
          <a:p>
            <a:r>
              <a:rPr lang="en-US" dirty="0"/>
              <a:t>Small Data – Big Calculations </a:t>
            </a:r>
          </a:p>
        </p:txBody>
      </p:sp>
      <p:sp>
        <p:nvSpPr>
          <p:cNvPr id="3" name="Slide Number Placeholder 2">
            <a:extLst>
              <a:ext uri="{FF2B5EF4-FFF2-40B4-BE49-F238E27FC236}">
                <a16:creationId xmlns:a16="http://schemas.microsoft.com/office/drawing/2014/main" id="{AFE4C66B-839F-2B64-6549-8A5D51BC302C}"/>
              </a:ext>
            </a:extLst>
          </p:cNvPr>
          <p:cNvSpPr>
            <a:spLocks noGrp="1"/>
          </p:cNvSpPr>
          <p:nvPr>
            <p:ph type="sldNum" sz="quarter" idx="12"/>
          </p:nvPr>
        </p:nvSpPr>
        <p:spPr/>
        <p:txBody>
          <a:bodyPr/>
          <a:lstStyle/>
          <a:p>
            <a:fld id="{D7B5DC5B-6873-43DB-ADC7-B15ACCE0DFDB}" type="slidenum">
              <a:rPr lang="nl-NL" noProof="0" smtClean="0"/>
              <a:t>24</a:t>
            </a:fld>
            <a:endParaRPr lang="nl-NL" noProof="0"/>
          </a:p>
        </p:txBody>
      </p:sp>
      <p:sp>
        <p:nvSpPr>
          <p:cNvPr id="4" name="Footer Placeholder 3">
            <a:extLst>
              <a:ext uri="{FF2B5EF4-FFF2-40B4-BE49-F238E27FC236}">
                <a16:creationId xmlns:a16="http://schemas.microsoft.com/office/drawing/2014/main" id="{47F5E7FE-7023-035E-F042-D1E7A224050A}"/>
              </a:ext>
            </a:extLst>
          </p:cNvPr>
          <p:cNvSpPr>
            <a:spLocks noGrp="1"/>
          </p:cNvSpPr>
          <p:nvPr>
            <p:ph type="ftr" sz="quarter" idx="11"/>
          </p:nvPr>
        </p:nvSpPr>
        <p:spPr/>
        <p:txBody>
          <a:bodyPr/>
          <a:lstStyle/>
          <a:p>
            <a:r>
              <a:rPr lang="en-US" noProof="0"/>
              <a:t>Analytics for a Better World, Lecture 1</a:t>
            </a:r>
            <a:endParaRPr lang="nl-NL" noProof="0"/>
          </a:p>
        </p:txBody>
      </p:sp>
    </p:spTree>
    <p:extLst>
      <p:ext uri="{BB962C8B-B14F-4D97-AF65-F5344CB8AC3E}">
        <p14:creationId xmlns:p14="http://schemas.microsoft.com/office/powerpoint/2010/main" val="28989446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425D7BA9-4292-4160-BDBF-49882E66C442}"/>
              </a:ext>
            </a:extLst>
          </p:cNvPr>
          <p:cNvSpPr>
            <a:spLocks noGrp="1"/>
          </p:cNvSpPr>
          <p:nvPr>
            <p:ph type="title"/>
          </p:nvPr>
        </p:nvSpPr>
        <p:spPr>
          <a:xfrm>
            <a:off x="515937" y="720000"/>
            <a:ext cx="11160125" cy="872263"/>
          </a:xfrm>
        </p:spPr>
        <p:txBody>
          <a:bodyPr anchor="ctr">
            <a:normAutofit/>
          </a:bodyPr>
          <a:lstStyle/>
          <a:p>
            <a:r>
              <a:rPr lang="en-US" dirty="0"/>
              <a:t>Enablers of Analytics</a:t>
            </a:r>
          </a:p>
        </p:txBody>
      </p:sp>
      <p:sp>
        <p:nvSpPr>
          <p:cNvPr id="5" name="Footer Placeholder 4">
            <a:extLst>
              <a:ext uri="{FF2B5EF4-FFF2-40B4-BE49-F238E27FC236}">
                <a16:creationId xmlns:a16="http://schemas.microsoft.com/office/drawing/2014/main" id="{E852A881-B737-9B1C-FD72-961655BB3DED}"/>
              </a:ext>
            </a:extLst>
          </p:cNvPr>
          <p:cNvSpPr>
            <a:spLocks noGrp="1"/>
          </p:cNvSpPr>
          <p:nvPr>
            <p:ph type="ftr" sz="quarter" idx="11"/>
          </p:nvPr>
        </p:nvSpPr>
        <p:spPr>
          <a:xfrm>
            <a:off x="720000" y="6346209"/>
            <a:ext cx="4114800" cy="151790"/>
          </a:xfrm>
        </p:spPr>
        <p:txBody>
          <a:bodyPr anchor="ctr">
            <a:normAutofit/>
          </a:bodyPr>
          <a:lstStyle/>
          <a:p>
            <a:pPr>
              <a:lnSpc>
                <a:spcPct val="90000"/>
              </a:lnSpc>
              <a:spcAft>
                <a:spcPts val="600"/>
              </a:spcAft>
            </a:pPr>
            <a:r>
              <a:rPr lang="en-US"/>
              <a:t>Analytics for a Better World, Lecture 1</a:t>
            </a:r>
          </a:p>
        </p:txBody>
      </p:sp>
      <p:sp>
        <p:nvSpPr>
          <p:cNvPr id="4" name="Slide Number Placeholder 3">
            <a:extLst>
              <a:ext uri="{FF2B5EF4-FFF2-40B4-BE49-F238E27FC236}">
                <a16:creationId xmlns:a16="http://schemas.microsoft.com/office/drawing/2014/main" id="{4AA3FF60-CAC8-B715-ADB5-64FF76AC1F09}"/>
              </a:ext>
            </a:extLst>
          </p:cNvPr>
          <p:cNvSpPr>
            <a:spLocks noGrp="1"/>
          </p:cNvSpPr>
          <p:nvPr>
            <p:ph type="sldNum" sz="quarter" idx="12"/>
          </p:nvPr>
        </p:nvSpPr>
        <p:spPr>
          <a:xfrm>
            <a:off x="11187403" y="6346209"/>
            <a:ext cx="284597" cy="151790"/>
          </a:xfrm>
        </p:spPr>
        <p:txBody>
          <a:bodyPr anchor="ctr">
            <a:normAutofit/>
          </a:bodyPr>
          <a:lstStyle/>
          <a:p>
            <a:pPr>
              <a:lnSpc>
                <a:spcPct val="90000"/>
              </a:lnSpc>
              <a:spcAft>
                <a:spcPts val="600"/>
              </a:spcAft>
            </a:pPr>
            <a:fld id="{F0C94032-CD4C-4C25-B0C2-CEC720522D92}" type="slidenum">
              <a:rPr lang="en-US" smtClean="0"/>
              <a:pPr>
                <a:lnSpc>
                  <a:spcPct val="90000"/>
                </a:lnSpc>
                <a:spcAft>
                  <a:spcPts val="600"/>
                </a:spcAft>
              </a:pPr>
              <a:t>25</a:t>
            </a:fld>
            <a:endParaRPr lang="en-US"/>
          </a:p>
        </p:txBody>
      </p:sp>
      <p:graphicFrame>
        <p:nvGraphicFramePr>
          <p:cNvPr id="7" name="Tijdelijke aanduiding voor tekst 1">
            <a:extLst>
              <a:ext uri="{FF2B5EF4-FFF2-40B4-BE49-F238E27FC236}">
                <a16:creationId xmlns:a16="http://schemas.microsoft.com/office/drawing/2014/main" id="{5CC14EB2-877E-461F-BE0A-95656653D616}"/>
              </a:ext>
            </a:extLst>
          </p:cNvPr>
          <p:cNvGraphicFramePr/>
          <p:nvPr>
            <p:extLst>
              <p:ext uri="{D42A27DB-BD31-4B8C-83A1-F6EECF244321}">
                <p14:modId xmlns:p14="http://schemas.microsoft.com/office/powerpoint/2010/main" val="2366654126"/>
              </p:ext>
            </p:extLst>
          </p:nvPr>
        </p:nvGraphicFramePr>
        <p:xfrm>
          <a:off x="515937" y="2000621"/>
          <a:ext cx="11160125" cy="38055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097359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4D8942-4F6A-4910-BFF1-DE6C3EC421C7}"/>
              </a:ext>
            </a:extLst>
          </p:cNvPr>
          <p:cNvSpPr>
            <a:spLocks noGrp="1"/>
          </p:cNvSpPr>
          <p:nvPr>
            <p:ph type="title"/>
          </p:nvPr>
        </p:nvSpPr>
        <p:spPr/>
        <p:txBody>
          <a:bodyPr/>
          <a:lstStyle/>
          <a:p>
            <a:r>
              <a:rPr lang="en-US" dirty="0"/>
              <a:t>Data, data, data, …</a:t>
            </a:r>
          </a:p>
        </p:txBody>
      </p:sp>
      <p:pic>
        <p:nvPicPr>
          <p:cNvPr id="1026" name="Picture 2" descr="Data Veracity - Data Science Central">
            <a:extLst>
              <a:ext uri="{FF2B5EF4-FFF2-40B4-BE49-F238E27FC236}">
                <a16:creationId xmlns:a16="http://schemas.microsoft.com/office/drawing/2014/main" id="{CEBE6AA2-21A7-427E-835F-E2F6D0E85E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7925" y="2060848"/>
            <a:ext cx="8181975" cy="418147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19F0CC03-7755-3756-629B-864D8F514C38}"/>
              </a:ext>
            </a:extLst>
          </p:cNvPr>
          <p:cNvSpPr>
            <a:spLocks noGrp="1"/>
          </p:cNvSpPr>
          <p:nvPr>
            <p:ph type="sldNum" sz="quarter" idx="12"/>
          </p:nvPr>
        </p:nvSpPr>
        <p:spPr/>
        <p:txBody>
          <a:bodyPr/>
          <a:lstStyle/>
          <a:p>
            <a:fld id="{F0C94032-CD4C-4C25-B0C2-CEC720522D92}" type="slidenum">
              <a:rPr lang="en-US" smtClean="0"/>
              <a:pPr/>
              <a:t>26</a:t>
            </a:fld>
            <a:endParaRPr lang="en-US" dirty="0"/>
          </a:p>
        </p:txBody>
      </p:sp>
      <p:sp>
        <p:nvSpPr>
          <p:cNvPr id="4" name="Footer Placeholder 3">
            <a:extLst>
              <a:ext uri="{FF2B5EF4-FFF2-40B4-BE49-F238E27FC236}">
                <a16:creationId xmlns:a16="http://schemas.microsoft.com/office/drawing/2014/main" id="{A0B3CDCC-E42F-4076-49C9-777C9F96C9E1}"/>
              </a:ext>
            </a:extLst>
          </p:cNvPr>
          <p:cNvSpPr>
            <a:spLocks noGrp="1"/>
          </p:cNvSpPr>
          <p:nvPr>
            <p:ph type="ftr" sz="quarter" idx="11"/>
          </p:nvPr>
        </p:nvSpPr>
        <p:spPr/>
        <p:txBody>
          <a:bodyPr/>
          <a:lstStyle/>
          <a:p>
            <a:r>
              <a:rPr lang="en-US"/>
              <a:t>Analytics for a Better World, Lecture 1</a:t>
            </a:r>
            <a:endParaRPr lang="en-US" dirty="0"/>
          </a:p>
        </p:txBody>
      </p:sp>
    </p:spTree>
    <p:extLst>
      <p:ext uri="{BB962C8B-B14F-4D97-AF65-F5344CB8AC3E}">
        <p14:creationId xmlns:p14="http://schemas.microsoft.com/office/powerpoint/2010/main" val="1137924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14AFF-7D95-4368-B2E1-E04EBDC799D5}"/>
              </a:ext>
            </a:extLst>
          </p:cNvPr>
          <p:cNvSpPr>
            <a:spLocks noGrp="1"/>
          </p:cNvSpPr>
          <p:nvPr>
            <p:ph type="title"/>
          </p:nvPr>
        </p:nvSpPr>
        <p:spPr/>
        <p:txBody>
          <a:bodyPr/>
          <a:lstStyle/>
          <a:p>
            <a:r>
              <a:rPr lang="en-US" dirty="0"/>
              <a:t>The World produces its events …</a:t>
            </a:r>
          </a:p>
        </p:txBody>
      </p:sp>
      <p:pic>
        <p:nvPicPr>
          <p:cNvPr id="6" name="Picture 2" descr="http://images.gizmag.com/hero/chib.png">
            <a:extLst>
              <a:ext uri="{FF2B5EF4-FFF2-40B4-BE49-F238E27FC236}">
                <a16:creationId xmlns:a16="http://schemas.microsoft.com/office/drawing/2014/main" id="{46F6760F-AA91-489D-96AB-3F6FAB59CC6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798" r="19181"/>
          <a:stretch/>
        </p:blipFill>
        <p:spPr bwMode="auto">
          <a:xfrm>
            <a:off x="2495600" y="2852936"/>
            <a:ext cx="3335174" cy="29070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http://graphics8.nytimes.com/images/2011/09/09/business/Walmart/Walmart-articleLarge.jpg">
            <a:extLst>
              <a:ext uri="{FF2B5EF4-FFF2-40B4-BE49-F238E27FC236}">
                <a16:creationId xmlns:a16="http://schemas.microsoft.com/office/drawing/2014/main" id="{E226A2E7-83ED-4A57-9DCD-9CE359BAE314}"/>
              </a:ext>
            </a:extLst>
          </p:cNvPr>
          <p:cNvPicPr>
            <a:picLocks noChangeAspect="1" noChangeArrowheads="1"/>
          </p:cNvPicPr>
          <p:nvPr/>
        </p:nvPicPr>
        <p:blipFill rotWithShape="1">
          <a:blip r:embed="rId3" cstate="email">
            <a:extLst>
              <a:ext uri="{28A0092B-C50C-407E-A947-70E740481C1C}">
                <a14:useLocalDpi xmlns:a14="http://schemas.microsoft.com/office/drawing/2010/main" val="0"/>
              </a:ext>
            </a:extLst>
          </a:blip>
          <a:srcRect l="27776"/>
          <a:stretch/>
        </p:blipFill>
        <p:spPr bwMode="auto">
          <a:xfrm>
            <a:off x="5883658" y="2854996"/>
            <a:ext cx="3386351" cy="290495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1">
            <a:extLst>
              <a:ext uri="{FF2B5EF4-FFF2-40B4-BE49-F238E27FC236}">
                <a16:creationId xmlns:a16="http://schemas.microsoft.com/office/drawing/2014/main" id="{5B62D2B6-8B95-4650-BA01-63E3505062B0}"/>
              </a:ext>
            </a:extLst>
          </p:cNvPr>
          <p:cNvSpPr txBox="1"/>
          <p:nvPr/>
        </p:nvSpPr>
        <p:spPr>
          <a:xfrm>
            <a:off x="2228170" y="2289637"/>
            <a:ext cx="3915432" cy="584775"/>
          </a:xfrm>
          <a:prstGeom prst="rect">
            <a:avLst/>
          </a:prstGeom>
          <a:noFill/>
        </p:spPr>
        <p:txBody>
          <a:bodyPr wrap="none" rtlCol="0">
            <a:spAutoFit/>
          </a:bodyPr>
          <a:lstStyle/>
          <a:p>
            <a:pPr algn="ctr"/>
            <a:r>
              <a:rPr lang="en-US" sz="3200" dirty="0"/>
              <a:t>Large Hadron Collider</a:t>
            </a:r>
          </a:p>
        </p:txBody>
      </p:sp>
      <p:sp>
        <p:nvSpPr>
          <p:cNvPr id="9" name="TextBox 6">
            <a:extLst>
              <a:ext uri="{FF2B5EF4-FFF2-40B4-BE49-F238E27FC236}">
                <a16:creationId xmlns:a16="http://schemas.microsoft.com/office/drawing/2014/main" id="{73537EB5-2693-4AC3-9668-4E03FFAFCFE5}"/>
              </a:ext>
            </a:extLst>
          </p:cNvPr>
          <p:cNvSpPr txBox="1"/>
          <p:nvPr/>
        </p:nvSpPr>
        <p:spPr>
          <a:xfrm>
            <a:off x="6782801" y="2262211"/>
            <a:ext cx="1588063" cy="584775"/>
          </a:xfrm>
          <a:prstGeom prst="rect">
            <a:avLst/>
          </a:prstGeom>
          <a:noFill/>
        </p:spPr>
        <p:txBody>
          <a:bodyPr wrap="none" rtlCol="0">
            <a:spAutoFit/>
          </a:bodyPr>
          <a:lstStyle/>
          <a:p>
            <a:pPr algn="ctr"/>
            <a:r>
              <a:rPr lang="en-US" sz="3200" dirty="0"/>
              <a:t>Walmart</a:t>
            </a:r>
          </a:p>
        </p:txBody>
      </p:sp>
      <p:sp>
        <p:nvSpPr>
          <p:cNvPr id="10" name="TextBox 7">
            <a:extLst>
              <a:ext uri="{FF2B5EF4-FFF2-40B4-BE49-F238E27FC236}">
                <a16:creationId xmlns:a16="http://schemas.microsoft.com/office/drawing/2014/main" id="{50BD97BB-D86C-400F-99DD-F8F1273D3E94}"/>
              </a:ext>
            </a:extLst>
          </p:cNvPr>
          <p:cNvSpPr txBox="1"/>
          <p:nvPr/>
        </p:nvSpPr>
        <p:spPr>
          <a:xfrm>
            <a:off x="2621996" y="5761705"/>
            <a:ext cx="3127780" cy="400110"/>
          </a:xfrm>
          <a:prstGeom prst="rect">
            <a:avLst/>
          </a:prstGeom>
          <a:noFill/>
        </p:spPr>
        <p:txBody>
          <a:bodyPr wrap="none" rtlCol="0">
            <a:spAutoFit/>
          </a:bodyPr>
          <a:lstStyle/>
          <a:p>
            <a:pPr algn="ctr"/>
            <a:r>
              <a:rPr lang="en-US" sz="2000" dirty="0"/>
              <a:t>40 million events per second</a:t>
            </a:r>
          </a:p>
        </p:txBody>
      </p:sp>
      <p:sp>
        <p:nvSpPr>
          <p:cNvPr id="11" name="TextBox 8">
            <a:extLst>
              <a:ext uri="{FF2B5EF4-FFF2-40B4-BE49-F238E27FC236}">
                <a16:creationId xmlns:a16="http://schemas.microsoft.com/office/drawing/2014/main" id="{01508CD7-AE92-4BD9-B357-B211A991DE96}"/>
              </a:ext>
            </a:extLst>
          </p:cNvPr>
          <p:cNvSpPr txBox="1"/>
          <p:nvPr/>
        </p:nvSpPr>
        <p:spPr>
          <a:xfrm>
            <a:off x="5847625" y="5753173"/>
            <a:ext cx="3353803" cy="400110"/>
          </a:xfrm>
          <a:prstGeom prst="rect">
            <a:avLst/>
          </a:prstGeom>
          <a:noFill/>
        </p:spPr>
        <p:txBody>
          <a:bodyPr wrap="none" rtlCol="0">
            <a:spAutoFit/>
          </a:bodyPr>
          <a:lstStyle/>
          <a:p>
            <a:pPr algn="ctr"/>
            <a:r>
              <a:rPr lang="en-US" sz="2000" dirty="0"/>
              <a:t>40 million transactions per day</a:t>
            </a:r>
          </a:p>
        </p:txBody>
      </p:sp>
      <p:sp>
        <p:nvSpPr>
          <p:cNvPr id="3" name="Slide Number Placeholder 2">
            <a:extLst>
              <a:ext uri="{FF2B5EF4-FFF2-40B4-BE49-F238E27FC236}">
                <a16:creationId xmlns:a16="http://schemas.microsoft.com/office/drawing/2014/main" id="{1A5E8157-107F-3CC6-B1A2-11FD196FCAC3}"/>
              </a:ext>
            </a:extLst>
          </p:cNvPr>
          <p:cNvSpPr>
            <a:spLocks noGrp="1"/>
          </p:cNvSpPr>
          <p:nvPr>
            <p:ph type="sldNum" sz="quarter" idx="12"/>
          </p:nvPr>
        </p:nvSpPr>
        <p:spPr/>
        <p:txBody>
          <a:bodyPr/>
          <a:lstStyle/>
          <a:p>
            <a:fld id="{F0C94032-CD4C-4C25-B0C2-CEC720522D92}" type="slidenum">
              <a:rPr lang="en-US" smtClean="0"/>
              <a:pPr/>
              <a:t>27</a:t>
            </a:fld>
            <a:endParaRPr lang="en-US" dirty="0"/>
          </a:p>
        </p:txBody>
      </p:sp>
      <p:sp>
        <p:nvSpPr>
          <p:cNvPr id="4" name="Footer Placeholder 3">
            <a:extLst>
              <a:ext uri="{FF2B5EF4-FFF2-40B4-BE49-F238E27FC236}">
                <a16:creationId xmlns:a16="http://schemas.microsoft.com/office/drawing/2014/main" id="{CE03B372-68BF-35F3-188B-F3D9800DD0D3}"/>
              </a:ext>
            </a:extLst>
          </p:cNvPr>
          <p:cNvSpPr>
            <a:spLocks noGrp="1"/>
          </p:cNvSpPr>
          <p:nvPr>
            <p:ph type="ftr" sz="quarter" idx="11"/>
          </p:nvPr>
        </p:nvSpPr>
        <p:spPr/>
        <p:txBody>
          <a:bodyPr/>
          <a:lstStyle/>
          <a:p>
            <a:r>
              <a:rPr lang="en-US"/>
              <a:t>Analytics for a Better World, Lecture 1</a:t>
            </a:r>
            <a:endParaRPr lang="en-US" dirty="0"/>
          </a:p>
        </p:txBody>
      </p:sp>
    </p:spTree>
    <p:extLst>
      <p:ext uri="{BB962C8B-B14F-4D97-AF65-F5344CB8AC3E}">
        <p14:creationId xmlns:p14="http://schemas.microsoft.com/office/powerpoint/2010/main" val="31386976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738C0F-1DAA-48D9-BAC6-5647D730BE7A}"/>
              </a:ext>
            </a:extLst>
          </p:cNvPr>
          <p:cNvSpPr>
            <a:spLocks noGrp="1"/>
          </p:cNvSpPr>
          <p:nvPr>
            <p:ph type="title"/>
          </p:nvPr>
        </p:nvSpPr>
        <p:spPr>
          <a:xfrm>
            <a:off x="263352" y="1916832"/>
            <a:ext cx="3672408" cy="2736304"/>
          </a:xfrm>
        </p:spPr>
        <p:txBody>
          <a:bodyPr>
            <a:normAutofit/>
          </a:bodyPr>
          <a:lstStyle/>
          <a:p>
            <a:r>
              <a:rPr lang="en-US" sz="4400" dirty="0"/>
              <a:t>Datafication </a:t>
            </a:r>
            <a:br>
              <a:rPr lang="en-US" sz="4400" dirty="0"/>
            </a:br>
            <a:r>
              <a:rPr lang="en-US" sz="4400" dirty="0"/>
              <a:t>of the world</a:t>
            </a:r>
          </a:p>
        </p:txBody>
      </p:sp>
      <p:sp>
        <p:nvSpPr>
          <p:cNvPr id="3" name="Slide Number Placeholder 2">
            <a:extLst>
              <a:ext uri="{FF2B5EF4-FFF2-40B4-BE49-F238E27FC236}">
                <a16:creationId xmlns:a16="http://schemas.microsoft.com/office/drawing/2014/main" id="{9D3205AA-3F03-27B1-F4EB-381D98E56DF8}"/>
              </a:ext>
            </a:extLst>
          </p:cNvPr>
          <p:cNvSpPr>
            <a:spLocks noGrp="1"/>
          </p:cNvSpPr>
          <p:nvPr>
            <p:ph type="sldNum" sz="quarter" idx="12"/>
          </p:nvPr>
        </p:nvSpPr>
        <p:spPr/>
        <p:txBody>
          <a:bodyPr/>
          <a:lstStyle/>
          <a:p>
            <a:fld id="{F0C94032-CD4C-4C25-B0C2-CEC720522D92}" type="slidenum">
              <a:rPr lang="en-US" smtClean="0"/>
              <a:pPr/>
              <a:t>28</a:t>
            </a:fld>
            <a:endParaRPr lang="en-US" dirty="0"/>
          </a:p>
        </p:txBody>
      </p:sp>
      <p:sp>
        <p:nvSpPr>
          <p:cNvPr id="4" name="Footer Placeholder 3">
            <a:extLst>
              <a:ext uri="{FF2B5EF4-FFF2-40B4-BE49-F238E27FC236}">
                <a16:creationId xmlns:a16="http://schemas.microsoft.com/office/drawing/2014/main" id="{D3CF1D6D-C28D-487D-FD7F-FC8935FF3B44}"/>
              </a:ext>
            </a:extLst>
          </p:cNvPr>
          <p:cNvSpPr>
            <a:spLocks noGrp="1"/>
          </p:cNvSpPr>
          <p:nvPr>
            <p:ph type="ftr" sz="quarter" idx="11"/>
          </p:nvPr>
        </p:nvSpPr>
        <p:spPr/>
        <p:txBody>
          <a:bodyPr/>
          <a:lstStyle/>
          <a:p>
            <a:r>
              <a:rPr lang="en-US"/>
              <a:t>Analytics for a Better World, Lecture 1</a:t>
            </a:r>
            <a:endParaRPr lang="en-US" dirty="0"/>
          </a:p>
        </p:txBody>
      </p:sp>
      <p:pic>
        <p:nvPicPr>
          <p:cNvPr id="5" name="Picture 2">
            <a:extLst>
              <a:ext uri="{FF2B5EF4-FFF2-40B4-BE49-F238E27FC236}">
                <a16:creationId xmlns:a16="http://schemas.microsoft.com/office/drawing/2014/main" id="{C9F7E2E5-1CBE-A61F-3828-E13C30DB3E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0416" y="152400"/>
            <a:ext cx="5381625" cy="655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459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8E076F-97EA-4ADD-BE39-FDCE458A8C4C}"/>
              </a:ext>
            </a:extLst>
          </p:cNvPr>
          <p:cNvSpPr>
            <a:spLocks noGrp="1"/>
          </p:cNvSpPr>
          <p:nvPr>
            <p:ph type="title"/>
          </p:nvPr>
        </p:nvSpPr>
        <p:spPr>
          <a:xfrm>
            <a:off x="263352" y="476672"/>
            <a:ext cx="11159196" cy="936103"/>
          </a:xfrm>
        </p:spPr>
        <p:txBody>
          <a:bodyPr/>
          <a:lstStyle/>
          <a:p>
            <a:r>
              <a:rPr lang="en-US" dirty="0"/>
              <a:t>Internet of Things</a:t>
            </a:r>
          </a:p>
        </p:txBody>
      </p:sp>
      <p:pic>
        <p:nvPicPr>
          <p:cNvPr id="2050" name="Picture 2" descr="Number-of-global-device-connections-2015-2025-Number-of-IoT-Devices -  IntelligentHQ">
            <a:extLst>
              <a:ext uri="{FF2B5EF4-FFF2-40B4-BE49-F238E27FC236}">
                <a16:creationId xmlns:a16="http://schemas.microsoft.com/office/drawing/2014/main" id="{D9AB6597-6B55-4679-A35E-60D94581256C}"/>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459463" y="1297517"/>
            <a:ext cx="7273073" cy="466436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25C33A2A-4C5F-3E7E-0686-9C61017488DA}"/>
              </a:ext>
            </a:extLst>
          </p:cNvPr>
          <p:cNvSpPr>
            <a:spLocks noGrp="1"/>
          </p:cNvSpPr>
          <p:nvPr>
            <p:ph type="sldNum" sz="quarter" idx="12"/>
          </p:nvPr>
        </p:nvSpPr>
        <p:spPr/>
        <p:txBody>
          <a:bodyPr/>
          <a:lstStyle/>
          <a:p>
            <a:fld id="{F0C94032-CD4C-4C25-B0C2-CEC720522D92}" type="slidenum">
              <a:rPr lang="en-US" smtClean="0"/>
              <a:pPr/>
              <a:t>29</a:t>
            </a:fld>
            <a:endParaRPr lang="en-US" dirty="0"/>
          </a:p>
        </p:txBody>
      </p:sp>
      <p:sp>
        <p:nvSpPr>
          <p:cNvPr id="4" name="Footer Placeholder 3">
            <a:extLst>
              <a:ext uri="{FF2B5EF4-FFF2-40B4-BE49-F238E27FC236}">
                <a16:creationId xmlns:a16="http://schemas.microsoft.com/office/drawing/2014/main" id="{C7B6FF3A-1CCA-1A3A-12E4-00EC65A11F26}"/>
              </a:ext>
            </a:extLst>
          </p:cNvPr>
          <p:cNvSpPr>
            <a:spLocks noGrp="1"/>
          </p:cNvSpPr>
          <p:nvPr>
            <p:ph type="ftr" sz="quarter" idx="11"/>
          </p:nvPr>
        </p:nvSpPr>
        <p:spPr/>
        <p:txBody>
          <a:bodyPr/>
          <a:lstStyle/>
          <a:p>
            <a:r>
              <a:rPr lang="en-US"/>
              <a:t>Analytics for a Better World, Lecture 1</a:t>
            </a:r>
            <a:endParaRPr lang="en-US" dirty="0"/>
          </a:p>
        </p:txBody>
      </p:sp>
      <p:sp>
        <p:nvSpPr>
          <p:cNvPr id="5" name="TextBox 4">
            <a:extLst>
              <a:ext uri="{FF2B5EF4-FFF2-40B4-BE49-F238E27FC236}">
                <a16:creationId xmlns:a16="http://schemas.microsoft.com/office/drawing/2014/main" id="{E0280D0A-21FA-049D-2A0B-DE6E03680C68}"/>
              </a:ext>
            </a:extLst>
          </p:cNvPr>
          <p:cNvSpPr txBox="1"/>
          <p:nvPr/>
        </p:nvSpPr>
        <p:spPr>
          <a:xfrm>
            <a:off x="2909454" y="6066395"/>
            <a:ext cx="6539345" cy="559627"/>
          </a:xfrm>
          <a:prstGeom prst="rect">
            <a:avLst/>
          </a:prstGeom>
          <a:noFill/>
        </p:spPr>
        <p:txBody>
          <a:bodyPr wrap="none" lIns="0" tIns="0" rIns="0" bIns="0" rtlCol="0">
            <a:noAutofit/>
          </a:bodyPr>
          <a:lstStyle/>
          <a:p>
            <a:pPr>
              <a:lnSpc>
                <a:spcPct val="90000"/>
              </a:lnSpc>
              <a:spcBef>
                <a:spcPts val="600"/>
              </a:spcBef>
              <a:spcAft>
                <a:spcPts val="600"/>
              </a:spcAft>
            </a:pPr>
            <a:r>
              <a:rPr lang="en-US" sz="1600" dirty="0"/>
              <a:t>Including predictions: </a:t>
            </a:r>
            <a:r>
              <a:rPr lang="en-US" sz="1600" dirty="0">
                <a:hlinkClick r:id="rId3"/>
              </a:rPr>
              <a:t>https://iot-analytics.com/number-connected-iot-devices/</a:t>
            </a:r>
            <a:r>
              <a:rPr lang="en-US" sz="1600" dirty="0"/>
              <a:t> </a:t>
            </a:r>
            <a:endParaRPr lang="en-NL" sz="1600" dirty="0" err="1"/>
          </a:p>
        </p:txBody>
      </p:sp>
    </p:spTree>
    <p:extLst>
      <p:ext uri="{BB962C8B-B14F-4D97-AF65-F5344CB8AC3E}">
        <p14:creationId xmlns:p14="http://schemas.microsoft.com/office/powerpoint/2010/main" val="40692267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971080-4030-4F08-A31C-A4651DBD5773}"/>
              </a:ext>
            </a:extLst>
          </p:cNvPr>
          <p:cNvSpPr>
            <a:spLocks noGrp="1"/>
          </p:cNvSpPr>
          <p:nvPr>
            <p:ph type="title"/>
          </p:nvPr>
        </p:nvSpPr>
        <p:spPr/>
        <p:txBody>
          <a:bodyPr/>
          <a:lstStyle/>
          <a:p>
            <a:r>
              <a:rPr lang="en-US" dirty="0"/>
              <a:t>Data storage</a:t>
            </a:r>
          </a:p>
        </p:txBody>
      </p:sp>
      <p:pic>
        <p:nvPicPr>
          <p:cNvPr id="1026" name="Picture 2" descr="hblok.net">
            <a:extLst>
              <a:ext uri="{FF2B5EF4-FFF2-40B4-BE49-F238E27FC236}">
                <a16:creationId xmlns:a16="http://schemas.microsoft.com/office/drawing/2014/main" id="{79B3D803-5384-4A9D-B84C-35C5828013B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911160" y="181613"/>
            <a:ext cx="7560840" cy="5880654"/>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B85DA8D2-3F9B-C918-1CD6-E87690A26D8B}"/>
              </a:ext>
            </a:extLst>
          </p:cNvPr>
          <p:cNvSpPr>
            <a:spLocks noGrp="1"/>
          </p:cNvSpPr>
          <p:nvPr>
            <p:ph type="sldNum" sz="quarter" idx="12"/>
          </p:nvPr>
        </p:nvSpPr>
        <p:spPr/>
        <p:txBody>
          <a:bodyPr/>
          <a:lstStyle/>
          <a:p>
            <a:fld id="{F0C94032-CD4C-4C25-B0C2-CEC720522D92}" type="slidenum">
              <a:rPr lang="en-US" smtClean="0"/>
              <a:pPr/>
              <a:t>30</a:t>
            </a:fld>
            <a:endParaRPr lang="en-US" dirty="0"/>
          </a:p>
        </p:txBody>
      </p:sp>
      <p:sp>
        <p:nvSpPr>
          <p:cNvPr id="4" name="Footer Placeholder 3">
            <a:extLst>
              <a:ext uri="{FF2B5EF4-FFF2-40B4-BE49-F238E27FC236}">
                <a16:creationId xmlns:a16="http://schemas.microsoft.com/office/drawing/2014/main" id="{5BA51FFB-5AEB-EDC6-726F-FF41B20E88F4}"/>
              </a:ext>
            </a:extLst>
          </p:cNvPr>
          <p:cNvSpPr>
            <a:spLocks noGrp="1"/>
          </p:cNvSpPr>
          <p:nvPr>
            <p:ph type="ftr" sz="quarter" idx="11"/>
          </p:nvPr>
        </p:nvSpPr>
        <p:spPr/>
        <p:txBody>
          <a:bodyPr/>
          <a:lstStyle/>
          <a:p>
            <a:r>
              <a:rPr lang="en-US"/>
              <a:t>Analytics for a Better World, Lecture 1</a:t>
            </a:r>
            <a:endParaRPr lang="en-US" dirty="0"/>
          </a:p>
        </p:txBody>
      </p:sp>
      <p:sp>
        <p:nvSpPr>
          <p:cNvPr id="5" name="TextBox 4">
            <a:extLst>
              <a:ext uri="{FF2B5EF4-FFF2-40B4-BE49-F238E27FC236}">
                <a16:creationId xmlns:a16="http://schemas.microsoft.com/office/drawing/2014/main" id="{C6F86D3D-13B3-E132-A263-AF9496FFB5D6}"/>
              </a:ext>
            </a:extLst>
          </p:cNvPr>
          <p:cNvSpPr txBox="1"/>
          <p:nvPr/>
        </p:nvSpPr>
        <p:spPr>
          <a:xfrm>
            <a:off x="2059709" y="5973618"/>
            <a:ext cx="914400" cy="914400"/>
          </a:xfrm>
          <a:prstGeom prst="rect">
            <a:avLst/>
          </a:prstGeom>
          <a:noFill/>
        </p:spPr>
        <p:txBody>
          <a:bodyPr wrap="none" lIns="0" tIns="0" rIns="0" bIns="0" rtlCol="0">
            <a:noAutofit/>
          </a:bodyPr>
          <a:lstStyle/>
          <a:p>
            <a:pPr>
              <a:lnSpc>
                <a:spcPct val="90000"/>
              </a:lnSpc>
              <a:spcBef>
                <a:spcPts val="600"/>
              </a:spcBef>
              <a:spcAft>
                <a:spcPts val="600"/>
              </a:spcAft>
            </a:pPr>
            <a:r>
              <a:rPr lang="en-US" sz="1600" dirty="0"/>
              <a:t>See also </a:t>
            </a:r>
            <a:r>
              <a:rPr lang="en-US" sz="1600" dirty="0">
                <a:hlinkClick r:id="rId3"/>
              </a:rPr>
              <a:t>https://ourworldindata.org/grapher/historical-cost-of-computer-memory-and-storage</a:t>
            </a:r>
            <a:r>
              <a:rPr lang="en-US" sz="1600" dirty="0"/>
              <a:t> </a:t>
            </a:r>
            <a:endParaRPr lang="en-NL" sz="1600" dirty="0" err="1"/>
          </a:p>
        </p:txBody>
      </p:sp>
    </p:spTree>
    <p:extLst>
      <p:ext uri="{BB962C8B-B14F-4D97-AF65-F5344CB8AC3E}">
        <p14:creationId xmlns:p14="http://schemas.microsoft.com/office/powerpoint/2010/main" val="42168985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8FE82D4-108A-405C-B6BB-7967D9B97785}"/>
              </a:ext>
            </a:extLst>
          </p:cNvPr>
          <p:cNvSpPr>
            <a:spLocks noGrp="1"/>
          </p:cNvSpPr>
          <p:nvPr>
            <p:ph type="title"/>
          </p:nvPr>
        </p:nvSpPr>
        <p:spPr>
          <a:xfrm>
            <a:off x="515935" y="524692"/>
            <a:ext cx="11160125" cy="872263"/>
          </a:xfrm>
        </p:spPr>
        <p:txBody>
          <a:bodyPr/>
          <a:lstStyle/>
          <a:p>
            <a:r>
              <a:rPr lang="en-US" dirty="0"/>
              <a:t>Moore’s Law</a:t>
            </a:r>
          </a:p>
        </p:txBody>
      </p:sp>
      <p:pic>
        <p:nvPicPr>
          <p:cNvPr id="2050" name="Picture 2" descr="refer to caption">
            <a:extLst>
              <a:ext uri="{FF2B5EF4-FFF2-40B4-BE49-F238E27FC236}">
                <a16:creationId xmlns:a16="http://schemas.microsoft.com/office/drawing/2014/main" id="{BBDF58B6-7C06-442E-8CF0-3EE497A29A7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420707" y="286121"/>
            <a:ext cx="7396111" cy="547260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6F981A13-134F-DA8A-E813-D08BE51E28A9}"/>
              </a:ext>
            </a:extLst>
          </p:cNvPr>
          <p:cNvSpPr>
            <a:spLocks noGrp="1"/>
          </p:cNvSpPr>
          <p:nvPr>
            <p:ph type="sldNum" sz="quarter" idx="12"/>
          </p:nvPr>
        </p:nvSpPr>
        <p:spPr/>
        <p:txBody>
          <a:bodyPr/>
          <a:lstStyle/>
          <a:p>
            <a:fld id="{F0C94032-CD4C-4C25-B0C2-CEC720522D92}" type="slidenum">
              <a:rPr lang="en-US" smtClean="0"/>
              <a:pPr/>
              <a:t>31</a:t>
            </a:fld>
            <a:endParaRPr lang="en-US" dirty="0"/>
          </a:p>
        </p:txBody>
      </p:sp>
      <p:sp>
        <p:nvSpPr>
          <p:cNvPr id="4" name="Footer Placeholder 3">
            <a:extLst>
              <a:ext uri="{FF2B5EF4-FFF2-40B4-BE49-F238E27FC236}">
                <a16:creationId xmlns:a16="http://schemas.microsoft.com/office/drawing/2014/main" id="{E3AA531D-4E41-5132-4684-4DB8FBD8F680}"/>
              </a:ext>
            </a:extLst>
          </p:cNvPr>
          <p:cNvSpPr>
            <a:spLocks noGrp="1"/>
          </p:cNvSpPr>
          <p:nvPr>
            <p:ph type="ftr" sz="quarter" idx="11"/>
          </p:nvPr>
        </p:nvSpPr>
        <p:spPr/>
        <p:txBody>
          <a:bodyPr/>
          <a:lstStyle/>
          <a:p>
            <a:r>
              <a:rPr lang="en-US"/>
              <a:t>Analytics for a Better World, Lecture 1</a:t>
            </a:r>
            <a:endParaRPr lang="en-US" dirty="0"/>
          </a:p>
        </p:txBody>
      </p:sp>
      <p:sp>
        <p:nvSpPr>
          <p:cNvPr id="5" name="TextBox 4">
            <a:extLst>
              <a:ext uri="{FF2B5EF4-FFF2-40B4-BE49-F238E27FC236}">
                <a16:creationId xmlns:a16="http://schemas.microsoft.com/office/drawing/2014/main" id="{88839623-551D-8268-DEA0-4D6D98AFF0B1}"/>
              </a:ext>
            </a:extLst>
          </p:cNvPr>
          <p:cNvSpPr txBox="1"/>
          <p:nvPr/>
        </p:nvSpPr>
        <p:spPr>
          <a:xfrm>
            <a:off x="2777400" y="5876108"/>
            <a:ext cx="914400" cy="914400"/>
          </a:xfrm>
          <a:prstGeom prst="rect">
            <a:avLst/>
          </a:prstGeom>
          <a:noFill/>
        </p:spPr>
        <p:txBody>
          <a:bodyPr wrap="none" lIns="0" tIns="0" rIns="0" bIns="0" rtlCol="0">
            <a:noAutofit/>
          </a:bodyPr>
          <a:lstStyle/>
          <a:p>
            <a:pPr>
              <a:lnSpc>
                <a:spcPct val="90000"/>
              </a:lnSpc>
              <a:spcBef>
                <a:spcPts val="600"/>
              </a:spcBef>
              <a:spcAft>
                <a:spcPts val="600"/>
              </a:spcAft>
            </a:pPr>
            <a:r>
              <a:rPr lang="en-US" sz="1600" dirty="0"/>
              <a:t>See also </a:t>
            </a:r>
            <a:r>
              <a:rPr lang="en-US" sz="1600" dirty="0">
                <a:hlinkClick r:id="rId3"/>
              </a:rPr>
              <a:t>https://ourworldindata.org/grapher/transistors-per-microprocessor</a:t>
            </a:r>
            <a:r>
              <a:rPr lang="en-US" sz="1600" dirty="0"/>
              <a:t> </a:t>
            </a:r>
            <a:endParaRPr lang="en-NL" sz="1600" dirty="0" err="1"/>
          </a:p>
        </p:txBody>
      </p:sp>
    </p:spTree>
    <p:extLst>
      <p:ext uri="{BB962C8B-B14F-4D97-AF65-F5344CB8AC3E}">
        <p14:creationId xmlns:p14="http://schemas.microsoft.com/office/powerpoint/2010/main" val="140669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096CC5-1408-4B21-875C-4DC1DFE84849}"/>
              </a:ext>
            </a:extLst>
          </p:cNvPr>
          <p:cNvSpPr>
            <a:spLocks noGrp="1"/>
          </p:cNvSpPr>
          <p:nvPr>
            <p:ph type="title"/>
          </p:nvPr>
        </p:nvSpPr>
        <p:spPr>
          <a:xfrm>
            <a:off x="1201999" y="788376"/>
            <a:ext cx="9788001" cy="990600"/>
          </a:xfrm>
        </p:spPr>
        <p:txBody>
          <a:bodyPr>
            <a:normAutofit fontScale="90000"/>
          </a:bodyPr>
          <a:lstStyle/>
          <a:p>
            <a:r>
              <a:rPr lang="en-US" dirty="0"/>
              <a:t>Better algorithms for </a:t>
            </a:r>
            <a:r>
              <a:rPr lang="en-US" b="1" dirty="0"/>
              <a:t>predictive</a:t>
            </a:r>
            <a:r>
              <a:rPr lang="en-US" dirty="0"/>
              <a:t> analytics</a:t>
            </a:r>
          </a:p>
        </p:txBody>
      </p:sp>
      <p:pic>
        <p:nvPicPr>
          <p:cNvPr id="1026" name="Picture 2">
            <a:extLst>
              <a:ext uri="{FF2B5EF4-FFF2-40B4-BE49-F238E27FC236}">
                <a16:creationId xmlns:a16="http://schemas.microsoft.com/office/drawing/2014/main" id="{C5DEDB36-3621-42F9-8D5A-B03000CAC2B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019300" y="1731386"/>
            <a:ext cx="8153400" cy="448578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C0749DD9-27E5-6AA1-2FB7-B4FC9583F764}"/>
              </a:ext>
            </a:extLst>
          </p:cNvPr>
          <p:cNvSpPr>
            <a:spLocks noGrp="1"/>
          </p:cNvSpPr>
          <p:nvPr>
            <p:ph type="sldNum" sz="quarter" idx="12"/>
          </p:nvPr>
        </p:nvSpPr>
        <p:spPr/>
        <p:txBody>
          <a:bodyPr/>
          <a:lstStyle/>
          <a:p>
            <a:fld id="{F0C94032-CD4C-4C25-B0C2-CEC720522D92}" type="slidenum">
              <a:rPr lang="en-US" smtClean="0"/>
              <a:pPr/>
              <a:t>32</a:t>
            </a:fld>
            <a:endParaRPr lang="en-US" dirty="0"/>
          </a:p>
        </p:txBody>
      </p:sp>
      <p:sp>
        <p:nvSpPr>
          <p:cNvPr id="4" name="Footer Placeholder 3">
            <a:extLst>
              <a:ext uri="{FF2B5EF4-FFF2-40B4-BE49-F238E27FC236}">
                <a16:creationId xmlns:a16="http://schemas.microsoft.com/office/drawing/2014/main" id="{64238C66-978B-2C5B-DA96-0FFD3D0E7A5D}"/>
              </a:ext>
            </a:extLst>
          </p:cNvPr>
          <p:cNvSpPr>
            <a:spLocks noGrp="1"/>
          </p:cNvSpPr>
          <p:nvPr>
            <p:ph type="ftr" sz="quarter" idx="11"/>
          </p:nvPr>
        </p:nvSpPr>
        <p:spPr/>
        <p:txBody>
          <a:bodyPr/>
          <a:lstStyle/>
          <a:p>
            <a:r>
              <a:rPr lang="en-US"/>
              <a:t>Analytics for a Better World, Lecture 1</a:t>
            </a:r>
            <a:endParaRPr lang="en-US" dirty="0"/>
          </a:p>
        </p:txBody>
      </p:sp>
    </p:spTree>
    <p:extLst>
      <p:ext uri="{BB962C8B-B14F-4D97-AF65-F5344CB8AC3E}">
        <p14:creationId xmlns:p14="http://schemas.microsoft.com/office/powerpoint/2010/main" val="2495468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096CC5-1408-4B21-875C-4DC1DFE84849}"/>
              </a:ext>
            </a:extLst>
          </p:cNvPr>
          <p:cNvSpPr>
            <a:spLocks noGrp="1"/>
          </p:cNvSpPr>
          <p:nvPr>
            <p:ph type="title"/>
          </p:nvPr>
        </p:nvSpPr>
        <p:spPr>
          <a:xfrm>
            <a:off x="886771" y="881229"/>
            <a:ext cx="10418458" cy="990600"/>
          </a:xfrm>
        </p:spPr>
        <p:txBody>
          <a:bodyPr>
            <a:normAutofit/>
          </a:bodyPr>
          <a:lstStyle/>
          <a:p>
            <a:r>
              <a:rPr lang="en-US" dirty="0"/>
              <a:t>Better algorithms for </a:t>
            </a:r>
            <a:r>
              <a:rPr lang="en-US" b="1" dirty="0"/>
              <a:t>prescriptive</a:t>
            </a:r>
            <a:r>
              <a:rPr lang="en-US" dirty="0"/>
              <a:t> analytics</a:t>
            </a:r>
          </a:p>
        </p:txBody>
      </p:sp>
      <p:sp>
        <p:nvSpPr>
          <p:cNvPr id="14" name="Tekstvak 13">
            <a:extLst>
              <a:ext uri="{FF2B5EF4-FFF2-40B4-BE49-F238E27FC236}">
                <a16:creationId xmlns:a16="http://schemas.microsoft.com/office/drawing/2014/main" id="{AC1D9FEF-7FF5-45B3-AD06-67EACDAA6EF0}"/>
              </a:ext>
            </a:extLst>
          </p:cNvPr>
          <p:cNvSpPr txBox="1"/>
          <p:nvPr/>
        </p:nvSpPr>
        <p:spPr>
          <a:xfrm>
            <a:off x="550203" y="5522031"/>
            <a:ext cx="10921797" cy="646331"/>
          </a:xfrm>
          <a:prstGeom prst="rect">
            <a:avLst/>
          </a:prstGeom>
          <a:solidFill>
            <a:schemeClr val="bg1"/>
          </a:solidFill>
        </p:spPr>
        <p:txBody>
          <a:bodyPr wrap="square" rtlCol="0">
            <a:spAutoFit/>
          </a:bodyPr>
          <a:lstStyle/>
          <a:p>
            <a:r>
              <a:rPr lang="nl-NL" dirty="0"/>
              <a:t>Source: R.E. </a:t>
            </a:r>
            <a:r>
              <a:rPr lang="nl-NL" dirty="0" err="1"/>
              <a:t>Bixby</a:t>
            </a:r>
            <a:r>
              <a:rPr lang="nl-NL" dirty="0"/>
              <a:t> (2017) at </a:t>
            </a:r>
            <a:r>
              <a:rPr lang="nl-NL" dirty="0">
                <a:hlinkClick r:id="rId2"/>
              </a:rPr>
              <a:t>https://ecco2017.euro-online.org/en/resources/files/invited-speakers/robertbixby.pdf</a:t>
            </a:r>
            <a:r>
              <a:rPr lang="nl-NL" dirty="0"/>
              <a:t> , For more recent </a:t>
            </a:r>
            <a:r>
              <a:rPr lang="nl-NL" dirty="0" err="1"/>
              <a:t>speedups</a:t>
            </a:r>
            <a:r>
              <a:rPr lang="nl-NL" dirty="0"/>
              <a:t> </a:t>
            </a:r>
            <a:r>
              <a:rPr lang="nl-NL" dirty="0" err="1"/>
              <a:t>see</a:t>
            </a:r>
            <a:r>
              <a:rPr lang="nl-NL" dirty="0"/>
              <a:t> </a:t>
            </a:r>
            <a:r>
              <a:rPr lang="nl-NL" dirty="0">
                <a:hlinkClick r:id="rId3"/>
              </a:rPr>
              <a:t>https://cdn.gurobi.com/wp-content/uploads/2025-11-25_Whats-New-in-V13.pdf</a:t>
            </a:r>
            <a:r>
              <a:rPr lang="nl-NL" dirty="0"/>
              <a:t> </a:t>
            </a:r>
          </a:p>
        </p:txBody>
      </p:sp>
      <p:sp>
        <p:nvSpPr>
          <p:cNvPr id="3" name="TextBox 2">
            <a:extLst>
              <a:ext uri="{FF2B5EF4-FFF2-40B4-BE49-F238E27FC236}">
                <a16:creationId xmlns:a16="http://schemas.microsoft.com/office/drawing/2014/main" id="{1BCA2DC8-D1C8-4D18-9D20-BC83FF9C0D40}"/>
              </a:ext>
            </a:extLst>
          </p:cNvPr>
          <p:cNvSpPr txBox="1"/>
          <p:nvPr/>
        </p:nvSpPr>
        <p:spPr>
          <a:xfrm>
            <a:off x="720000" y="2204864"/>
            <a:ext cx="10009112" cy="3416320"/>
          </a:xfrm>
          <a:prstGeom prst="rect">
            <a:avLst/>
          </a:prstGeom>
          <a:noFill/>
        </p:spPr>
        <p:txBody>
          <a:bodyPr wrap="square" rtlCol="0">
            <a:spAutoFit/>
          </a:bodyPr>
          <a:lstStyle/>
          <a:p>
            <a:pPr algn="ctr"/>
            <a:r>
              <a:rPr lang="en-US" sz="3600" dirty="0">
                <a:solidFill>
                  <a:srgbClr val="FF0000"/>
                </a:solidFill>
              </a:rPr>
              <a:t>Mixed Integer Linear Optimization Speedup, Gurobi, 1991 – 2017</a:t>
            </a:r>
            <a:r>
              <a:rPr lang="en-US" sz="3600" dirty="0"/>
              <a:t>:</a:t>
            </a:r>
          </a:p>
          <a:p>
            <a:pPr algn="ctr"/>
            <a:endParaRPr lang="en-US" sz="3600" dirty="0"/>
          </a:p>
          <a:p>
            <a:pPr algn="ctr"/>
            <a:r>
              <a:rPr lang="en-US" sz="3600" dirty="0"/>
              <a:t>Over 1.3 million times faster</a:t>
            </a:r>
          </a:p>
          <a:p>
            <a:pPr algn="ctr"/>
            <a:r>
              <a:rPr lang="en-US" sz="3600" dirty="0"/>
              <a:t>or</a:t>
            </a:r>
          </a:p>
          <a:p>
            <a:pPr algn="ctr"/>
            <a:r>
              <a:rPr lang="en-US" sz="3600" dirty="0"/>
              <a:t>Factor 1.8 faster per year</a:t>
            </a:r>
            <a:endParaRPr lang="nl-NL" sz="3600" dirty="0"/>
          </a:p>
        </p:txBody>
      </p:sp>
      <p:sp>
        <p:nvSpPr>
          <p:cNvPr id="4" name="Slide Number Placeholder 3">
            <a:extLst>
              <a:ext uri="{FF2B5EF4-FFF2-40B4-BE49-F238E27FC236}">
                <a16:creationId xmlns:a16="http://schemas.microsoft.com/office/drawing/2014/main" id="{FD7550AB-4DAA-A6D0-667F-D3B01B87577F}"/>
              </a:ext>
            </a:extLst>
          </p:cNvPr>
          <p:cNvSpPr>
            <a:spLocks noGrp="1"/>
          </p:cNvSpPr>
          <p:nvPr>
            <p:ph type="sldNum" sz="quarter" idx="12"/>
          </p:nvPr>
        </p:nvSpPr>
        <p:spPr/>
        <p:txBody>
          <a:bodyPr/>
          <a:lstStyle/>
          <a:p>
            <a:fld id="{F0C94032-CD4C-4C25-B0C2-CEC720522D92}" type="slidenum">
              <a:rPr lang="en-US" smtClean="0"/>
              <a:pPr/>
              <a:t>33</a:t>
            </a:fld>
            <a:endParaRPr lang="en-US" dirty="0"/>
          </a:p>
        </p:txBody>
      </p:sp>
      <p:sp>
        <p:nvSpPr>
          <p:cNvPr id="5" name="Footer Placeholder 4">
            <a:extLst>
              <a:ext uri="{FF2B5EF4-FFF2-40B4-BE49-F238E27FC236}">
                <a16:creationId xmlns:a16="http://schemas.microsoft.com/office/drawing/2014/main" id="{E330E173-BFE2-0702-A079-FFE7E10D5675}"/>
              </a:ext>
            </a:extLst>
          </p:cNvPr>
          <p:cNvSpPr>
            <a:spLocks noGrp="1"/>
          </p:cNvSpPr>
          <p:nvPr>
            <p:ph type="ftr" sz="quarter" idx="11"/>
          </p:nvPr>
        </p:nvSpPr>
        <p:spPr/>
        <p:txBody>
          <a:bodyPr/>
          <a:lstStyle/>
          <a:p>
            <a:r>
              <a:rPr lang="en-US"/>
              <a:t>Analytics for a Better World, Lecture 1</a:t>
            </a:r>
            <a:endParaRPr lang="en-US" dirty="0"/>
          </a:p>
        </p:txBody>
      </p:sp>
    </p:spTree>
    <p:extLst>
      <p:ext uri="{BB962C8B-B14F-4D97-AF65-F5344CB8AC3E}">
        <p14:creationId xmlns:p14="http://schemas.microsoft.com/office/powerpoint/2010/main" val="40433452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1">
            <a:extLst>
              <a:ext uri="{FF2B5EF4-FFF2-40B4-BE49-F238E27FC236}">
                <a16:creationId xmlns:a16="http://schemas.microsoft.com/office/drawing/2014/main" id="{5F2F72E0-CF16-45EB-B1D1-23C66FFC9982}"/>
              </a:ext>
            </a:extLst>
          </p:cNvPr>
          <p:cNvSpPr>
            <a:spLocks noGrp="1"/>
          </p:cNvSpPr>
          <p:nvPr>
            <p:ph type="title"/>
          </p:nvPr>
        </p:nvSpPr>
        <p:spPr/>
        <p:txBody>
          <a:bodyPr/>
          <a:lstStyle/>
          <a:p>
            <a:r>
              <a:rPr lang="en-US" dirty="0"/>
              <a:t>Traveling Salesman Problem (1) </a:t>
            </a:r>
          </a:p>
        </p:txBody>
      </p:sp>
      <p:pic>
        <p:nvPicPr>
          <p:cNvPr id="6" name="Picture 1">
            <a:extLst>
              <a:ext uri="{FF2B5EF4-FFF2-40B4-BE49-F238E27FC236}">
                <a16:creationId xmlns:a16="http://schemas.microsoft.com/office/drawing/2014/main" id="{C622C446-100B-45E4-AD3A-879532367D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6648" y="1710563"/>
            <a:ext cx="4209100" cy="4183118"/>
          </a:xfrm>
          <a:prstGeom prst="rect">
            <a:avLst/>
          </a:prstGeom>
        </p:spPr>
      </p:pic>
      <p:sp>
        <p:nvSpPr>
          <p:cNvPr id="7" name="TextBox 4">
            <a:extLst>
              <a:ext uri="{FF2B5EF4-FFF2-40B4-BE49-F238E27FC236}">
                <a16:creationId xmlns:a16="http://schemas.microsoft.com/office/drawing/2014/main" id="{7F822B66-5DCE-447F-BC98-E4BB1D0E61F2}"/>
              </a:ext>
            </a:extLst>
          </p:cNvPr>
          <p:cNvSpPr txBox="1"/>
          <p:nvPr/>
        </p:nvSpPr>
        <p:spPr>
          <a:xfrm>
            <a:off x="6692013" y="2033761"/>
            <a:ext cx="6336342" cy="3785652"/>
          </a:xfrm>
          <a:prstGeom prst="rect">
            <a:avLst/>
          </a:prstGeom>
          <a:noFill/>
        </p:spPr>
        <p:txBody>
          <a:bodyPr wrap="square" rtlCol="0">
            <a:spAutoFit/>
          </a:bodyPr>
          <a:lstStyle/>
          <a:p>
            <a:r>
              <a:rPr lang="en-US" sz="2000" dirty="0"/>
              <a:t>We would like to visit </a:t>
            </a:r>
            <a:r>
              <a:rPr lang="en-US" sz="2000" b="1" dirty="0">
                <a:solidFill>
                  <a:schemeClr val="accent2">
                    <a:lumMod val="90000"/>
                    <a:lumOff val="10000"/>
                  </a:schemeClr>
                </a:solidFill>
              </a:rPr>
              <a:t>25</a:t>
            </a:r>
            <a:r>
              <a:rPr lang="en-US" sz="2000" dirty="0"/>
              <a:t> </a:t>
            </a:r>
            <a:r>
              <a:rPr lang="en-US" sz="2000" dirty="0" err="1"/>
              <a:t>adresses</a:t>
            </a:r>
            <a:r>
              <a:rPr lang="en-US" sz="2000" dirty="0"/>
              <a:t> …</a:t>
            </a:r>
          </a:p>
          <a:p>
            <a:endParaRPr lang="en-US" sz="2000" dirty="0"/>
          </a:p>
          <a:p>
            <a:r>
              <a:rPr lang="en-US" sz="2000" dirty="0"/>
              <a:t>What is the </a:t>
            </a:r>
            <a:r>
              <a:rPr lang="en-US" sz="2000" b="1" dirty="0">
                <a:solidFill>
                  <a:schemeClr val="accent2">
                    <a:lumMod val="90000"/>
                    <a:lumOff val="10000"/>
                  </a:schemeClr>
                </a:solidFill>
              </a:rPr>
              <a:t>shortest</a:t>
            </a:r>
            <a:r>
              <a:rPr lang="en-US" sz="2000" dirty="0"/>
              <a:t> route ?</a:t>
            </a:r>
          </a:p>
          <a:p>
            <a:endParaRPr lang="en-US" sz="2000" dirty="0"/>
          </a:p>
          <a:p>
            <a:endParaRPr lang="en-US" sz="2000" dirty="0"/>
          </a:p>
          <a:p>
            <a:r>
              <a:rPr lang="en-US" sz="2000" dirty="0"/>
              <a:t>Enumerating all possibilities:  </a:t>
            </a:r>
          </a:p>
          <a:p>
            <a:r>
              <a:rPr lang="en-US" sz="2000" b="1" dirty="0"/>
              <a:t>   </a:t>
            </a:r>
          </a:p>
          <a:p>
            <a:r>
              <a:rPr lang="en-US" sz="2000" b="1" dirty="0"/>
              <a:t>                      </a:t>
            </a:r>
            <a:r>
              <a:rPr lang="en-US" sz="2000" b="1" dirty="0">
                <a:solidFill>
                  <a:schemeClr val="accent2">
                    <a:lumMod val="90000"/>
                    <a:lumOff val="10000"/>
                  </a:schemeClr>
                </a:solidFill>
              </a:rPr>
              <a:t>millions of years</a:t>
            </a:r>
          </a:p>
          <a:p>
            <a:r>
              <a:rPr lang="en-US" sz="2000" dirty="0"/>
              <a:t>		</a:t>
            </a:r>
          </a:p>
          <a:p>
            <a:r>
              <a:rPr lang="en-US" sz="2000" dirty="0"/>
              <a:t>Efficient algorithm:  </a:t>
            </a:r>
          </a:p>
          <a:p>
            <a:endParaRPr lang="en-US" sz="2000" b="1" dirty="0"/>
          </a:p>
          <a:p>
            <a:r>
              <a:rPr lang="en-US" sz="2000" b="1" dirty="0"/>
              <a:t>                       </a:t>
            </a:r>
            <a:r>
              <a:rPr lang="en-US" sz="2000" b="1" dirty="0">
                <a:solidFill>
                  <a:schemeClr val="accent2">
                    <a:lumMod val="90000"/>
                    <a:lumOff val="10000"/>
                  </a:schemeClr>
                </a:solidFill>
              </a:rPr>
              <a:t>a few seconds</a:t>
            </a:r>
          </a:p>
        </p:txBody>
      </p:sp>
      <p:sp>
        <p:nvSpPr>
          <p:cNvPr id="2" name="Slide Number Placeholder 1">
            <a:extLst>
              <a:ext uri="{FF2B5EF4-FFF2-40B4-BE49-F238E27FC236}">
                <a16:creationId xmlns:a16="http://schemas.microsoft.com/office/drawing/2014/main" id="{D472CAF4-5141-5F15-C599-256CDE9B27EE}"/>
              </a:ext>
            </a:extLst>
          </p:cNvPr>
          <p:cNvSpPr>
            <a:spLocks noGrp="1"/>
          </p:cNvSpPr>
          <p:nvPr>
            <p:ph type="sldNum" sz="quarter" idx="12"/>
          </p:nvPr>
        </p:nvSpPr>
        <p:spPr/>
        <p:txBody>
          <a:bodyPr/>
          <a:lstStyle/>
          <a:p>
            <a:fld id="{F0C94032-CD4C-4C25-B0C2-CEC720522D92}" type="slidenum">
              <a:rPr lang="en-US" smtClean="0"/>
              <a:pPr/>
              <a:t>34</a:t>
            </a:fld>
            <a:endParaRPr lang="en-US" dirty="0"/>
          </a:p>
        </p:txBody>
      </p:sp>
      <p:sp>
        <p:nvSpPr>
          <p:cNvPr id="3" name="Footer Placeholder 2">
            <a:extLst>
              <a:ext uri="{FF2B5EF4-FFF2-40B4-BE49-F238E27FC236}">
                <a16:creationId xmlns:a16="http://schemas.microsoft.com/office/drawing/2014/main" id="{F8B5ACE0-D6DA-45D3-BF9B-1245C5517B85}"/>
              </a:ext>
            </a:extLst>
          </p:cNvPr>
          <p:cNvSpPr>
            <a:spLocks noGrp="1"/>
          </p:cNvSpPr>
          <p:nvPr>
            <p:ph type="ftr" sz="quarter" idx="11"/>
          </p:nvPr>
        </p:nvSpPr>
        <p:spPr/>
        <p:txBody>
          <a:bodyPr/>
          <a:lstStyle/>
          <a:p>
            <a:r>
              <a:rPr lang="en-US"/>
              <a:t>Analytics for a Better World, Lecture 1</a:t>
            </a:r>
            <a:endParaRPr lang="en-US" dirty="0"/>
          </a:p>
        </p:txBody>
      </p:sp>
    </p:spTree>
    <p:extLst>
      <p:ext uri="{BB962C8B-B14F-4D97-AF65-F5344CB8AC3E}">
        <p14:creationId xmlns:p14="http://schemas.microsoft.com/office/powerpoint/2010/main" val="39323510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E696D7-A9AF-4F62-9FE2-CA58344C1673}"/>
              </a:ext>
            </a:extLst>
          </p:cNvPr>
          <p:cNvSpPr>
            <a:spLocks noGrp="1"/>
          </p:cNvSpPr>
          <p:nvPr>
            <p:ph type="title"/>
          </p:nvPr>
        </p:nvSpPr>
        <p:spPr>
          <a:xfrm>
            <a:off x="335360" y="486552"/>
            <a:ext cx="11159196" cy="936103"/>
          </a:xfrm>
        </p:spPr>
        <p:txBody>
          <a:bodyPr/>
          <a:lstStyle/>
          <a:p>
            <a:r>
              <a:rPr lang="en-US" dirty="0"/>
              <a:t>Traveling Salesman Problem (2)</a:t>
            </a:r>
          </a:p>
        </p:txBody>
      </p:sp>
      <p:pic>
        <p:nvPicPr>
          <p:cNvPr id="3074" name="Picture 2" descr="star100m">
            <a:extLst>
              <a:ext uri="{FF2B5EF4-FFF2-40B4-BE49-F238E27FC236}">
                <a16:creationId xmlns:a16="http://schemas.microsoft.com/office/drawing/2014/main" id="{1FB054B0-C0A1-4993-A1EE-75DF382C65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237041" y="4183049"/>
            <a:ext cx="1795443" cy="179544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DANTZIG42">
            <a:extLst>
              <a:ext uri="{FF2B5EF4-FFF2-40B4-BE49-F238E27FC236}">
                <a16:creationId xmlns:a16="http://schemas.microsoft.com/office/drawing/2014/main" id="{6AC79C7D-C7BC-494B-B5D3-C0B30E52EDF2}"/>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886530" y="2036471"/>
            <a:ext cx="2489669" cy="155647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USA 13,509">
            <a:extLst>
              <a:ext uri="{FF2B5EF4-FFF2-40B4-BE49-F238E27FC236}">
                <a16:creationId xmlns:a16="http://schemas.microsoft.com/office/drawing/2014/main" id="{10E3B97F-BE7C-46F8-8AAA-35A84EED3837}"/>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8128000" y="1956060"/>
            <a:ext cx="2013527" cy="1367171"/>
          </a:xfrm>
          <a:prstGeom prst="rect">
            <a:avLst/>
          </a:prstGeom>
          <a:noFill/>
          <a:extLst>
            <a:ext uri="{909E8E84-426E-40DD-AFC4-6F175D3DCCD1}">
              <a14:hiddenFill xmlns:a14="http://schemas.microsoft.com/office/drawing/2010/main">
                <a:solidFill>
                  <a:srgbClr val="FFFFFF"/>
                </a:solidFill>
              </a14:hiddenFill>
            </a:ext>
          </a:extLst>
        </p:spPr>
      </p:pic>
      <p:sp>
        <p:nvSpPr>
          <p:cNvPr id="5" name="Tekstvak 4">
            <a:extLst>
              <a:ext uri="{FF2B5EF4-FFF2-40B4-BE49-F238E27FC236}">
                <a16:creationId xmlns:a16="http://schemas.microsoft.com/office/drawing/2014/main" id="{13FFABDB-1995-4249-8E19-EF569D64B750}"/>
              </a:ext>
            </a:extLst>
          </p:cNvPr>
          <p:cNvSpPr txBox="1"/>
          <p:nvPr/>
        </p:nvSpPr>
        <p:spPr>
          <a:xfrm>
            <a:off x="1934098" y="2992796"/>
            <a:ext cx="1865746" cy="523220"/>
          </a:xfrm>
          <a:prstGeom prst="rect">
            <a:avLst/>
          </a:prstGeom>
          <a:noFill/>
        </p:spPr>
        <p:txBody>
          <a:bodyPr wrap="square" rtlCol="0">
            <a:spAutoFit/>
          </a:bodyPr>
          <a:lstStyle/>
          <a:p>
            <a:r>
              <a:rPr lang="nl-NL" sz="2800" dirty="0"/>
              <a:t>42 </a:t>
            </a:r>
            <a:r>
              <a:rPr lang="nl-NL" sz="2800" dirty="0" err="1"/>
              <a:t>cities</a:t>
            </a:r>
            <a:endParaRPr lang="nl-NL" sz="2800" dirty="0"/>
          </a:p>
        </p:txBody>
      </p:sp>
      <p:sp>
        <p:nvSpPr>
          <p:cNvPr id="6" name="Tekstvak 5">
            <a:extLst>
              <a:ext uri="{FF2B5EF4-FFF2-40B4-BE49-F238E27FC236}">
                <a16:creationId xmlns:a16="http://schemas.microsoft.com/office/drawing/2014/main" id="{6DEF7E50-F1FD-4372-AAC8-0FDB02F39D2A}"/>
              </a:ext>
            </a:extLst>
          </p:cNvPr>
          <p:cNvSpPr txBox="1"/>
          <p:nvPr/>
        </p:nvSpPr>
        <p:spPr>
          <a:xfrm>
            <a:off x="8367446" y="3069725"/>
            <a:ext cx="2300555" cy="523220"/>
          </a:xfrm>
          <a:prstGeom prst="rect">
            <a:avLst/>
          </a:prstGeom>
          <a:noFill/>
        </p:spPr>
        <p:txBody>
          <a:bodyPr wrap="square" rtlCol="0">
            <a:spAutoFit/>
          </a:bodyPr>
          <a:lstStyle/>
          <a:p>
            <a:r>
              <a:rPr lang="nl-NL" sz="2800" dirty="0"/>
              <a:t>13,509 </a:t>
            </a:r>
            <a:r>
              <a:rPr lang="nl-NL" sz="2800" dirty="0" err="1"/>
              <a:t>cities</a:t>
            </a:r>
            <a:endParaRPr lang="nl-NL" sz="2800" dirty="0"/>
          </a:p>
        </p:txBody>
      </p:sp>
      <p:pic>
        <p:nvPicPr>
          <p:cNvPr id="3080" name="Picture 8" descr="Sweden 24,978">
            <a:extLst>
              <a:ext uri="{FF2B5EF4-FFF2-40B4-BE49-F238E27FC236}">
                <a16:creationId xmlns:a16="http://schemas.microsoft.com/office/drawing/2014/main" id="{12D867F7-6D0E-4F3E-AE85-C5424C17709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71444" y="4128698"/>
            <a:ext cx="1591055" cy="1973968"/>
          </a:xfrm>
          <a:prstGeom prst="rect">
            <a:avLst/>
          </a:prstGeom>
          <a:noFill/>
          <a:extLst>
            <a:ext uri="{909E8E84-426E-40DD-AFC4-6F175D3DCCD1}">
              <a14:hiddenFill xmlns:a14="http://schemas.microsoft.com/office/drawing/2010/main">
                <a:solidFill>
                  <a:srgbClr val="FFFFFF"/>
                </a:solidFill>
              </a14:hiddenFill>
            </a:ext>
          </a:extLst>
        </p:spPr>
      </p:pic>
      <p:sp>
        <p:nvSpPr>
          <p:cNvPr id="7" name="Tekstvak 6">
            <a:extLst>
              <a:ext uri="{FF2B5EF4-FFF2-40B4-BE49-F238E27FC236}">
                <a16:creationId xmlns:a16="http://schemas.microsoft.com/office/drawing/2014/main" id="{4DC6B00F-C511-4342-9389-C048405F042B}"/>
              </a:ext>
            </a:extLst>
          </p:cNvPr>
          <p:cNvSpPr txBox="1"/>
          <p:nvPr/>
        </p:nvSpPr>
        <p:spPr>
          <a:xfrm>
            <a:off x="3662499" y="5569575"/>
            <a:ext cx="2001891" cy="523220"/>
          </a:xfrm>
          <a:prstGeom prst="rect">
            <a:avLst/>
          </a:prstGeom>
          <a:noFill/>
        </p:spPr>
        <p:txBody>
          <a:bodyPr wrap="square" rtlCol="0">
            <a:spAutoFit/>
          </a:bodyPr>
          <a:lstStyle/>
          <a:p>
            <a:r>
              <a:rPr lang="nl-NL" sz="2800" dirty="0"/>
              <a:t>24,978 </a:t>
            </a:r>
            <a:r>
              <a:rPr lang="nl-NL" sz="2800" dirty="0" err="1"/>
              <a:t>cities</a:t>
            </a:r>
            <a:endParaRPr lang="nl-NL" sz="2800" dirty="0"/>
          </a:p>
        </p:txBody>
      </p:sp>
      <p:pic>
        <p:nvPicPr>
          <p:cNvPr id="3082" name="Picture 10" descr="ATT532">
            <a:extLst>
              <a:ext uri="{FF2B5EF4-FFF2-40B4-BE49-F238E27FC236}">
                <a16:creationId xmlns:a16="http://schemas.microsoft.com/office/drawing/2014/main" id="{C8C7CD8D-AF6E-4B7C-A558-EA9BB4E214DF}"/>
              </a:ext>
            </a:extLst>
          </p:cNvPr>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5189687" y="2036470"/>
            <a:ext cx="2124822" cy="1337974"/>
          </a:xfrm>
          <a:prstGeom prst="rect">
            <a:avLst/>
          </a:prstGeom>
          <a:noFill/>
          <a:extLst>
            <a:ext uri="{909E8E84-426E-40DD-AFC4-6F175D3DCCD1}">
              <a14:hiddenFill xmlns:a14="http://schemas.microsoft.com/office/drawing/2010/main">
                <a:solidFill>
                  <a:srgbClr val="FFFFFF"/>
                </a:solidFill>
              </a14:hiddenFill>
            </a:ext>
          </a:extLst>
        </p:spPr>
      </p:pic>
      <p:sp>
        <p:nvSpPr>
          <p:cNvPr id="13" name="Tekstvak 12">
            <a:extLst>
              <a:ext uri="{FF2B5EF4-FFF2-40B4-BE49-F238E27FC236}">
                <a16:creationId xmlns:a16="http://schemas.microsoft.com/office/drawing/2014/main" id="{E649EE8A-D39D-47EB-83C7-01CEFD618DDC}"/>
              </a:ext>
            </a:extLst>
          </p:cNvPr>
          <p:cNvSpPr txBox="1"/>
          <p:nvPr/>
        </p:nvSpPr>
        <p:spPr>
          <a:xfrm>
            <a:off x="5479914" y="3069725"/>
            <a:ext cx="1865746" cy="523220"/>
          </a:xfrm>
          <a:prstGeom prst="rect">
            <a:avLst/>
          </a:prstGeom>
          <a:noFill/>
        </p:spPr>
        <p:txBody>
          <a:bodyPr wrap="square" rtlCol="0">
            <a:spAutoFit/>
          </a:bodyPr>
          <a:lstStyle/>
          <a:p>
            <a:r>
              <a:rPr lang="nl-NL" sz="2800" dirty="0"/>
              <a:t>532 </a:t>
            </a:r>
            <a:r>
              <a:rPr lang="nl-NL" sz="2800" dirty="0" err="1"/>
              <a:t>cities</a:t>
            </a:r>
            <a:endParaRPr lang="nl-NL" sz="2800" dirty="0"/>
          </a:p>
        </p:txBody>
      </p:sp>
      <p:sp>
        <p:nvSpPr>
          <p:cNvPr id="8" name="Tekstvak 7">
            <a:extLst>
              <a:ext uri="{FF2B5EF4-FFF2-40B4-BE49-F238E27FC236}">
                <a16:creationId xmlns:a16="http://schemas.microsoft.com/office/drawing/2014/main" id="{B83D53B2-9884-4852-AD7C-15C67343B9C9}"/>
              </a:ext>
            </a:extLst>
          </p:cNvPr>
          <p:cNvSpPr txBox="1"/>
          <p:nvPr/>
        </p:nvSpPr>
        <p:spPr>
          <a:xfrm>
            <a:off x="2507952" y="1652350"/>
            <a:ext cx="1154546" cy="523220"/>
          </a:xfrm>
          <a:prstGeom prst="rect">
            <a:avLst/>
          </a:prstGeom>
          <a:noFill/>
        </p:spPr>
        <p:txBody>
          <a:bodyPr wrap="square" rtlCol="0">
            <a:spAutoFit/>
          </a:bodyPr>
          <a:lstStyle/>
          <a:p>
            <a:r>
              <a:rPr lang="nl-NL" sz="2800" b="1" dirty="0">
                <a:solidFill>
                  <a:schemeClr val="accent1">
                    <a:lumMod val="75000"/>
                  </a:schemeClr>
                </a:solidFill>
              </a:rPr>
              <a:t>1954</a:t>
            </a:r>
          </a:p>
        </p:txBody>
      </p:sp>
      <p:sp>
        <p:nvSpPr>
          <p:cNvPr id="15" name="Tekstvak 14">
            <a:extLst>
              <a:ext uri="{FF2B5EF4-FFF2-40B4-BE49-F238E27FC236}">
                <a16:creationId xmlns:a16="http://schemas.microsoft.com/office/drawing/2014/main" id="{A6A735C9-5E2D-4B91-ADE7-DA895EB08953}"/>
              </a:ext>
            </a:extLst>
          </p:cNvPr>
          <p:cNvSpPr txBox="1"/>
          <p:nvPr/>
        </p:nvSpPr>
        <p:spPr>
          <a:xfrm>
            <a:off x="5835514" y="1621242"/>
            <a:ext cx="1154546" cy="523220"/>
          </a:xfrm>
          <a:prstGeom prst="rect">
            <a:avLst/>
          </a:prstGeom>
          <a:noFill/>
        </p:spPr>
        <p:txBody>
          <a:bodyPr wrap="square" rtlCol="0">
            <a:spAutoFit/>
          </a:bodyPr>
          <a:lstStyle/>
          <a:p>
            <a:r>
              <a:rPr lang="nl-NL" sz="2800" b="1" dirty="0">
                <a:solidFill>
                  <a:schemeClr val="accent1">
                    <a:lumMod val="75000"/>
                  </a:schemeClr>
                </a:solidFill>
              </a:rPr>
              <a:t>1987</a:t>
            </a:r>
          </a:p>
        </p:txBody>
      </p:sp>
      <p:sp>
        <p:nvSpPr>
          <p:cNvPr id="16" name="Tekstvak 15">
            <a:extLst>
              <a:ext uri="{FF2B5EF4-FFF2-40B4-BE49-F238E27FC236}">
                <a16:creationId xmlns:a16="http://schemas.microsoft.com/office/drawing/2014/main" id="{F0CDCB9A-6307-40F8-A6BF-63A9B8E58477}"/>
              </a:ext>
            </a:extLst>
          </p:cNvPr>
          <p:cNvSpPr txBox="1"/>
          <p:nvPr/>
        </p:nvSpPr>
        <p:spPr>
          <a:xfrm>
            <a:off x="8877937" y="1577930"/>
            <a:ext cx="1154546" cy="523220"/>
          </a:xfrm>
          <a:prstGeom prst="rect">
            <a:avLst/>
          </a:prstGeom>
          <a:noFill/>
        </p:spPr>
        <p:txBody>
          <a:bodyPr wrap="square" rtlCol="0">
            <a:spAutoFit/>
          </a:bodyPr>
          <a:lstStyle/>
          <a:p>
            <a:r>
              <a:rPr lang="nl-NL" sz="2800" b="1" dirty="0">
                <a:solidFill>
                  <a:schemeClr val="accent1">
                    <a:lumMod val="75000"/>
                  </a:schemeClr>
                </a:solidFill>
              </a:rPr>
              <a:t>1998</a:t>
            </a:r>
          </a:p>
        </p:txBody>
      </p:sp>
      <p:sp>
        <p:nvSpPr>
          <p:cNvPr id="17" name="Tekstvak 16">
            <a:extLst>
              <a:ext uri="{FF2B5EF4-FFF2-40B4-BE49-F238E27FC236}">
                <a16:creationId xmlns:a16="http://schemas.microsoft.com/office/drawing/2014/main" id="{29FAFE04-527D-4CDC-9174-5CF4B078EB31}"/>
              </a:ext>
            </a:extLst>
          </p:cNvPr>
          <p:cNvSpPr txBox="1"/>
          <p:nvPr/>
        </p:nvSpPr>
        <p:spPr>
          <a:xfrm>
            <a:off x="2438679" y="3715455"/>
            <a:ext cx="1154546" cy="523220"/>
          </a:xfrm>
          <a:prstGeom prst="rect">
            <a:avLst/>
          </a:prstGeom>
          <a:noFill/>
        </p:spPr>
        <p:txBody>
          <a:bodyPr wrap="square" rtlCol="0">
            <a:spAutoFit/>
          </a:bodyPr>
          <a:lstStyle/>
          <a:p>
            <a:r>
              <a:rPr lang="nl-NL" sz="2800" b="1" dirty="0">
                <a:solidFill>
                  <a:schemeClr val="accent1">
                    <a:lumMod val="75000"/>
                  </a:schemeClr>
                </a:solidFill>
              </a:rPr>
              <a:t>2004</a:t>
            </a:r>
          </a:p>
        </p:txBody>
      </p:sp>
      <p:sp>
        <p:nvSpPr>
          <p:cNvPr id="18" name="Tekstvak 17">
            <a:extLst>
              <a:ext uri="{FF2B5EF4-FFF2-40B4-BE49-F238E27FC236}">
                <a16:creationId xmlns:a16="http://schemas.microsoft.com/office/drawing/2014/main" id="{D998ADA6-5CFF-411F-B5B7-3301B0FDFF08}"/>
              </a:ext>
            </a:extLst>
          </p:cNvPr>
          <p:cNvSpPr txBox="1"/>
          <p:nvPr/>
        </p:nvSpPr>
        <p:spPr>
          <a:xfrm>
            <a:off x="8693311" y="3707090"/>
            <a:ext cx="1154546" cy="523220"/>
          </a:xfrm>
          <a:prstGeom prst="rect">
            <a:avLst/>
          </a:prstGeom>
          <a:noFill/>
        </p:spPr>
        <p:txBody>
          <a:bodyPr wrap="square" rtlCol="0">
            <a:spAutoFit/>
          </a:bodyPr>
          <a:lstStyle/>
          <a:p>
            <a:r>
              <a:rPr lang="nl-NL" sz="2800" b="1" dirty="0">
                <a:solidFill>
                  <a:schemeClr val="accent1">
                    <a:lumMod val="75000"/>
                  </a:schemeClr>
                </a:solidFill>
              </a:rPr>
              <a:t>2020</a:t>
            </a:r>
          </a:p>
        </p:txBody>
      </p:sp>
      <p:sp>
        <p:nvSpPr>
          <p:cNvPr id="9" name="Tekstvak 8">
            <a:extLst>
              <a:ext uri="{FF2B5EF4-FFF2-40B4-BE49-F238E27FC236}">
                <a16:creationId xmlns:a16="http://schemas.microsoft.com/office/drawing/2014/main" id="{970F7EF5-FCF6-4A22-BCB0-AAECC7DF89F7}"/>
              </a:ext>
            </a:extLst>
          </p:cNvPr>
          <p:cNvSpPr txBox="1"/>
          <p:nvPr/>
        </p:nvSpPr>
        <p:spPr>
          <a:xfrm>
            <a:off x="5322896" y="4258210"/>
            <a:ext cx="2648085" cy="1200329"/>
          </a:xfrm>
          <a:prstGeom prst="rect">
            <a:avLst/>
          </a:prstGeom>
          <a:noFill/>
        </p:spPr>
        <p:txBody>
          <a:bodyPr wrap="square" rtlCol="0">
            <a:spAutoFit/>
          </a:bodyPr>
          <a:lstStyle/>
          <a:p>
            <a:r>
              <a:rPr lang="nl-NL" sz="7200" dirty="0"/>
              <a:t>……</a:t>
            </a:r>
          </a:p>
        </p:txBody>
      </p:sp>
      <p:sp>
        <p:nvSpPr>
          <p:cNvPr id="3" name="Slide Number Placeholder 2">
            <a:extLst>
              <a:ext uri="{FF2B5EF4-FFF2-40B4-BE49-F238E27FC236}">
                <a16:creationId xmlns:a16="http://schemas.microsoft.com/office/drawing/2014/main" id="{0562F58D-8B78-22FC-0F38-7B3C24E519B6}"/>
              </a:ext>
            </a:extLst>
          </p:cNvPr>
          <p:cNvSpPr>
            <a:spLocks noGrp="1"/>
          </p:cNvSpPr>
          <p:nvPr>
            <p:ph type="sldNum" sz="quarter" idx="12"/>
          </p:nvPr>
        </p:nvSpPr>
        <p:spPr/>
        <p:txBody>
          <a:bodyPr/>
          <a:lstStyle/>
          <a:p>
            <a:fld id="{F0C94032-CD4C-4C25-B0C2-CEC720522D92}" type="slidenum">
              <a:rPr lang="en-US" smtClean="0"/>
              <a:pPr/>
              <a:t>35</a:t>
            </a:fld>
            <a:endParaRPr lang="en-US" dirty="0"/>
          </a:p>
        </p:txBody>
      </p:sp>
      <p:sp>
        <p:nvSpPr>
          <p:cNvPr id="4" name="Footer Placeholder 3">
            <a:extLst>
              <a:ext uri="{FF2B5EF4-FFF2-40B4-BE49-F238E27FC236}">
                <a16:creationId xmlns:a16="http://schemas.microsoft.com/office/drawing/2014/main" id="{52E5E278-CA0B-757D-56A6-70CBFEEB40A6}"/>
              </a:ext>
            </a:extLst>
          </p:cNvPr>
          <p:cNvSpPr>
            <a:spLocks noGrp="1"/>
          </p:cNvSpPr>
          <p:nvPr>
            <p:ph type="ftr" sz="quarter" idx="11"/>
          </p:nvPr>
        </p:nvSpPr>
        <p:spPr/>
        <p:txBody>
          <a:bodyPr/>
          <a:lstStyle/>
          <a:p>
            <a:r>
              <a:rPr lang="en-US"/>
              <a:t>Analytics for a Better World, Lecture 1</a:t>
            </a:r>
            <a:endParaRPr lang="en-US" dirty="0"/>
          </a:p>
        </p:txBody>
      </p:sp>
      <p:sp>
        <p:nvSpPr>
          <p:cNvPr id="10" name="TextBox 9">
            <a:extLst>
              <a:ext uri="{FF2B5EF4-FFF2-40B4-BE49-F238E27FC236}">
                <a16:creationId xmlns:a16="http://schemas.microsoft.com/office/drawing/2014/main" id="{36AF5D3D-1690-CEF0-682D-56A62DB558BE}"/>
              </a:ext>
            </a:extLst>
          </p:cNvPr>
          <p:cNvSpPr txBox="1"/>
          <p:nvPr/>
        </p:nvSpPr>
        <p:spPr>
          <a:xfrm>
            <a:off x="4206244" y="6203831"/>
            <a:ext cx="914400" cy="914400"/>
          </a:xfrm>
          <a:prstGeom prst="rect">
            <a:avLst/>
          </a:prstGeom>
          <a:noFill/>
        </p:spPr>
        <p:txBody>
          <a:bodyPr wrap="none" lIns="0" tIns="0" rIns="0" bIns="0" rtlCol="0">
            <a:noAutofit/>
          </a:bodyPr>
          <a:lstStyle/>
          <a:p>
            <a:pPr>
              <a:lnSpc>
                <a:spcPct val="90000"/>
              </a:lnSpc>
              <a:spcBef>
                <a:spcPts val="600"/>
              </a:spcBef>
              <a:spcAft>
                <a:spcPts val="600"/>
              </a:spcAft>
            </a:pPr>
            <a:r>
              <a:rPr lang="en-US" sz="1600" dirty="0"/>
              <a:t>More on </a:t>
            </a:r>
            <a:r>
              <a:rPr lang="en-US" sz="1600" dirty="0">
                <a:hlinkClick r:id="rId7"/>
              </a:rPr>
              <a:t>https://www.math.uwaterloo.ca/tsp/</a:t>
            </a:r>
            <a:r>
              <a:rPr lang="en-US" sz="1600" dirty="0"/>
              <a:t> </a:t>
            </a:r>
            <a:endParaRPr lang="en-NL" sz="1600" dirty="0" err="1"/>
          </a:p>
        </p:txBody>
      </p:sp>
    </p:spTree>
    <p:extLst>
      <p:ext uri="{BB962C8B-B14F-4D97-AF65-F5344CB8AC3E}">
        <p14:creationId xmlns:p14="http://schemas.microsoft.com/office/powerpoint/2010/main" val="23477534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81F9A058-41B0-47F9-AEA4-0AE600A3BBED}"/>
              </a:ext>
            </a:extLst>
          </p:cNvPr>
          <p:cNvSpPr>
            <a:spLocks noGrp="1"/>
          </p:cNvSpPr>
          <p:nvPr>
            <p:ph type="title"/>
          </p:nvPr>
        </p:nvSpPr>
        <p:spPr/>
        <p:txBody>
          <a:bodyPr/>
          <a:lstStyle/>
          <a:p>
            <a:r>
              <a:rPr lang="en-US" dirty="0"/>
              <a:t>The dark and light side…</a:t>
            </a:r>
          </a:p>
        </p:txBody>
      </p:sp>
      <p:sp>
        <p:nvSpPr>
          <p:cNvPr id="4" name="Text Placeholder 3">
            <a:extLst>
              <a:ext uri="{FF2B5EF4-FFF2-40B4-BE49-F238E27FC236}">
                <a16:creationId xmlns:a16="http://schemas.microsoft.com/office/drawing/2014/main" id="{1062A31D-BC71-D414-F6F7-D5D3AF72C530}"/>
              </a:ext>
            </a:extLst>
          </p:cNvPr>
          <p:cNvSpPr>
            <a:spLocks noGrp="1"/>
          </p:cNvSpPr>
          <p:nvPr>
            <p:ph type="body" idx="1"/>
          </p:nvPr>
        </p:nvSpPr>
        <p:spPr/>
        <p:txBody>
          <a:bodyPr/>
          <a:lstStyle/>
          <a:p>
            <a:endParaRPr lang="en-GB"/>
          </a:p>
        </p:txBody>
      </p:sp>
      <p:sp>
        <p:nvSpPr>
          <p:cNvPr id="2" name="Slide Number Placeholder 1">
            <a:extLst>
              <a:ext uri="{FF2B5EF4-FFF2-40B4-BE49-F238E27FC236}">
                <a16:creationId xmlns:a16="http://schemas.microsoft.com/office/drawing/2014/main" id="{6544A5A8-D660-C9BC-3737-5FB1C526FE48}"/>
              </a:ext>
            </a:extLst>
          </p:cNvPr>
          <p:cNvSpPr>
            <a:spLocks noGrp="1"/>
          </p:cNvSpPr>
          <p:nvPr>
            <p:ph type="sldNum" sz="quarter" idx="12"/>
          </p:nvPr>
        </p:nvSpPr>
        <p:spPr/>
        <p:txBody>
          <a:bodyPr/>
          <a:lstStyle/>
          <a:p>
            <a:fld id="{F0C94032-CD4C-4C25-B0C2-CEC720522D92}" type="slidenum">
              <a:rPr lang="en-US" smtClean="0"/>
              <a:pPr/>
              <a:t>36</a:t>
            </a:fld>
            <a:endParaRPr lang="en-US" dirty="0"/>
          </a:p>
        </p:txBody>
      </p:sp>
      <p:sp>
        <p:nvSpPr>
          <p:cNvPr id="5" name="Footer Placeholder 4">
            <a:extLst>
              <a:ext uri="{FF2B5EF4-FFF2-40B4-BE49-F238E27FC236}">
                <a16:creationId xmlns:a16="http://schemas.microsoft.com/office/drawing/2014/main" id="{A1B1911F-888D-EFC7-05CC-801E5A8711F6}"/>
              </a:ext>
            </a:extLst>
          </p:cNvPr>
          <p:cNvSpPr>
            <a:spLocks noGrp="1"/>
          </p:cNvSpPr>
          <p:nvPr>
            <p:ph type="ftr" sz="quarter" idx="11"/>
          </p:nvPr>
        </p:nvSpPr>
        <p:spPr/>
        <p:txBody>
          <a:bodyPr/>
          <a:lstStyle/>
          <a:p>
            <a:r>
              <a:rPr lang="en-US"/>
              <a:t>Analytics for a Better World, Lecture 1</a:t>
            </a:r>
            <a:endParaRPr lang="en-US" dirty="0"/>
          </a:p>
        </p:txBody>
      </p:sp>
    </p:spTree>
    <p:extLst>
      <p:ext uri="{BB962C8B-B14F-4D97-AF65-F5344CB8AC3E}">
        <p14:creationId xmlns:p14="http://schemas.microsoft.com/office/powerpoint/2010/main" val="9845569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AA1ED1-014C-4902-BE02-EB5B84138A36}"/>
              </a:ext>
            </a:extLst>
          </p:cNvPr>
          <p:cNvSpPr>
            <a:spLocks noGrp="1"/>
          </p:cNvSpPr>
          <p:nvPr>
            <p:ph type="title"/>
          </p:nvPr>
        </p:nvSpPr>
        <p:spPr>
          <a:xfrm>
            <a:off x="335360" y="1052736"/>
            <a:ext cx="11159196" cy="936103"/>
          </a:xfrm>
        </p:spPr>
        <p:txBody>
          <a:bodyPr/>
          <a:lstStyle/>
          <a:p>
            <a:r>
              <a:rPr lang="en-US" dirty="0"/>
              <a:t>Dark side of Analytics…</a:t>
            </a:r>
          </a:p>
        </p:txBody>
      </p:sp>
      <p:pic>
        <p:nvPicPr>
          <p:cNvPr id="6" name="Picture 2" descr="Afbeeldingsresultaat voor weapons of math destruction">
            <a:extLst>
              <a:ext uri="{FF2B5EF4-FFF2-40B4-BE49-F238E27FC236}">
                <a16:creationId xmlns:a16="http://schemas.microsoft.com/office/drawing/2014/main" id="{5B5827F5-AAB8-4301-B273-B786DEFA5CF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392144" y="620688"/>
            <a:ext cx="3758132" cy="576064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145B5088-7870-D343-5178-69C968A21E3E}"/>
              </a:ext>
            </a:extLst>
          </p:cNvPr>
          <p:cNvSpPr>
            <a:spLocks noGrp="1"/>
          </p:cNvSpPr>
          <p:nvPr>
            <p:ph type="sldNum" sz="quarter" idx="12"/>
          </p:nvPr>
        </p:nvSpPr>
        <p:spPr/>
        <p:txBody>
          <a:bodyPr/>
          <a:lstStyle/>
          <a:p>
            <a:fld id="{F0C94032-CD4C-4C25-B0C2-CEC720522D92}" type="slidenum">
              <a:rPr lang="en-US" smtClean="0"/>
              <a:pPr/>
              <a:t>37</a:t>
            </a:fld>
            <a:endParaRPr lang="en-US" dirty="0"/>
          </a:p>
        </p:txBody>
      </p:sp>
      <p:sp>
        <p:nvSpPr>
          <p:cNvPr id="4" name="Footer Placeholder 3">
            <a:extLst>
              <a:ext uri="{FF2B5EF4-FFF2-40B4-BE49-F238E27FC236}">
                <a16:creationId xmlns:a16="http://schemas.microsoft.com/office/drawing/2014/main" id="{CC5A3E9A-FBF4-2B96-F41E-947DE24F1211}"/>
              </a:ext>
            </a:extLst>
          </p:cNvPr>
          <p:cNvSpPr>
            <a:spLocks noGrp="1"/>
          </p:cNvSpPr>
          <p:nvPr>
            <p:ph type="ftr" sz="quarter" idx="11"/>
          </p:nvPr>
        </p:nvSpPr>
        <p:spPr/>
        <p:txBody>
          <a:bodyPr/>
          <a:lstStyle/>
          <a:p>
            <a:r>
              <a:rPr lang="en-US"/>
              <a:t>Analytics for a Better World, Lecture 1</a:t>
            </a:r>
            <a:endParaRPr lang="en-US" dirty="0"/>
          </a:p>
        </p:txBody>
      </p:sp>
    </p:spTree>
    <p:extLst>
      <p:ext uri="{BB962C8B-B14F-4D97-AF65-F5344CB8AC3E}">
        <p14:creationId xmlns:p14="http://schemas.microsoft.com/office/powerpoint/2010/main" val="16768380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9">
            <a:extLst>
              <a:ext uri="{FF2B5EF4-FFF2-40B4-BE49-F238E27FC236}">
                <a16:creationId xmlns:a16="http://schemas.microsoft.com/office/drawing/2014/main" id="{1F68C986-DA8A-4B0F-91F3-80CD6A4CF814}"/>
              </a:ext>
            </a:extLst>
          </p:cNvPr>
          <p:cNvGrpSpPr/>
          <p:nvPr/>
        </p:nvGrpSpPr>
        <p:grpSpPr>
          <a:xfrm>
            <a:off x="2123930" y="1604747"/>
            <a:ext cx="7989889" cy="4435834"/>
            <a:chOff x="650825" y="956067"/>
            <a:chExt cx="5465412" cy="1957285"/>
          </a:xfrm>
        </p:grpSpPr>
        <p:sp>
          <p:nvSpPr>
            <p:cNvPr id="8" name="Rectangle 5">
              <a:extLst>
                <a:ext uri="{FF2B5EF4-FFF2-40B4-BE49-F238E27FC236}">
                  <a16:creationId xmlns:a16="http://schemas.microsoft.com/office/drawing/2014/main" id="{2643A5C9-FE41-49A8-BECA-587C75572CF1}"/>
                </a:ext>
              </a:extLst>
            </p:cNvPr>
            <p:cNvSpPr/>
            <p:nvPr/>
          </p:nvSpPr>
          <p:spPr>
            <a:xfrm>
              <a:off x="657565" y="956067"/>
              <a:ext cx="2589506" cy="85584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4000"/>
                </a:lnSpc>
              </a:pPr>
              <a:r>
                <a:rPr lang="en-US" sz="2400" dirty="0"/>
                <a:t>False assumptions in the theory and/or the statistical model</a:t>
              </a:r>
            </a:p>
          </p:txBody>
        </p:sp>
        <p:sp>
          <p:nvSpPr>
            <p:cNvPr id="9" name="Rectangle 6">
              <a:extLst>
                <a:ext uri="{FF2B5EF4-FFF2-40B4-BE49-F238E27FC236}">
                  <a16:creationId xmlns:a16="http://schemas.microsoft.com/office/drawing/2014/main" id="{6CF7B51A-67D1-4271-AE6F-1B63B2CD4E36}"/>
                </a:ext>
              </a:extLst>
            </p:cNvPr>
            <p:cNvSpPr/>
            <p:nvPr/>
          </p:nvSpPr>
          <p:spPr>
            <a:xfrm>
              <a:off x="3526731" y="962995"/>
              <a:ext cx="2589506" cy="855843"/>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4000"/>
                </a:lnSpc>
              </a:pPr>
              <a:r>
                <a:rPr lang="en-US" sz="2400" dirty="0"/>
                <a:t>A model is always backward looking; it is a view of yesterday’s world</a:t>
              </a:r>
            </a:p>
          </p:txBody>
        </p:sp>
        <p:sp>
          <p:nvSpPr>
            <p:cNvPr id="10" name="Rectangle 7">
              <a:extLst>
                <a:ext uri="{FF2B5EF4-FFF2-40B4-BE49-F238E27FC236}">
                  <a16:creationId xmlns:a16="http://schemas.microsoft.com/office/drawing/2014/main" id="{703BDEFB-D3A3-41B6-A61C-CC8F979C48F5}"/>
                </a:ext>
              </a:extLst>
            </p:cNvPr>
            <p:cNvSpPr/>
            <p:nvPr/>
          </p:nvSpPr>
          <p:spPr>
            <a:xfrm>
              <a:off x="3519991" y="2057509"/>
              <a:ext cx="2589506" cy="855843"/>
            </a:xfrm>
            <a:prstGeom prst="rect">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4000"/>
                </a:lnSpc>
              </a:pPr>
              <a:r>
                <a:rPr lang="en-US" sz="2400" dirty="0"/>
                <a:t>No feedback: Statistical systems require feedback to tell them they are off-track</a:t>
              </a:r>
            </a:p>
          </p:txBody>
        </p:sp>
        <p:sp>
          <p:nvSpPr>
            <p:cNvPr id="11" name="Rectangle 8">
              <a:extLst>
                <a:ext uri="{FF2B5EF4-FFF2-40B4-BE49-F238E27FC236}">
                  <a16:creationId xmlns:a16="http://schemas.microsoft.com/office/drawing/2014/main" id="{E61EFEBC-FAD3-467F-BBD4-11D2B569E83F}"/>
                </a:ext>
              </a:extLst>
            </p:cNvPr>
            <p:cNvSpPr/>
            <p:nvPr/>
          </p:nvSpPr>
          <p:spPr>
            <a:xfrm>
              <a:off x="650825" y="2037099"/>
              <a:ext cx="2589506" cy="855843"/>
            </a:xfrm>
            <a:prstGeom prst="rect">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4000"/>
                </a:lnSpc>
              </a:pPr>
              <a:r>
                <a:rPr lang="en-US" sz="2400" dirty="0"/>
                <a:t>Build with the data you have, not the data you need</a:t>
              </a:r>
            </a:p>
          </p:txBody>
        </p:sp>
      </p:grpSp>
      <p:sp>
        <p:nvSpPr>
          <p:cNvPr id="5" name="Titel 1">
            <a:extLst>
              <a:ext uri="{FF2B5EF4-FFF2-40B4-BE49-F238E27FC236}">
                <a16:creationId xmlns:a16="http://schemas.microsoft.com/office/drawing/2014/main" id="{C0C8060B-CE8B-2108-B3B2-74D773012C28}"/>
              </a:ext>
            </a:extLst>
          </p:cNvPr>
          <p:cNvSpPr>
            <a:spLocks noGrp="1"/>
          </p:cNvSpPr>
          <p:nvPr>
            <p:ph type="title"/>
          </p:nvPr>
        </p:nvSpPr>
        <p:spPr>
          <a:xfrm>
            <a:off x="516402" y="476672"/>
            <a:ext cx="11159196" cy="936103"/>
          </a:xfrm>
        </p:spPr>
        <p:txBody>
          <a:bodyPr/>
          <a:lstStyle/>
          <a:p>
            <a:r>
              <a:rPr lang="en-US" dirty="0"/>
              <a:t>Dark side of Analytics</a:t>
            </a:r>
          </a:p>
        </p:txBody>
      </p:sp>
      <p:sp>
        <p:nvSpPr>
          <p:cNvPr id="2" name="Slide Number Placeholder 1">
            <a:extLst>
              <a:ext uri="{FF2B5EF4-FFF2-40B4-BE49-F238E27FC236}">
                <a16:creationId xmlns:a16="http://schemas.microsoft.com/office/drawing/2014/main" id="{F150ED2B-4A37-03DD-7FFE-EE9E7A5D061A}"/>
              </a:ext>
            </a:extLst>
          </p:cNvPr>
          <p:cNvSpPr>
            <a:spLocks noGrp="1"/>
          </p:cNvSpPr>
          <p:nvPr>
            <p:ph type="sldNum" sz="quarter" idx="12"/>
          </p:nvPr>
        </p:nvSpPr>
        <p:spPr/>
        <p:txBody>
          <a:bodyPr/>
          <a:lstStyle/>
          <a:p>
            <a:fld id="{F0C94032-CD4C-4C25-B0C2-CEC720522D92}" type="slidenum">
              <a:rPr lang="en-US" smtClean="0"/>
              <a:pPr/>
              <a:t>38</a:t>
            </a:fld>
            <a:endParaRPr lang="en-US" dirty="0"/>
          </a:p>
        </p:txBody>
      </p:sp>
      <p:sp>
        <p:nvSpPr>
          <p:cNvPr id="3" name="Footer Placeholder 2">
            <a:extLst>
              <a:ext uri="{FF2B5EF4-FFF2-40B4-BE49-F238E27FC236}">
                <a16:creationId xmlns:a16="http://schemas.microsoft.com/office/drawing/2014/main" id="{219FF78A-1658-60C8-F5BA-0776F26ECE8D}"/>
              </a:ext>
            </a:extLst>
          </p:cNvPr>
          <p:cNvSpPr>
            <a:spLocks noGrp="1"/>
          </p:cNvSpPr>
          <p:nvPr>
            <p:ph type="ftr" sz="quarter" idx="11"/>
          </p:nvPr>
        </p:nvSpPr>
        <p:spPr/>
        <p:txBody>
          <a:bodyPr/>
          <a:lstStyle/>
          <a:p>
            <a:r>
              <a:rPr lang="en-US"/>
              <a:t>Analytics for a Better World, Lecture 1</a:t>
            </a:r>
            <a:endParaRPr lang="en-US" dirty="0"/>
          </a:p>
        </p:txBody>
      </p:sp>
    </p:spTree>
    <p:extLst>
      <p:ext uri="{BB962C8B-B14F-4D97-AF65-F5344CB8AC3E}">
        <p14:creationId xmlns:p14="http://schemas.microsoft.com/office/powerpoint/2010/main" val="19037585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5FF7DC-D8DB-4DB9-AE84-D79C9477A269}"/>
              </a:ext>
            </a:extLst>
          </p:cNvPr>
          <p:cNvSpPr>
            <a:spLocks noGrp="1"/>
          </p:cNvSpPr>
          <p:nvPr>
            <p:ph type="title"/>
          </p:nvPr>
        </p:nvSpPr>
        <p:spPr>
          <a:xfrm>
            <a:off x="516402" y="476672"/>
            <a:ext cx="11159196" cy="936103"/>
          </a:xfrm>
        </p:spPr>
        <p:txBody>
          <a:bodyPr/>
          <a:lstStyle/>
          <a:p>
            <a:r>
              <a:rPr lang="en-US" dirty="0"/>
              <a:t>Dark side of Analytics</a:t>
            </a:r>
          </a:p>
        </p:txBody>
      </p:sp>
      <p:sp>
        <p:nvSpPr>
          <p:cNvPr id="6" name="Rectangle 3">
            <a:extLst>
              <a:ext uri="{FF2B5EF4-FFF2-40B4-BE49-F238E27FC236}">
                <a16:creationId xmlns:a16="http://schemas.microsoft.com/office/drawing/2014/main" id="{F58796FD-D7F0-49F9-9E65-DB42C59A1EB5}"/>
              </a:ext>
            </a:extLst>
          </p:cNvPr>
          <p:cNvSpPr/>
          <p:nvPr/>
        </p:nvSpPr>
        <p:spPr>
          <a:xfrm>
            <a:off x="2136649" y="1638820"/>
            <a:ext cx="3458456" cy="142785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4000"/>
              </a:lnSpc>
            </a:pPr>
            <a:r>
              <a:rPr lang="en-US" sz="2000" dirty="0"/>
              <a:t>Real-life effects of model mistakes</a:t>
            </a:r>
          </a:p>
        </p:txBody>
      </p:sp>
      <p:sp>
        <p:nvSpPr>
          <p:cNvPr id="7" name="Rectangle 6">
            <a:extLst>
              <a:ext uri="{FF2B5EF4-FFF2-40B4-BE49-F238E27FC236}">
                <a16:creationId xmlns:a16="http://schemas.microsoft.com/office/drawing/2014/main" id="{E38DDE06-1FE7-4253-8CB5-7895647D2B73}"/>
              </a:ext>
            </a:extLst>
          </p:cNvPr>
          <p:cNvSpPr/>
          <p:nvPr/>
        </p:nvSpPr>
        <p:spPr>
          <a:xfrm>
            <a:off x="6031345" y="1657225"/>
            <a:ext cx="4088592" cy="1384751"/>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4000"/>
              </a:lnSpc>
            </a:pPr>
            <a:r>
              <a:rPr lang="en-US" sz="2000" dirty="0"/>
              <a:t>Models may go against morality (e.g. fairness, </a:t>
            </a:r>
            <a:r>
              <a:rPr lang="en-US" sz="2000" dirty="0" err="1"/>
              <a:t>harmfullness</a:t>
            </a:r>
            <a:r>
              <a:rPr lang="en-US" sz="2000" dirty="0"/>
              <a:t>)</a:t>
            </a:r>
          </a:p>
        </p:txBody>
      </p:sp>
      <p:sp>
        <p:nvSpPr>
          <p:cNvPr id="8" name="Rectangle 7">
            <a:extLst>
              <a:ext uri="{FF2B5EF4-FFF2-40B4-BE49-F238E27FC236}">
                <a16:creationId xmlns:a16="http://schemas.microsoft.com/office/drawing/2014/main" id="{F123C841-8083-45B2-8083-AEAA2B9CEE9F}"/>
              </a:ext>
            </a:extLst>
          </p:cNvPr>
          <p:cNvSpPr/>
          <p:nvPr/>
        </p:nvSpPr>
        <p:spPr>
          <a:xfrm>
            <a:off x="6031345" y="4693962"/>
            <a:ext cx="4088592" cy="1384751"/>
          </a:xfrm>
          <a:prstGeom prst="rect">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4000"/>
              </a:lnSpc>
            </a:pPr>
            <a:r>
              <a:rPr lang="en-US" sz="2000" dirty="0"/>
              <a:t>Personalization gone too far: everybody in its own bulb</a:t>
            </a:r>
          </a:p>
        </p:txBody>
      </p:sp>
      <p:sp>
        <p:nvSpPr>
          <p:cNvPr id="9" name="Rectangle 8">
            <a:extLst>
              <a:ext uri="{FF2B5EF4-FFF2-40B4-BE49-F238E27FC236}">
                <a16:creationId xmlns:a16="http://schemas.microsoft.com/office/drawing/2014/main" id="{550CEE37-122B-4495-86F2-29B50B25DA4E}"/>
              </a:ext>
            </a:extLst>
          </p:cNvPr>
          <p:cNvSpPr/>
          <p:nvPr/>
        </p:nvSpPr>
        <p:spPr>
          <a:xfrm>
            <a:off x="2133600" y="4688689"/>
            <a:ext cx="3458456" cy="1427853"/>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4000"/>
              </a:lnSpc>
            </a:pPr>
            <a:r>
              <a:rPr lang="en-US" sz="2000" dirty="0">
                <a:solidFill>
                  <a:schemeClr val="accent1"/>
                </a:solidFill>
              </a:rPr>
              <a:t>Privileged processed by people, masses by machines</a:t>
            </a:r>
          </a:p>
        </p:txBody>
      </p:sp>
      <p:sp>
        <p:nvSpPr>
          <p:cNvPr id="10" name="Rectangle 9">
            <a:extLst>
              <a:ext uri="{FF2B5EF4-FFF2-40B4-BE49-F238E27FC236}">
                <a16:creationId xmlns:a16="http://schemas.microsoft.com/office/drawing/2014/main" id="{C74D8701-8642-4B0A-BF1A-E1845A05AEB8}"/>
              </a:ext>
            </a:extLst>
          </p:cNvPr>
          <p:cNvSpPr/>
          <p:nvPr/>
        </p:nvSpPr>
        <p:spPr>
          <a:xfrm>
            <a:off x="6031345" y="3172272"/>
            <a:ext cx="4088592" cy="1384751"/>
          </a:xfrm>
          <a:prstGeom prst="rect">
            <a:avLst/>
          </a:prstGeom>
          <a:solidFill>
            <a:schemeClr val="tx1">
              <a:lumMod val="65000"/>
              <a:lumOff val="3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4000"/>
              </a:lnSpc>
            </a:pPr>
            <a:r>
              <a:rPr lang="en-US" sz="2000" dirty="0"/>
              <a:t>Digital </a:t>
            </a:r>
            <a:r>
              <a:rPr lang="en-US" sz="2000" dirty="0" err="1"/>
              <a:t>Taylorization</a:t>
            </a:r>
            <a:r>
              <a:rPr lang="en-US" sz="2000" dirty="0"/>
              <a:t>; treating man as a machine</a:t>
            </a:r>
          </a:p>
        </p:txBody>
      </p:sp>
      <p:sp>
        <p:nvSpPr>
          <p:cNvPr id="11" name="Rectangle 10">
            <a:extLst>
              <a:ext uri="{FF2B5EF4-FFF2-40B4-BE49-F238E27FC236}">
                <a16:creationId xmlns:a16="http://schemas.microsoft.com/office/drawing/2014/main" id="{14F1E7DB-C831-4DFE-99FC-9FC2329BA875}"/>
              </a:ext>
            </a:extLst>
          </p:cNvPr>
          <p:cNvSpPr/>
          <p:nvPr/>
        </p:nvSpPr>
        <p:spPr>
          <a:xfrm>
            <a:off x="2136648" y="3154042"/>
            <a:ext cx="3458456" cy="1427853"/>
          </a:xfrm>
          <a:prstGeom prst="rect">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4000"/>
              </a:lnSpc>
            </a:pPr>
            <a:r>
              <a:rPr lang="en-US" sz="2000" dirty="0">
                <a:solidFill>
                  <a:schemeClr val="bg2"/>
                </a:solidFill>
              </a:rPr>
              <a:t>People will game the system</a:t>
            </a:r>
          </a:p>
        </p:txBody>
      </p:sp>
      <p:sp>
        <p:nvSpPr>
          <p:cNvPr id="3" name="Slide Number Placeholder 2">
            <a:extLst>
              <a:ext uri="{FF2B5EF4-FFF2-40B4-BE49-F238E27FC236}">
                <a16:creationId xmlns:a16="http://schemas.microsoft.com/office/drawing/2014/main" id="{0CDA131F-3CDA-F135-3E68-6051FFAB1F06}"/>
              </a:ext>
            </a:extLst>
          </p:cNvPr>
          <p:cNvSpPr>
            <a:spLocks noGrp="1"/>
          </p:cNvSpPr>
          <p:nvPr>
            <p:ph type="sldNum" sz="quarter" idx="12"/>
          </p:nvPr>
        </p:nvSpPr>
        <p:spPr/>
        <p:txBody>
          <a:bodyPr/>
          <a:lstStyle/>
          <a:p>
            <a:fld id="{F0C94032-CD4C-4C25-B0C2-CEC720522D92}" type="slidenum">
              <a:rPr lang="en-US" smtClean="0"/>
              <a:pPr/>
              <a:t>39</a:t>
            </a:fld>
            <a:endParaRPr lang="en-US" dirty="0"/>
          </a:p>
        </p:txBody>
      </p:sp>
      <p:sp>
        <p:nvSpPr>
          <p:cNvPr id="4" name="Footer Placeholder 3">
            <a:extLst>
              <a:ext uri="{FF2B5EF4-FFF2-40B4-BE49-F238E27FC236}">
                <a16:creationId xmlns:a16="http://schemas.microsoft.com/office/drawing/2014/main" id="{85C972F3-BDDF-409A-6551-F42BA01DE2DB}"/>
              </a:ext>
            </a:extLst>
          </p:cNvPr>
          <p:cNvSpPr>
            <a:spLocks noGrp="1"/>
          </p:cNvSpPr>
          <p:nvPr>
            <p:ph type="ftr" sz="quarter" idx="11"/>
          </p:nvPr>
        </p:nvSpPr>
        <p:spPr/>
        <p:txBody>
          <a:bodyPr/>
          <a:lstStyle/>
          <a:p>
            <a:r>
              <a:rPr lang="en-US"/>
              <a:t>Analytics for a Better World, Lecture 1</a:t>
            </a:r>
            <a:endParaRPr lang="en-US" dirty="0"/>
          </a:p>
        </p:txBody>
      </p:sp>
    </p:spTree>
    <p:extLst>
      <p:ext uri="{BB962C8B-B14F-4D97-AF65-F5344CB8AC3E}">
        <p14:creationId xmlns:p14="http://schemas.microsoft.com/office/powerpoint/2010/main" val="32971103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80F5624B-3A31-4170-8E86-7BB36B84E083}"/>
              </a:ext>
            </a:extLst>
          </p:cNvPr>
          <p:cNvSpPr>
            <a:spLocks noGrp="1"/>
          </p:cNvSpPr>
          <p:nvPr>
            <p:ph type="title"/>
          </p:nvPr>
        </p:nvSpPr>
        <p:spPr>
          <a:xfrm>
            <a:off x="489315" y="835204"/>
            <a:ext cx="11159196" cy="936103"/>
          </a:xfrm>
        </p:spPr>
        <p:txBody>
          <a:bodyPr anchor="b">
            <a:normAutofit/>
          </a:bodyPr>
          <a:lstStyle/>
          <a:p>
            <a:r>
              <a:rPr lang="en-US" noProof="0" dirty="0"/>
              <a:t>ABW - examples</a:t>
            </a:r>
          </a:p>
        </p:txBody>
      </p:sp>
      <p:pic>
        <p:nvPicPr>
          <p:cNvPr id="1026" name="Picture 2" descr="Netherlands closer to achieving sustainability goals">
            <a:extLst>
              <a:ext uri="{FF2B5EF4-FFF2-40B4-BE49-F238E27FC236}">
                <a16:creationId xmlns:a16="http://schemas.microsoft.com/office/drawing/2014/main" id="{713974DE-3461-4245-9715-0309C04A9CC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446610" y="1695253"/>
            <a:ext cx="9234062" cy="4617031"/>
          </a:xfrm>
          <a:prstGeom prst="rect">
            <a:avLst/>
          </a:prstGeom>
          <a:solidFill>
            <a:srgbClr val="FFFFFF"/>
          </a:solidFill>
        </p:spPr>
      </p:pic>
      <p:sp>
        <p:nvSpPr>
          <p:cNvPr id="2" name="Slide Number Placeholder 1">
            <a:extLst>
              <a:ext uri="{FF2B5EF4-FFF2-40B4-BE49-F238E27FC236}">
                <a16:creationId xmlns:a16="http://schemas.microsoft.com/office/drawing/2014/main" id="{067F1014-A942-7CC7-74C1-D92A2E86568F}"/>
              </a:ext>
            </a:extLst>
          </p:cNvPr>
          <p:cNvSpPr>
            <a:spLocks noGrp="1"/>
          </p:cNvSpPr>
          <p:nvPr>
            <p:ph type="sldNum" sz="quarter" idx="12"/>
          </p:nvPr>
        </p:nvSpPr>
        <p:spPr/>
        <p:txBody>
          <a:bodyPr/>
          <a:lstStyle/>
          <a:p>
            <a:fld id="{F0C94032-CD4C-4C25-B0C2-CEC720522D92}" type="slidenum">
              <a:rPr lang="en-US" smtClean="0"/>
              <a:pPr/>
              <a:t>40</a:t>
            </a:fld>
            <a:endParaRPr lang="en-US" dirty="0"/>
          </a:p>
        </p:txBody>
      </p:sp>
      <p:sp>
        <p:nvSpPr>
          <p:cNvPr id="4" name="Footer Placeholder 3">
            <a:extLst>
              <a:ext uri="{FF2B5EF4-FFF2-40B4-BE49-F238E27FC236}">
                <a16:creationId xmlns:a16="http://schemas.microsoft.com/office/drawing/2014/main" id="{A7E409DF-0FD8-6591-BC65-4A7304F7B8F0}"/>
              </a:ext>
            </a:extLst>
          </p:cNvPr>
          <p:cNvSpPr>
            <a:spLocks noGrp="1"/>
          </p:cNvSpPr>
          <p:nvPr>
            <p:ph type="ftr" sz="quarter" idx="11"/>
          </p:nvPr>
        </p:nvSpPr>
        <p:spPr/>
        <p:txBody>
          <a:bodyPr/>
          <a:lstStyle/>
          <a:p>
            <a:r>
              <a:rPr lang="en-US"/>
              <a:t>Analytics for a Better World, Lecture 1</a:t>
            </a:r>
            <a:endParaRPr lang="en-US" dirty="0"/>
          </a:p>
        </p:txBody>
      </p:sp>
    </p:spTree>
    <p:extLst>
      <p:ext uri="{BB962C8B-B14F-4D97-AF65-F5344CB8AC3E}">
        <p14:creationId xmlns:p14="http://schemas.microsoft.com/office/powerpoint/2010/main" val="8667414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Afbeeldingsresultaat voor dikes netherlands bommelerwaard">
            <a:extLst>
              <a:ext uri="{FF2B5EF4-FFF2-40B4-BE49-F238E27FC236}">
                <a16:creationId xmlns:a16="http://schemas.microsoft.com/office/drawing/2014/main" id="{30C4DB4D-01E1-4E23-B5DC-21041126712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951984" y="1988839"/>
            <a:ext cx="5863756" cy="432388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17953267-86AE-49AD-95C5-9751D1F0CD7D}"/>
              </a:ext>
            </a:extLst>
          </p:cNvPr>
          <p:cNvSpPr>
            <a:spLocks noGrp="1"/>
          </p:cNvSpPr>
          <p:nvPr>
            <p:ph type="title"/>
          </p:nvPr>
        </p:nvSpPr>
        <p:spPr/>
        <p:txBody>
          <a:bodyPr/>
          <a:lstStyle/>
          <a:p>
            <a:r>
              <a:rPr lang="en-US" dirty="0"/>
              <a:t>Optimization of dike heights</a:t>
            </a:r>
          </a:p>
        </p:txBody>
      </p:sp>
      <p:pic>
        <p:nvPicPr>
          <p:cNvPr id="2056" name="Picture 8" descr="Afbeeldingsresultaat voor deltawerken">
            <a:extLst>
              <a:ext uri="{FF2B5EF4-FFF2-40B4-BE49-F238E27FC236}">
                <a16:creationId xmlns:a16="http://schemas.microsoft.com/office/drawing/2014/main" id="{242A057A-6AB2-4CBB-90DC-6D735429DA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260" y="1988839"/>
            <a:ext cx="5404859" cy="4323887"/>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Afbeeldingsresultaat voor losse sdg plaatjes">
            <a:extLst>
              <a:ext uri="{FF2B5EF4-FFF2-40B4-BE49-F238E27FC236}">
                <a16:creationId xmlns:a16="http://schemas.microsoft.com/office/drawing/2014/main" id="{BA7ACB12-E447-4A20-93A1-BAEE7D6D1265}"/>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632504" y="172642"/>
            <a:ext cx="1069894" cy="1036286"/>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36B06348-E1B9-FD9B-37E8-E02A036D5FD3}"/>
              </a:ext>
            </a:extLst>
          </p:cNvPr>
          <p:cNvSpPr>
            <a:spLocks noGrp="1"/>
          </p:cNvSpPr>
          <p:nvPr>
            <p:ph type="ftr" sz="quarter" idx="11"/>
          </p:nvPr>
        </p:nvSpPr>
        <p:spPr/>
        <p:txBody>
          <a:bodyPr/>
          <a:lstStyle/>
          <a:p>
            <a:r>
              <a:rPr lang="en-US" noProof="0"/>
              <a:t>Analytics for a Better World, Lecture 1</a:t>
            </a:r>
            <a:endParaRPr lang="nl-NL" noProof="0"/>
          </a:p>
        </p:txBody>
      </p:sp>
      <p:sp>
        <p:nvSpPr>
          <p:cNvPr id="5" name="Slide Number Placeholder 4">
            <a:extLst>
              <a:ext uri="{FF2B5EF4-FFF2-40B4-BE49-F238E27FC236}">
                <a16:creationId xmlns:a16="http://schemas.microsoft.com/office/drawing/2014/main" id="{0B6EA041-C40F-28E7-07BF-653725B818DA}"/>
              </a:ext>
            </a:extLst>
          </p:cNvPr>
          <p:cNvSpPr>
            <a:spLocks noGrp="1"/>
          </p:cNvSpPr>
          <p:nvPr>
            <p:ph type="sldNum" sz="quarter" idx="12"/>
          </p:nvPr>
        </p:nvSpPr>
        <p:spPr/>
        <p:txBody>
          <a:bodyPr/>
          <a:lstStyle/>
          <a:p>
            <a:fld id="{D7B5DC5B-6873-43DB-ADC7-B15ACCE0DFDB}" type="slidenum">
              <a:rPr lang="nl-NL" noProof="0" smtClean="0"/>
              <a:t>41</a:t>
            </a:fld>
            <a:endParaRPr lang="nl-NL" noProof="0"/>
          </a:p>
        </p:txBody>
      </p:sp>
    </p:spTree>
    <p:extLst>
      <p:ext uri="{BB962C8B-B14F-4D97-AF65-F5344CB8AC3E}">
        <p14:creationId xmlns:p14="http://schemas.microsoft.com/office/powerpoint/2010/main" val="36884343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0FCEE1-F866-45A0-AB17-33B712446E4D}"/>
              </a:ext>
            </a:extLst>
          </p:cNvPr>
          <p:cNvSpPr>
            <a:spLocks noGrp="1"/>
          </p:cNvSpPr>
          <p:nvPr>
            <p:ph type="title"/>
          </p:nvPr>
        </p:nvSpPr>
        <p:spPr/>
        <p:txBody>
          <a:bodyPr/>
          <a:lstStyle/>
          <a:p>
            <a:r>
              <a:rPr lang="en-US" dirty="0"/>
              <a:t>Analytics for Zero Hunger</a:t>
            </a:r>
          </a:p>
        </p:txBody>
      </p:sp>
      <p:sp>
        <p:nvSpPr>
          <p:cNvPr id="3" name="Content Placeholder 2"/>
          <p:cNvSpPr>
            <a:spLocks noGrp="1"/>
          </p:cNvSpPr>
          <p:nvPr>
            <p:ph idx="1"/>
          </p:nvPr>
        </p:nvSpPr>
        <p:spPr>
          <a:prstGeom prst="rect">
            <a:avLst/>
          </a:prstGeom>
        </p:spPr>
        <p:txBody>
          <a:bodyPr>
            <a:normAutofit/>
          </a:bodyPr>
          <a:lstStyle/>
          <a:p>
            <a:pPr>
              <a:buFont typeface="Wingdings" panose="05000000000000000000" pitchFamily="2" charset="2"/>
              <a:buChar char="q"/>
            </a:pPr>
            <a:endParaRPr lang="en-US" noProof="0" dirty="0">
              <a:latin typeface="Helvetica" charset="0"/>
              <a:ea typeface="Helvetica" charset="0"/>
              <a:cs typeface="Helvetica" charset="0"/>
              <a:sym typeface="Wingdings"/>
            </a:endParaRPr>
          </a:p>
          <a:p>
            <a:pPr>
              <a:buFont typeface="Wingdings" panose="05000000000000000000" pitchFamily="2" charset="2"/>
              <a:buChar char="q"/>
            </a:pPr>
            <a:endParaRPr lang="en-US" noProof="0" dirty="0">
              <a:latin typeface="Helvetica" charset="0"/>
              <a:ea typeface="Helvetica" charset="0"/>
              <a:cs typeface="Helvetica" charset="0"/>
              <a:sym typeface="Wingdings"/>
            </a:endParaRPr>
          </a:p>
          <a:p>
            <a:pPr>
              <a:buFont typeface="Wingdings" panose="05000000000000000000" pitchFamily="2" charset="2"/>
              <a:buChar char="q"/>
            </a:pPr>
            <a:endParaRPr lang="en-US" noProof="0" dirty="0">
              <a:latin typeface="Helvetica" charset="0"/>
              <a:ea typeface="Helvetica" charset="0"/>
              <a:cs typeface="Helvetica" charset="0"/>
              <a:sym typeface="Wingdings"/>
            </a:endParaRPr>
          </a:p>
          <a:p>
            <a:pPr>
              <a:buFont typeface="Wingdings" panose="05000000000000000000" pitchFamily="2" charset="2"/>
              <a:buChar char="q"/>
            </a:pPr>
            <a:endParaRPr lang="en-US" noProof="0" dirty="0">
              <a:latin typeface="Helvetica" charset="0"/>
              <a:ea typeface="Helvetica" charset="0"/>
              <a:cs typeface="Helvetica" charset="0"/>
              <a:sym typeface="Wingdings"/>
            </a:endParaRPr>
          </a:p>
        </p:txBody>
      </p:sp>
      <p:pic>
        <p:nvPicPr>
          <p:cNvPr id="7" name="Picture 8" descr="Palantir and the UNâs World Food Programme are partnering for a reported $45 million">
            <a:extLst>
              <a:ext uri="{FF2B5EF4-FFF2-40B4-BE49-F238E27FC236}">
                <a16:creationId xmlns:a16="http://schemas.microsoft.com/office/drawing/2014/main" id="{5B883BBA-FB65-4C45-9127-C21B93923E2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03002" y="1827457"/>
            <a:ext cx="6717134" cy="441784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Afbeeldingsresultaat voor separate pictures of SDGs">
            <a:extLst>
              <a:ext uri="{FF2B5EF4-FFF2-40B4-BE49-F238E27FC236}">
                <a16:creationId xmlns:a16="http://schemas.microsoft.com/office/drawing/2014/main" id="{9470E31F-C476-46A2-B589-4627F8250E4B}"/>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685582" y="173248"/>
            <a:ext cx="1016816" cy="1016816"/>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4"/>
          <p:cNvPicPr>
            <a:picLocks noChangeAspect="1"/>
          </p:cNvPicPr>
          <p:nvPr/>
        </p:nvPicPr>
        <p:blipFill rotWithShape="1">
          <a:blip r:embed="rId4"/>
          <a:srcRect t="2037" b="43148"/>
          <a:stretch/>
        </p:blipFill>
        <p:spPr>
          <a:xfrm>
            <a:off x="8758521" y="1595908"/>
            <a:ext cx="2031275" cy="851126"/>
          </a:xfrm>
          <a:prstGeom prst="rect">
            <a:avLst/>
          </a:prstGeom>
        </p:spPr>
      </p:pic>
      <p:pic>
        <p:nvPicPr>
          <p:cNvPr id="8" name="Picture 3">
            <a:extLst>
              <a:ext uri="{FF2B5EF4-FFF2-40B4-BE49-F238E27FC236}">
                <a16:creationId xmlns:a16="http://schemas.microsoft.com/office/drawing/2014/main" id="{2403CA49-42CB-4556-BC11-08425F0B7D6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857309" y="3650820"/>
            <a:ext cx="451526" cy="270030"/>
          </a:xfrm>
          <a:prstGeom prst="rect">
            <a:avLst/>
          </a:prstGeom>
        </p:spPr>
      </p:pic>
      <p:pic>
        <p:nvPicPr>
          <p:cNvPr id="9" name="Picture 4">
            <a:extLst>
              <a:ext uri="{FF2B5EF4-FFF2-40B4-BE49-F238E27FC236}">
                <a16:creationId xmlns:a16="http://schemas.microsoft.com/office/drawing/2014/main" id="{B152271B-686C-4318-A1D0-FE3146B4B87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942266" y="2737119"/>
            <a:ext cx="293052" cy="440379"/>
          </a:xfrm>
          <a:prstGeom prst="rect">
            <a:avLst/>
          </a:prstGeom>
        </p:spPr>
      </p:pic>
      <p:pic>
        <p:nvPicPr>
          <p:cNvPr id="10" name="Picture 5">
            <a:extLst>
              <a:ext uri="{FF2B5EF4-FFF2-40B4-BE49-F238E27FC236}">
                <a16:creationId xmlns:a16="http://schemas.microsoft.com/office/drawing/2014/main" id="{528779B4-8240-4615-B7D3-B3BBA5F63B06}"/>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776268" y="3230707"/>
            <a:ext cx="459051" cy="305478"/>
          </a:xfrm>
          <a:prstGeom prst="rect">
            <a:avLst/>
          </a:prstGeom>
        </p:spPr>
      </p:pic>
      <p:pic>
        <p:nvPicPr>
          <p:cNvPr id="11" name="Picture 6">
            <a:extLst>
              <a:ext uri="{FF2B5EF4-FFF2-40B4-BE49-F238E27FC236}">
                <a16:creationId xmlns:a16="http://schemas.microsoft.com/office/drawing/2014/main" id="{6DF9C57C-3096-4543-B634-0BB3B7939F59}"/>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8812575" y="4155097"/>
            <a:ext cx="467567" cy="621026"/>
          </a:xfrm>
          <a:prstGeom prst="rect">
            <a:avLst/>
          </a:prstGeom>
        </p:spPr>
      </p:pic>
      <p:pic>
        <p:nvPicPr>
          <p:cNvPr id="38" name="Picture 4" descr="Image result for nutritional label">
            <a:extLst>
              <a:ext uri="{FF2B5EF4-FFF2-40B4-BE49-F238E27FC236}">
                <a16:creationId xmlns:a16="http://schemas.microsoft.com/office/drawing/2014/main" id="{5036B4E9-B2FF-44D9-B317-8445EF0C9786}"/>
              </a:ext>
            </a:extLst>
          </p:cNvPr>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a:off x="9425672" y="2486447"/>
            <a:ext cx="1364124" cy="2684744"/>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7">
            <a:extLst>
              <a:ext uri="{FF2B5EF4-FFF2-40B4-BE49-F238E27FC236}">
                <a16:creationId xmlns:a16="http://schemas.microsoft.com/office/drawing/2014/main" id="{426D9CBA-45E0-4359-BFCB-A2F62A3EF7B5}"/>
              </a:ext>
            </a:extLst>
          </p:cNvPr>
          <p:cNvGrpSpPr/>
          <p:nvPr/>
        </p:nvGrpSpPr>
        <p:grpSpPr>
          <a:xfrm>
            <a:off x="8776268" y="5209587"/>
            <a:ext cx="2002272" cy="988502"/>
            <a:chOff x="3262151" y="3102214"/>
            <a:chExt cx="5486313" cy="3096344"/>
          </a:xfrm>
        </p:grpSpPr>
        <p:pic>
          <p:nvPicPr>
            <p:cNvPr id="14" name="Picture 8" descr="Screen Shot 2016-05-11 at 17.29.25.png">
              <a:extLst>
                <a:ext uri="{FF2B5EF4-FFF2-40B4-BE49-F238E27FC236}">
                  <a16:creationId xmlns:a16="http://schemas.microsoft.com/office/drawing/2014/main" id="{D3332F98-35D9-4B93-B933-61AFB8D69710}"/>
                </a:ext>
              </a:extLst>
            </p:cNvPr>
            <p:cNvPicPr>
              <a:picLocks noChangeAspect="1"/>
            </p:cNvPicPr>
            <p:nvPr/>
          </p:nvPicPr>
          <p:blipFill rotWithShape="1">
            <a:blip r:embed="rId10" cstate="screen">
              <a:extLst>
                <a:ext uri="{BEBA8EAE-BF5A-486C-A8C5-ECC9F3942E4B}">
                  <a14:imgProps xmlns:a14="http://schemas.microsoft.com/office/drawing/2010/main">
                    <a14:imgLayer r:embed="rId11">
                      <a14:imgEffect>
                        <a14:colorTemperature colorTemp="6065"/>
                      </a14:imgEffect>
                      <a14:imgEffect>
                        <a14:saturation sat="104000"/>
                      </a14:imgEffect>
                      <a14:imgEffect>
                        <a14:brightnessContrast bright="7000" contrast="-72000"/>
                      </a14:imgEffect>
                    </a14:imgLayer>
                  </a14:imgProps>
                </a:ext>
                <a:ext uri="{28A0092B-C50C-407E-A947-70E740481C1C}">
                  <a14:useLocalDpi xmlns:a14="http://schemas.microsoft.com/office/drawing/2010/main"/>
                </a:ext>
              </a:extLst>
            </a:blip>
            <a:srcRect/>
            <a:stretch/>
          </p:blipFill>
          <p:spPr>
            <a:xfrm>
              <a:off x="3262151" y="3102214"/>
              <a:ext cx="5486313" cy="3096344"/>
            </a:xfrm>
            <a:prstGeom prst="rect">
              <a:avLst/>
            </a:prstGeom>
          </p:spPr>
        </p:pic>
        <p:sp>
          <p:nvSpPr>
            <p:cNvPr id="15" name="Oval 10">
              <a:extLst>
                <a:ext uri="{FF2B5EF4-FFF2-40B4-BE49-F238E27FC236}">
                  <a16:creationId xmlns:a16="http://schemas.microsoft.com/office/drawing/2014/main" id="{29F772F1-AFB6-4390-B79E-798A785F42C2}"/>
                </a:ext>
              </a:extLst>
            </p:cNvPr>
            <p:cNvSpPr/>
            <p:nvPr/>
          </p:nvSpPr>
          <p:spPr>
            <a:xfrm>
              <a:off x="3851920" y="3717032"/>
              <a:ext cx="296727" cy="328658"/>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sp>
          <p:nvSpPr>
            <p:cNvPr id="16" name="Oval 11">
              <a:extLst>
                <a:ext uri="{FF2B5EF4-FFF2-40B4-BE49-F238E27FC236}">
                  <a16:creationId xmlns:a16="http://schemas.microsoft.com/office/drawing/2014/main" id="{4FF0C08D-B103-4349-B748-4E867EE1D740}"/>
                </a:ext>
              </a:extLst>
            </p:cNvPr>
            <p:cNvSpPr/>
            <p:nvPr/>
          </p:nvSpPr>
          <p:spPr>
            <a:xfrm>
              <a:off x="3347864" y="4005064"/>
              <a:ext cx="296727" cy="328658"/>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sp>
          <p:nvSpPr>
            <p:cNvPr id="17" name="Oval 12">
              <a:extLst>
                <a:ext uri="{FF2B5EF4-FFF2-40B4-BE49-F238E27FC236}">
                  <a16:creationId xmlns:a16="http://schemas.microsoft.com/office/drawing/2014/main" id="{030D6DE5-5CA0-49C4-BCF6-980ECE5B023E}"/>
                </a:ext>
              </a:extLst>
            </p:cNvPr>
            <p:cNvSpPr/>
            <p:nvPr/>
          </p:nvSpPr>
          <p:spPr>
            <a:xfrm>
              <a:off x="4427984" y="4941168"/>
              <a:ext cx="296727" cy="328658"/>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sp>
          <p:nvSpPr>
            <p:cNvPr id="18" name="Oval 13">
              <a:extLst>
                <a:ext uri="{FF2B5EF4-FFF2-40B4-BE49-F238E27FC236}">
                  <a16:creationId xmlns:a16="http://schemas.microsoft.com/office/drawing/2014/main" id="{3758CFAB-FA77-4D21-97CC-0A178A5EDF3C}"/>
                </a:ext>
              </a:extLst>
            </p:cNvPr>
            <p:cNvSpPr/>
            <p:nvPr/>
          </p:nvSpPr>
          <p:spPr>
            <a:xfrm>
              <a:off x="7956376" y="4941168"/>
              <a:ext cx="296727" cy="328658"/>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sp>
          <p:nvSpPr>
            <p:cNvPr id="19" name="Oval 14">
              <a:extLst>
                <a:ext uri="{FF2B5EF4-FFF2-40B4-BE49-F238E27FC236}">
                  <a16:creationId xmlns:a16="http://schemas.microsoft.com/office/drawing/2014/main" id="{1C207EF8-0EF5-46A3-A675-E4CB9164C42C}"/>
                </a:ext>
              </a:extLst>
            </p:cNvPr>
            <p:cNvSpPr/>
            <p:nvPr/>
          </p:nvSpPr>
          <p:spPr>
            <a:xfrm>
              <a:off x="5472418" y="3501008"/>
              <a:ext cx="296727" cy="328658"/>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sp>
          <p:nvSpPr>
            <p:cNvPr id="20" name="Oval 15">
              <a:extLst>
                <a:ext uri="{FF2B5EF4-FFF2-40B4-BE49-F238E27FC236}">
                  <a16:creationId xmlns:a16="http://schemas.microsoft.com/office/drawing/2014/main" id="{56141854-2C75-454C-8221-0CD986D620DF}"/>
                </a:ext>
              </a:extLst>
            </p:cNvPr>
            <p:cNvSpPr/>
            <p:nvPr/>
          </p:nvSpPr>
          <p:spPr>
            <a:xfrm>
              <a:off x="6372200" y="4869160"/>
              <a:ext cx="296727" cy="328658"/>
            </a:xfrm>
            <a:prstGeom prst="ellipse">
              <a:avLst/>
            </a:prstGeom>
            <a:noFill/>
            <a:ln w="28575">
              <a:solidFill>
                <a:srgbClr val="FFF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sp>
          <p:nvSpPr>
            <p:cNvPr id="21" name="Oval 16">
              <a:extLst>
                <a:ext uri="{FF2B5EF4-FFF2-40B4-BE49-F238E27FC236}">
                  <a16:creationId xmlns:a16="http://schemas.microsoft.com/office/drawing/2014/main" id="{A9DAD4C1-E576-4895-BC4C-6A960383A63D}"/>
                </a:ext>
              </a:extLst>
            </p:cNvPr>
            <p:cNvSpPr/>
            <p:nvPr/>
          </p:nvSpPr>
          <p:spPr>
            <a:xfrm>
              <a:off x="6070859" y="4624365"/>
              <a:ext cx="296727" cy="328658"/>
            </a:xfrm>
            <a:prstGeom prst="ellipse">
              <a:avLst/>
            </a:prstGeom>
            <a:noFill/>
            <a:ln w="28575">
              <a:solidFill>
                <a:srgbClr val="FFF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sp>
          <p:nvSpPr>
            <p:cNvPr id="22" name="Oval 17">
              <a:extLst>
                <a:ext uri="{FF2B5EF4-FFF2-40B4-BE49-F238E27FC236}">
                  <a16:creationId xmlns:a16="http://schemas.microsoft.com/office/drawing/2014/main" id="{F0B218ED-0651-4276-89EF-819689CFC262}"/>
                </a:ext>
              </a:extLst>
            </p:cNvPr>
            <p:cNvSpPr/>
            <p:nvPr/>
          </p:nvSpPr>
          <p:spPr>
            <a:xfrm>
              <a:off x="5796136" y="4293096"/>
              <a:ext cx="296727" cy="328658"/>
            </a:xfrm>
            <a:prstGeom prst="ellipse">
              <a:avLst/>
            </a:prstGeom>
            <a:noFill/>
            <a:ln w="28575">
              <a:solidFill>
                <a:srgbClr val="FFF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sp>
          <p:nvSpPr>
            <p:cNvPr id="23" name="Oval 18">
              <a:extLst>
                <a:ext uri="{FF2B5EF4-FFF2-40B4-BE49-F238E27FC236}">
                  <a16:creationId xmlns:a16="http://schemas.microsoft.com/office/drawing/2014/main" id="{5F8F64E0-6F43-41F8-BDAF-9F7ABEB1DFDB}"/>
                </a:ext>
              </a:extLst>
            </p:cNvPr>
            <p:cNvSpPr/>
            <p:nvPr/>
          </p:nvSpPr>
          <p:spPr>
            <a:xfrm>
              <a:off x="4273876" y="4624364"/>
              <a:ext cx="296727" cy="328658"/>
            </a:xfrm>
            <a:prstGeom prst="ellipse">
              <a:avLst/>
            </a:prstGeom>
            <a:noFill/>
            <a:ln w="28575">
              <a:solidFill>
                <a:srgbClr val="FFF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sp>
          <p:nvSpPr>
            <p:cNvPr id="24" name="Oval 19">
              <a:extLst>
                <a:ext uri="{FF2B5EF4-FFF2-40B4-BE49-F238E27FC236}">
                  <a16:creationId xmlns:a16="http://schemas.microsoft.com/office/drawing/2014/main" id="{DDBF6276-B75C-44E2-873D-042A3358F221}"/>
                </a:ext>
              </a:extLst>
            </p:cNvPr>
            <p:cNvSpPr/>
            <p:nvPr/>
          </p:nvSpPr>
          <p:spPr>
            <a:xfrm>
              <a:off x="5536641" y="4375648"/>
              <a:ext cx="296727" cy="328658"/>
            </a:xfrm>
            <a:prstGeom prst="ellipse">
              <a:avLst/>
            </a:prstGeom>
            <a:noFill/>
            <a:ln w="28575">
              <a:solidFill>
                <a:srgbClr val="FFF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sp>
          <p:nvSpPr>
            <p:cNvPr id="25" name="Oval 20">
              <a:extLst>
                <a:ext uri="{FF2B5EF4-FFF2-40B4-BE49-F238E27FC236}">
                  <a16:creationId xmlns:a16="http://schemas.microsoft.com/office/drawing/2014/main" id="{FCD46B9F-6F26-45AA-90A7-1CCC64DDA629}"/>
                </a:ext>
              </a:extLst>
            </p:cNvPr>
            <p:cNvSpPr/>
            <p:nvPr/>
          </p:nvSpPr>
          <p:spPr>
            <a:xfrm>
              <a:off x="5796136" y="4869160"/>
              <a:ext cx="296727" cy="328658"/>
            </a:xfrm>
            <a:prstGeom prst="ellipse">
              <a:avLst/>
            </a:prstGeom>
            <a:noFill/>
            <a:ln w="28575">
              <a:solidFill>
                <a:srgbClr val="FFF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sp>
          <p:nvSpPr>
            <p:cNvPr id="26" name="Oval 21">
              <a:extLst>
                <a:ext uri="{FF2B5EF4-FFF2-40B4-BE49-F238E27FC236}">
                  <a16:creationId xmlns:a16="http://schemas.microsoft.com/office/drawing/2014/main" id="{38177DB1-FF7D-45B7-9247-ADBA293CB6A0}"/>
                </a:ext>
              </a:extLst>
            </p:cNvPr>
            <p:cNvSpPr/>
            <p:nvPr/>
          </p:nvSpPr>
          <p:spPr>
            <a:xfrm>
              <a:off x="6804248" y="3861048"/>
              <a:ext cx="296727" cy="328658"/>
            </a:xfrm>
            <a:prstGeom prst="ellipse">
              <a:avLst/>
            </a:prstGeom>
            <a:noFill/>
            <a:ln w="28575">
              <a:solidFill>
                <a:srgbClr val="FFF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cxnSp>
          <p:nvCxnSpPr>
            <p:cNvPr id="27" name="Straight Arrow Connector 22">
              <a:extLst>
                <a:ext uri="{FF2B5EF4-FFF2-40B4-BE49-F238E27FC236}">
                  <a16:creationId xmlns:a16="http://schemas.microsoft.com/office/drawing/2014/main" id="{A9B5F03E-52B0-44A0-97FC-D7FA0939F0AB}"/>
                </a:ext>
              </a:extLst>
            </p:cNvPr>
            <p:cNvCxnSpPr>
              <a:endCxn id="24" idx="0"/>
            </p:cNvCxnSpPr>
            <p:nvPr/>
          </p:nvCxnSpPr>
          <p:spPr>
            <a:xfrm>
              <a:off x="5530164" y="3805601"/>
              <a:ext cx="154841" cy="57004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grpSp>
          <p:nvGrpSpPr>
            <p:cNvPr id="28" name="Group 23">
              <a:extLst>
                <a:ext uri="{FF2B5EF4-FFF2-40B4-BE49-F238E27FC236}">
                  <a16:creationId xmlns:a16="http://schemas.microsoft.com/office/drawing/2014/main" id="{15E0022E-9CE0-446C-BCDE-08491A5B1F8D}"/>
                </a:ext>
              </a:extLst>
            </p:cNvPr>
            <p:cNvGrpSpPr/>
            <p:nvPr/>
          </p:nvGrpSpPr>
          <p:grpSpPr>
            <a:xfrm>
              <a:off x="4000284" y="3680370"/>
              <a:ext cx="3999547" cy="1541326"/>
              <a:chOff x="4457907" y="3364982"/>
              <a:chExt cx="3679583" cy="1280249"/>
            </a:xfrm>
          </p:grpSpPr>
          <p:cxnSp>
            <p:nvCxnSpPr>
              <p:cNvPr id="30" name="Straight Arrow Connector 25">
                <a:extLst>
                  <a:ext uri="{FF2B5EF4-FFF2-40B4-BE49-F238E27FC236}">
                    <a16:creationId xmlns:a16="http://schemas.microsoft.com/office/drawing/2014/main" id="{6588A63F-5C6B-4A2F-A4AB-1C1DA12753AD}"/>
                  </a:ext>
                </a:extLst>
              </p:cNvPr>
              <p:cNvCxnSpPr>
                <a:stCxn id="15" idx="4"/>
              </p:cNvCxnSpPr>
              <p:nvPr/>
            </p:nvCxnSpPr>
            <p:spPr>
              <a:xfrm>
                <a:off x="4457907" y="3668423"/>
                <a:ext cx="256763" cy="44708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26">
                <a:extLst>
                  <a:ext uri="{FF2B5EF4-FFF2-40B4-BE49-F238E27FC236}">
                    <a16:creationId xmlns:a16="http://schemas.microsoft.com/office/drawing/2014/main" id="{383446DA-30B6-4BBD-AC46-A7D98BF6427E}"/>
                  </a:ext>
                </a:extLst>
              </p:cNvPr>
              <p:cNvCxnSpPr>
                <a:stCxn id="15" idx="5"/>
                <a:endCxn id="22" idx="1"/>
              </p:cNvCxnSpPr>
              <p:nvPr/>
            </p:nvCxnSpPr>
            <p:spPr>
              <a:xfrm>
                <a:off x="4554422" y="3628444"/>
                <a:ext cx="1595647" cy="28545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27">
                <a:extLst>
                  <a:ext uri="{FF2B5EF4-FFF2-40B4-BE49-F238E27FC236}">
                    <a16:creationId xmlns:a16="http://schemas.microsoft.com/office/drawing/2014/main" id="{E37B1583-D376-4A97-8A14-284E833FD786}"/>
                  </a:ext>
                </a:extLst>
              </p:cNvPr>
              <p:cNvCxnSpPr>
                <a:stCxn id="18" idx="1"/>
                <a:endCxn id="26" idx="4"/>
              </p:cNvCxnSpPr>
              <p:nvPr/>
            </p:nvCxnSpPr>
            <p:spPr>
              <a:xfrm flipH="1" flipV="1">
                <a:off x="7174049" y="3788044"/>
                <a:ext cx="963441" cy="66415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28">
                <a:extLst>
                  <a:ext uri="{FF2B5EF4-FFF2-40B4-BE49-F238E27FC236}">
                    <a16:creationId xmlns:a16="http://schemas.microsoft.com/office/drawing/2014/main" id="{BD7F8BBD-7BD6-4350-BC7A-8F1162854E8C}"/>
                  </a:ext>
                </a:extLst>
              </p:cNvPr>
              <p:cNvCxnSpPr>
                <a:stCxn id="17" idx="6"/>
                <a:endCxn id="25" idx="2"/>
              </p:cNvCxnSpPr>
              <p:nvPr/>
            </p:nvCxnSpPr>
            <p:spPr>
              <a:xfrm flipV="1">
                <a:off x="5124380" y="4488903"/>
                <a:ext cx="985711" cy="5981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29">
                <a:extLst>
                  <a:ext uri="{FF2B5EF4-FFF2-40B4-BE49-F238E27FC236}">
                    <a16:creationId xmlns:a16="http://schemas.microsoft.com/office/drawing/2014/main" id="{87D489C3-CE22-4D34-9497-38D17E876D79}"/>
                  </a:ext>
                </a:extLst>
              </p:cNvPr>
              <p:cNvCxnSpPr>
                <a:stCxn id="18" idx="3"/>
                <a:endCxn id="20" idx="6"/>
              </p:cNvCxnSpPr>
              <p:nvPr/>
            </p:nvCxnSpPr>
            <p:spPr>
              <a:xfrm flipH="1" flipV="1">
                <a:off x="6913058" y="4488904"/>
                <a:ext cx="1224432" cy="15632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0">
                <a:extLst>
                  <a:ext uri="{FF2B5EF4-FFF2-40B4-BE49-F238E27FC236}">
                    <a16:creationId xmlns:a16="http://schemas.microsoft.com/office/drawing/2014/main" id="{183B3B27-A6B9-43C6-9E8D-57CB75B780DC}"/>
                  </a:ext>
                </a:extLst>
              </p:cNvPr>
              <p:cNvCxnSpPr>
                <a:stCxn id="19" idx="5"/>
                <a:endCxn id="20" idx="0"/>
              </p:cNvCxnSpPr>
              <p:nvPr/>
            </p:nvCxnSpPr>
            <p:spPr>
              <a:xfrm>
                <a:off x="6045280" y="3449012"/>
                <a:ext cx="731284" cy="903398"/>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1">
                <a:extLst>
                  <a:ext uri="{FF2B5EF4-FFF2-40B4-BE49-F238E27FC236}">
                    <a16:creationId xmlns:a16="http://schemas.microsoft.com/office/drawing/2014/main" id="{63513B94-BD06-42D9-9944-54AC35D570A7}"/>
                  </a:ext>
                </a:extLst>
              </p:cNvPr>
              <p:cNvCxnSpPr>
                <a:endCxn id="21" idx="0"/>
              </p:cNvCxnSpPr>
              <p:nvPr/>
            </p:nvCxnSpPr>
            <p:spPr>
              <a:xfrm>
                <a:off x="6000418" y="3488990"/>
                <a:ext cx="498913" cy="66008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2">
                <a:extLst>
                  <a:ext uri="{FF2B5EF4-FFF2-40B4-BE49-F238E27FC236}">
                    <a16:creationId xmlns:a16="http://schemas.microsoft.com/office/drawing/2014/main" id="{BCE42BD2-222B-4AF9-863B-71F725951EA1}"/>
                  </a:ext>
                </a:extLst>
              </p:cNvPr>
              <p:cNvCxnSpPr/>
              <p:nvPr/>
            </p:nvCxnSpPr>
            <p:spPr>
              <a:xfrm flipH="1">
                <a:off x="4982600" y="3364982"/>
                <a:ext cx="807872" cy="850498"/>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grpSp>
        <p:cxnSp>
          <p:nvCxnSpPr>
            <p:cNvPr id="29" name="Straight Arrow Connector 24">
              <a:extLst>
                <a:ext uri="{FF2B5EF4-FFF2-40B4-BE49-F238E27FC236}">
                  <a16:creationId xmlns:a16="http://schemas.microsoft.com/office/drawing/2014/main" id="{D69C03A5-3C9F-4DE2-B673-B9C39D498672}"/>
                </a:ext>
              </a:extLst>
            </p:cNvPr>
            <p:cNvCxnSpPr/>
            <p:nvPr/>
          </p:nvCxnSpPr>
          <p:spPr>
            <a:xfrm flipH="1" flipV="1">
              <a:off x="7164289" y="4005064"/>
              <a:ext cx="1584175" cy="21602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grpSp>
      <p:sp>
        <p:nvSpPr>
          <p:cNvPr id="2" name="Footer Placeholder 1">
            <a:extLst>
              <a:ext uri="{FF2B5EF4-FFF2-40B4-BE49-F238E27FC236}">
                <a16:creationId xmlns:a16="http://schemas.microsoft.com/office/drawing/2014/main" id="{AD1A7F13-1827-9ED1-A4D8-342BE5153F43}"/>
              </a:ext>
            </a:extLst>
          </p:cNvPr>
          <p:cNvSpPr>
            <a:spLocks noGrp="1"/>
          </p:cNvSpPr>
          <p:nvPr>
            <p:ph type="ftr" sz="quarter" idx="11"/>
          </p:nvPr>
        </p:nvSpPr>
        <p:spPr/>
        <p:txBody>
          <a:bodyPr/>
          <a:lstStyle/>
          <a:p>
            <a:r>
              <a:rPr lang="en-US" noProof="0"/>
              <a:t>Analytics for a Better World, Lecture 1</a:t>
            </a:r>
            <a:endParaRPr lang="nl-NL" noProof="0"/>
          </a:p>
        </p:txBody>
      </p:sp>
      <p:sp>
        <p:nvSpPr>
          <p:cNvPr id="12" name="Slide Number Placeholder 11">
            <a:extLst>
              <a:ext uri="{FF2B5EF4-FFF2-40B4-BE49-F238E27FC236}">
                <a16:creationId xmlns:a16="http://schemas.microsoft.com/office/drawing/2014/main" id="{3BABF9B7-3FD8-51F7-7663-207F61226705}"/>
              </a:ext>
            </a:extLst>
          </p:cNvPr>
          <p:cNvSpPr>
            <a:spLocks noGrp="1"/>
          </p:cNvSpPr>
          <p:nvPr>
            <p:ph type="sldNum" sz="quarter" idx="12"/>
          </p:nvPr>
        </p:nvSpPr>
        <p:spPr/>
        <p:txBody>
          <a:bodyPr/>
          <a:lstStyle/>
          <a:p>
            <a:fld id="{D7B5DC5B-6873-43DB-ADC7-B15ACCE0DFDB}" type="slidenum">
              <a:rPr lang="nl-NL" noProof="0" smtClean="0"/>
              <a:t>42</a:t>
            </a:fld>
            <a:endParaRPr lang="nl-NL" noProof="0"/>
          </a:p>
        </p:txBody>
      </p:sp>
    </p:spTree>
    <p:extLst>
      <p:ext uri="{BB962C8B-B14F-4D97-AF65-F5344CB8AC3E}">
        <p14:creationId xmlns:p14="http://schemas.microsoft.com/office/powerpoint/2010/main" val="9270224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Timor-Leste Map (Road) - Worldometer">
            <a:extLst>
              <a:ext uri="{FF2B5EF4-FFF2-40B4-BE49-F238E27FC236}">
                <a16:creationId xmlns:a16="http://schemas.microsoft.com/office/drawing/2014/main" id="{10EECCA6-D641-4883-BA99-57BB684204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1015" y="1793957"/>
            <a:ext cx="5802152" cy="4253768"/>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Wegenbouwkunde - Wikipedia">
            <a:extLst>
              <a:ext uri="{FF2B5EF4-FFF2-40B4-BE49-F238E27FC236}">
                <a16:creationId xmlns:a16="http://schemas.microsoft.com/office/drawing/2014/main" id="{67C48B4D-3D57-40A0-B270-5E4C352CC29D}"/>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395586" y="1793957"/>
            <a:ext cx="3236918" cy="2012656"/>
          </a:xfrm>
          <a:prstGeom prst="rect">
            <a:avLst/>
          </a:prstGeom>
          <a:noFill/>
          <a:extLst>
            <a:ext uri="{909E8E84-426E-40DD-AFC4-6F175D3DCCD1}">
              <a14:hiddenFill xmlns:a14="http://schemas.microsoft.com/office/drawing/2010/main">
                <a:solidFill>
                  <a:srgbClr val="FFFFFF"/>
                </a:solidFill>
              </a14:hiddenFill>
            </a:ext>
          </a:extLst>
        </p:spPr>
      </p:pic>
      <p:pic>
        <p:nvPicPr>
          <p:cNvPr id="18438" name="Picture 6" descr="Work starts on new school building in Timor-Leste » Australian ...">
            <a:extLst>
              <a:ext uri="{FF2B5EF4-FFF2-40B4-BE49-F238E27FC236}">
                <a16:creationId xmlns:a16="http://schemas.microsoft.com/office/drawing/2014/main" id="{F2FA9A72-0C2B-41FE-AB4F-AF1D07F8FD52}"/>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394168" y="3856087"/>
            <a:ext cx="3238336" cy="2158890"/>
          </a:xfrm>
          <a:prstGeom prst="rect">
            <a:avLst/>
          </a:prstGeom>
          <a:noFill/>
          <a:extLst>
            <a:ext uri="{909E8E84-426E-40DD-AFC4-6F175D3DCCD1}">
              <a14:hiddenFill xmlns:a14="http://schemas.microsoft.com/office/drawing/2010/main">
                <a:solidFill>
                  <a:srgbClr val="FFFFFF"/>
                </a:solidFill>
              </a14:hiddenFill>
            </a:ext>
          </a:extLst>
        </p:spPr>
      </p:pic>
      <p:pic>
        <p:nvPicPr>
          <p:cNvPr id="18440" name="Picture 8" descr="World Bank releases report on antimicrobial resistance - NADP">
            <a:extLst>
              <a:ext uri="{FF2B5EF4-FFF2-40B4-BE49-F238E27FC236}">
                <a16:creationId xmlns:a16="http://schemas.microsoft.com/office/drawing/2014/main" id="{C3C2E491-0A6F-4923-91A4-651519710AF8}"/>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4562913" y="4925297"/>
            <a:ext cx="1429747" cy="80065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fbeeldingsresultaat voor separate pictures of SDGs">
            <a:extLst>
              <a:ext uri="{FF2B5EF4-FFF2-40B4-BE49-F238E27FC236}">
                <a16:creationId xmlns:a16="http://schemas.microsoft.com/office/drawing/2014/main" id="{EA08F1A5-AA56-48EA-901C-8F44667DB8B3}"/>
              </a:ext>
            </a:extLst>
          </p:cNvPr>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10460032" y="110248"/>
            <a:ext cx="796075" cy="7960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ommunications materials - United Nations Sustainable Development">
            <a:extLst>
              <a:ext uri="{FF2B5EF4-FFF2-40B4-BE49-F238E27FC236}">
                <a16:creationId xmlns:a16="http://schemas.microsoft.com/office/drawing/2014/main" id="{4B179BC0-2827-4190-B234-3331FAB129E4}"/>
              </a:ext>
            </a:extLst>
          </p:cNvPr>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11279452" y="110248"/>
            <a:ext cx="793220" cy="79322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GUIDELINES FOR THE USE OF THE SDG LOGO INCLUDING THE COLOUR WHEEL ...">
            <a:extLst>
              <a:ext uri="{FF2B5EF4-FFF2-40B4-BE49-F238E27FC236}">
                <a16:creationId xmlns:a16="http://schemas.microsoft.com/office/drawing/2014/main" id="{FDCB84B7-7C69-4698-9EEC-36AF8116BD69}"/>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648645" y="110247"/>
            <a:ext cx="793220" cy="79322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6822ED54-61DE-4B77-8A24-7E577AE8A57C}"/>
              </a:ext>
            </a:extLst>
          </p:cNvPr>
          <p:cNvSpPr>
            <a:spLocks noGrp="1"/>
          </p:cNvSpPr>
          <p:nvPr>
            <p:ph type="title"/>
          </p:nvPr>
        </p:nvSpPr>
        <p:spPr/>
        <p:txBody>
          <a:bodyPr/>
          <a:lstStyle/>
          <a:p>
            <a:r>
              <a:rPr lang="en-US" dirty="0"/>
              <a:t>Investment infrastructure Timor </a:t>
            </a:r>
            <a:r>
              <a:rPr lang="en-US" dirty="0" err="1"/>
              <a:t>Leste</a:t>
            </a:r>
            <a:endParaRPr lang="en-US" dirty="0"/>
          </a:p>
        </p:txBody>
      </p:sp>
      <p:sp>
        <p:nvSpPr>
          <p:cNvPr id="4" name="Footer Placeholder 3">
            <a:extLst>
              <a:ext uri="{FF2B5EF4-FFF2-40B4-BE49-F238E27FC236}">
                <a16:creationId xmlns:a16="http://schemas.microsoft.com/office/drawing/2014/main" id="{804D6B67-B08E-C271-71BC-FFFB90F8A2B2}"/>
              </a:ext>
            </a:extLst>
          </p:cNvPr>
          <p:cNvSpPr>
            <a:spLocks noGrp="1"/>
          </p:cNvSpPr>
          <p:nvPr>
            <p:ph type="ftr" sz="quarter" idx="11"/>
          </p:nvPr>
        </p:nvSpPr>
        <p:spPr/>
        <p:txBody>
          <a:bodyPr/>
          <a:lstStyle/>
          <a:p>
            <a:r>
              <a:rPr lang="en-US" noProof="0"/>
              <a:t>Analytics for a Better World, Lecture 1</a:t>
            </a:r>
            <a:endParaRPr lang="nl-NL" noProof="0"/>
          </a:p>
        </p:txBody>
      </p:sp>
      <p:sp>
        <p:nvSpPr>
          <p:cNvPr id="5" name="Slide Number Placeholder 4">
            <a:extLst>
              <a:ext uri="{FF2B5EF4-FFF2-40B4-BE49-F238E27FC236}">
                <a16:creationId xmlns:a16="http://schemas.microsoft.com/office/drawing/2014/main" id="{4AE5C513-7FBB-F69F-B0AE-BCFD442E71E5}"/>
              </a:ext>
            </a:extLst>
          </p:cNvPr>
          <p:cNvSpPr>
            <a:spLocks noGrp="1"/>
          </p:cNvSpPr>
          <p:nvPr>
            <p:ph type="sldNum" sz="quarter" idx="12"/>
          </p:nvPr>
        </p:nvSpPr>
        <p:spPr/>
        <p:txBody>
          <a:bodyPr/>
          <a:lstStyle/>
          <a:p>
            <a:fld id="{D7B5DC5B-6873-43DB-ADC7-B15ACCE0DFDB}" type="slidenum">
              <a:rPr lang="nl-NL" noProof="0" smtClean="0"/>
              <a:t>43</a:t>
            </a:fld>
            <a:endParaRPr lang="nl-NL" noProof="0"/>
          </a:p>
        </p:txBody>
      </p:sp>
    </p:spTree>
    <p:extLst>
      <p:ext uri="{BB962C8B-B14F-4D97-AF65-F5344CB8AC3E}">
        <p14:creationId xmlns:p14="http://schemas.microsoft.com/office/powerpoint/2010/main" val="23217321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7">
            <a:extLst>
              <a:ext uri="{FF2B5EF4-FFF2-40B4-BE49-F238E27FC236}">
                <a16:creationId xmlns:a16="http://schemas.microsoft.com/office/drawing/2014/main" id="{8EE70E01-5C1E-4A21-930E-1E8165B1181F}"/>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159896" y="1988840"/>
            <a:ext cx="3843242" cy="2043592"/>
          </a:xfrm>
          <a:prstGeom prst="rect">
            <a:avLst/>
          </a:prstGeom>
        </p:spPr>
      </p:pic>
      <p:pic>
        <p:nvPicPr>
          <p:cNvPr id="6" name="Picture 14" descr="https://scontent.cdninstagram.com/v/t51.2885-15/sh0.08/e35/s640x640/26871537_205552039996471_7359429262014676992_n.jpg?_nc_ht=scontent.cdninstagram.com&amp;_nc_ohc=OgFkvrjg-IIAX-60-av&amp;oh=9bbc68a6358093ccaace757ca3d98f9e&amp;oe=5E8A23EF">
            <a:extLst>
              <a:ext uri="{FF2B5EF4-FFF2-40B4-BE49-F238E27FC236}">
                <a16:creationId xmlns:a16="http://schemas.microsoft.com/office/drawing/2014/main" id="{4D9C2193-F9FE-46DE-B8E9-460E9E73D3C6}"/>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569190" y="4721478"/>
            <a:ext cx="1407130" cy="1407130"/>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8" descr="https://scontent.cdninstagram.com/v/t51.2885-15/sh0.08/e35/s640x640/65398088_117935152804621_923739000793267500_n.jpg?_nc_ht=scontent.cdninstagram.com&amp;_nc_ohc=ZbQYiAp9LnQAX9-QKEE&amp;oh=6cb084b93ca52822d3fdb87eee51a489&amp;oe=5E8A066A">
            <a:extLst>
              <a:ext uri="{FF2B5EF4-FFF2-40B4-BE49-F238E27FC236}">
                <a16:creationId xmlns:a16="http://schemas.microsoft.com/office/drawing/2014/main" id="{26A7A44D-DEC0-4746-9F37-2A2632CE6166}"/>
              </a:ext>
            </a:extLst>
          </p:cNvPr>
          <p:cNvSpPr>
            <a:spLocks noChangeAspect="1" noChangeArrowheads="1"/>
          </p:cNvSpPr>
          <p:nvPr/>
        </p:nvSpPr>
        <p:spPr bwMode="auto">
          <a:xfrm>
            <a:off x="2822020" y="769686"/>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350"/>
          </a:p>
        </p:txBody>
      </p:sp>
      <p:sp>
        <p:nvSpPr>
          <p:cNvPr id="9" name="AutoShape 20" descr="https://scontent.cdninstagram.com/v/t51.2885-15/sh0.08/e35/s640x640/65398088_117935152804621_923739000793267500_n.jpg?_nc_ht=scontent.cdninstagram.com&amp;_nc_ohc=ZbQYiAp9LnQAX9-QKEE&amp;oh=6cb084b93ca52822d3fdb87eee51a489&amp;oe=5E8A066A">
            <a:extLst>
              <a:ext uri="{FF2B5EF4-FFF2-40B4-BE49-F238E27FC236}">
                <a16:creationId xmlns:a16="http://schemas.microsoft.com/office/drawing/2014/main" id="{614B7EB6-9467-47AD-B9DB-5C510702902A}"/>
              </a:ext>
            </a:extLst>
          </p:cNvPr>
          <p:cNvSpPr>
            <a:spLocks noChangeAspect="1" noChangeArrowheads="1"/>
          </p:cNvSpPr>
          <p:nvPr/>
        </p:nvSpPr>
        <p:spPr bwMode="auto">
          <a:xfrm>
            <a:off x="2936320" y="883987"/>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350"/>
          </a:p>
        </p:txBody>
      </p:sp>
      <p:pic>
        <p:nvPicPr>
          <p:cNvPr id="20482" name="Picture 2" descr="Quick View of Poultry Farming in 10 Developing Countries | The ...">
            <a:extLst>
              <a:ext uri="{FF2B5EF4-FFF2-40B4-BE49-F238E27FC236}">
                <a16:creationId xmlns:a16="http://schemas.microsoft.com/office/drawing/2014/main" id="{4C6CE2A5-6D81-4735-9463-D2DE4636A1F3}"/>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216461" y="4721478"/>
            <a:ext cx="2114540" cy="1407130"/>
          </a:xfrm>
          <a:prstGeom prst="rect">
            <a:avLst/>
          </a:prstGeom>
          <a:noFill/>
          <a:extLst>
            <a:ext uri="{909E8E84-426E-40DD-AFC4-6F175D3DCCD1}">
              <a14:hiddenFill xmlns:a14="http://schemas.microsoft.com/office/drawing/2010/main">
                <a:solidFill>
                  <a:srgbClr val="FFFFFF"/>
                </a:solidFill>
              </a14:hiddenFill>
            </a:ext>
          </a:extLst>
        </p:spPr>
      </p:pic>
      <p:sp>
        <p:nvSpPr>
          <p:cNvPr id="15" name="Rechthoek 14">
            <a:extLst>
              <a:ext uri="{FF2B5EF4-FFF2-40B4-BE49-F238E27FC236}">
                <a16:creationId xmlns:a16="http://schemas.microsoft.com/office/drawing/2014/main" id="{EC85CEE3-740D-4543-9A00-CE3C0B9411B2}"/>
              </a:ext>
            </a:extLst>
          </p:cNvPr>
          <p:cNvSpPr/>
          <p:nvPr/>
        </p:nvSpPr>
        <p:spPr>
          <a:xfrm>
            <a:off x="1712753" y="5418764"/>
            <a:ext cx="2579615" cy="5033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pic>
        <p:nvPicPr>
          <p:cNvPr id="11" name="Picture 6" descr="Afbeeldingsresultaat voor separate pictures of SDGs">
            <a:extLst>
              <a:ext uri="{FF2B5EF4-FFF2-40B4-BE49-F238E27FC236}">
                <a16:creationId xmlns:a16="http://schemas.microsoft.com/office/drawing/2014/main" id="{0CF497F7-C94A-495C-8386-CFF53F230C47}"/>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10645363" y="267967"/>
            <a:ext cx="1003435" cy="1003435"/>
          </a:xfrm>
          <a:prstGeom prst="rect">
            <a:avLst/>
          </a:prstGeom>
          <a:noFill/>
          <a:extLst>
            <a:ext uri="{909E8E84-426E-40DD-AFC4-6F175D3DCCD1}">
              <a14:hiddenFill xmlns:a14="http://schemas.microsoft.com/office/drawing/2010/main">
                <a:solidFill>
                  <a:srgbClr val="FFFFFF"/>
                </a:solidFill>
              </a14:hiddenFill>
            </a:ext>
          </a:extLst>
        </p:spPr>
      </p:pic>
      <p:pic>
        <p:nvPicPr>
          <p:cNvPr id="19458" name="Picture 2" descr="GUIDELINES FOR THE USE OF THE SDG LOGO INCLUDING THE COLOUR WHEEL ...">
            <a:extLst>
              <a:ext uri="{FF2B5EF4-FFF2-40B4-BE49-F238E27FC236}">
                <a16:creationId xmlns:a16="http://schemas.microsoft.com/office/drawing/2014/main" id="{4F94BA99-6AB3-4163-A5D9-C3CD62C01460}"/>
              </a:ext>
            </a:extLst>
          </p:cNvPr>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9527628" y="267966"/>
            <a:ext cx="1003435" cy="1003435"/>
          </a:xfrm>
          <a:prstGeom prst="rect">
            <a:avLst/>
          </a:prstGeom>
          <a:noFill/>
          <a:extLst>
            <a:ext uri="{909E8E84-426E-40DD-AFC4-6F175D3DCCD1}">
              <a14:hiddenFill xmlns:a14="http://schemas.microsoft.com/office/drawing/2010/main">
                <a:solidFill>
                  <a:srgbClr val="FFFFFF"/>
                </a:solidFill>
              </a14:hiddenFill>
            </a:ext>
          </a:extLst>
        </p:spPr>
      </p:pic>
      <p:pic>
        <p:nvPicPr>
          <p:cNvPr id="19460" name="Picture 4" descr="Single Spark | FeedCalculator | Business-in-a-Box">
            <a:extLst>
              <a:ext uri="{FF2B5EF4-FFF2-40B4-BE49-F238E27FC236}">
                <a16:creationId xmlns:a16="http://schemas.microsoft.com/office/drawing/2014/main" id="{CFDFFCC4-F0D6-4BAD-9435-89AF4AB5B87B}"/>
              </a:ext>
            </a:extLst>
          </p:cNvPr>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2006201" y="1764460"/>
            <a:ext cx="985838" cy="98583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6" descr="https://scontent.cdninstagram.com/v/t51.2885-15/sh0.08/e35/p640x640/28158711_299801000546216_2550542530315812864_n.jpg?_nc_ht=scontent.cdninstagram.com&amp;_nc_ohc=EmaiUaPuJL0AX9EuaWH&amp;oh=55a7673c0000f2a5d2f10ce72fb44dd7&amp;oe=5E870C00">
            <a:extLst>
              <a:ext uri="{FF2B5EF4-FFF2-40B4-BE49-F238E27FC236}">
                <a16:creationId xmlns:a16="http://schemas.microsoft.com/office/drawing/2014/main" id="{F35D09A0-DC41-440A-9DD4-CD3AF36DC566}"/>
              </a:ext>
            </a:extLst>
          </p:cNvPr>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1055440" y="2782103"/>
            <a:ext cx="2892576" cy="35103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44C8BBE-F1A7-458A-9B65-A266E66A450D}"/>
              </a:ext>
            </a:extLst>
          </p:cNvPr>
          <p:cNvSpPr>
            <a:spLocks noGrp="1"/>
          </p:cNvSpPr>
          <p:nvPr>
            <p:ph type="title"/>
          </p:nvPr>
        </p:nvSpPr>
        <p:spPr/>
        <p:txBody>
          <a:bodyPr>
            <a:normAutofit/>
          </a:bodyPr>
          <a:lstStyle/>
          <a:p>
            <a:r>
              <a:rPr lang="en-US" sz="3600" dirty="0"/>
              <a:t>Optimizing feed for cattle for small farmers</a:t>
            </a:r>
            <a:endParaRPr lang="en-US" dirty="0"/>
          </a:p>
        </p:txBody>
      </p:sp>
      <p:sp>
        <p:nvSpPr>
          <p:cNvPr id="3" name="TextBox 2">
            <a:extLst>
              <a:ext uri="{FF2B5EF4-FFF2-40B4-BE49-F238E27FC236}">
                <a16:creationId xmlns:a16="http://schemas.microsoft.com/office/drawing/2014/main" id="{696CEBB9-A5B4-A037-CD7E-5CB0FB7A72B7}"/>
              </a:ext>
            </a:extLst>
          </p:cNvPr>
          <p:cNvSpPr txBox="1"/>
          <p:nvPr/>
        </p:nvSpPr>
        <p:spPr>
          <a:xfrm>
            <a:off x="1920024" y="3679554"/>
            <a:ext cx="2489792" cy="606119"/>
          </a:xfrm>
          <a:prstGeom prst="rect">
            <a:avLst/>
          </a:prstGeom>
          <a:solidFill>
            <a:schemeClr val="bg1"/>
          </a:solidFill>
        </p:spPr>
        <p:txBody>
          <a:bodyPr wrap="square" lIns="0" tIns="0" rIns="0" bIns="0" rtlCol="0">
            <a:noAutofit/>
          </a:bodyPr>
          <a:lstStyle/>
          <a:p>
            <a:pPr algn="l">
              <a:lnSpc>
                <a:spcPct val="90000"/>
              </a:lnSpc>
              <a:spcBef>
                <a:spcPts val="600"/>
              </a:spcBef>
              <a:spcAft>
                <a:spcPts val="600"/>
              </a:spcAft>
            </a:pPr>
            <a:r>
              <a:rPr lang="en-US" sz="3200" dirty="0"/>
              <a:t>15,000</a:t>
            </a:r>
            <a:endParaRPr lang="nl-NL" sz="3200" dirty="0" err="1"/>
          </a:p>
        </p:txBody>
      </p:sp>
    </p:spTree>
    <p:extLst>
      <p:ext uri="{BB962C8B-B14F-4D97-AF65-F5344CB8AC3E}">
        <p14:creationId xmlns:p14="http://schemas.microsoft.com/office/powerpoint/2010/main" val="17465469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F2B0C8-DE1F-4574-981E-34F3F0D5CE8F}"/>
              </a:ext>
            </a:extLst>
          </p:cNvPr>
          <p:cNvSpPr>
            <a:spLocks noGrp="1"/>
          </p:cNvSpPr>
          <p:nvPr>
            <p:ph type="title"/>
          </p:nvPr>
        </p:nvSpPr>
        <p:spPr/>
        <p:txBody>
          <a:bodyPr>
            <a:normAutofit/>
          </a:bodyPr>
          <a:lstStyle/>
          <a:p>
            <a:r>
              <a:t>The curriculum year 1</a:t>
            </a:r>
          </a:p>
        </p:txBody>
      </p:sp>
      <p:graphicFrame>
        <p:nvGraphicFramePr>
          <p:cNvPr id="23" name="Table 103"/>
          <p:cNvGraphicFramePr/>
          <p:nvPr/>
        </p:nvGraphicFramePr>
        <p:xfrm>
          <a:off x="767408" y="2132856"/>
          <a:ext cx="10891193" cy="3320310"/>
        </p:xfrm>
        <a:graphic>
          <a:graphicData uri="http://schemas.openxmlformats.org/drawingml/2006/table">
            <a:tbl>
              <a:tblPr firstRow="1" bandRow="1"/>
              <a:tblGrid>
                <a:gridCol w="2164641">
                  <a:extLst>
                    <a:ext uri="{9D8B030D-6E8A-4147-A177-3AD203B41FA5}">
                      <a16:colId xmlns:a16="http://schemas.microsoft.com/office/drawing/2014/main" val="20000"/>
                    </a:ext>
                  </a:extLst>
                </a:gridCol>
                <a:gridCol w="2016799">
                  <a:extLst>
                    <a:ext uri="{9D8B030D-6E8A-4147-A177-3AD203B41FA5}">
                      <a16:colId xmlns:a16="http://schemas.microsoft.com/office/drawing/2014/main" val="20001"/>
                    </a:ext>
                  </a:extLst>
                </a:gridCol>
                <a:gridCol w="1249240">
                  <a:extLst>
                    <a:ext uri="{9D8B030D-6E8A-4147-A177-3AD203B41FA5}">
                      <a16:colId xmlns:a16="http://schemas.microsoft.com/office/drawing/2014/main" val="20002"/>
                    </a:ext>
                  </a:extLst>
                </a:gridCol>
                <a:gridCol w="2189088">
                  <a:extLst>
                    <a:ext uri="{9D8B030D-6E8A-4147-A177-3AD203B41FA5}">
                      <a16:colId xmlns:a16="http://schemas.microsoft.com/office/drawing/2014/main" val="20003"/>
                    </a:ext>
                  </a:extLst>
                </a:gridCol>
                <a:gridCol w="2007269">
                  <a:extLst>
                    <a:ext uri="{9D8B030D-6E8A-4147-A177-3AD203B41FA5}">
                      <a16:colId xmlns:a16="http://schemas.microsoft.com/office/drawing/2014/main" val="20004"/>
                    </a:ext>
                  </a:extLst>
                </a:gridCol>
                <a:gridCol w="1264156">
                  <a:extLst>
                    <a:ext uri="{9D8B030D-6E8A-4147-A177-3AD203B41FA5}">
                      <a16:colId xmlns:a16="http://schemas.microsoft.com/office/drawing/2014/main" val="20005"/>
                    </a:ext>
                  </a:extLst>
                </a:gridCol>
              </a:tblGrid>
              <a:tr h="498586">
                <a:tc gridSpan="3">
                  <a:txBody>
                    <a:bodyPr/>
                    <a:lstStyle/>
                    <a:p>
                      <a:pPr lvl="0" defTabSz="457200">
                        <a:buNone/>
                      </a:pPr>
                      <a:r>
                        <a:rPr sz="2400" b="1" i="0">
                          <a:solidFill>
                            <a:srgbClr val="FFFFFF"/>
                          </a:solidFill>
                        </a:rPr>
                        <a:t>1st Semester</a:t>
                      </a:r>
                      <a:endParaRPr sz="2400" b="1">
                        <a:solidFill>
                          <a:srgbClr val="FFFFFF"/>
                        </a:solidFill>
                      </a:endParaRPr>
                    </a:p>
                  </a:txBody>
                  <a:tcPr marL="60936" marR="60936" marT="45714" marB="45714"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EB511"/>
                    </a:solidFill>
                  </a:tcPr>
                </a:tc>
                <a:tc hMerge="1">
                  <a:txBody>
                    <a:bodyPr/>
                    <a:lstStyle/>
                    <a:p>
                      <a:endParaRPr/>
                    </a:p>
                  </a:txBody>
                  <a:tcPr/>
                </a:tc>
                <a:tc hMerge="1">
                  <a:txBody>
                    <a:bodyPr/>
                    <a:lstStyle/>
                    <a:p>
                      <a:endParaRPr/>
                    </a:p>
                  </a:txBody>
                  <a:tcPr/>
                </a:tc>
                <a:tc gridSpan="3">
                  <a:txBody>
                    <a:bodyPr/>
                    <a:lstStyle/>
                    <a:p>
                      <a:pPr lvl="0" defTabSz="457200">
                        <a:buNone/>
                      </a:pPr>
                      <a:r>
                        <a:rPr sz="2400" b="1" i="0">
                          <a:solidFill>
                            <a:srgbClr val="FFFFFF"/>
                          </a:solidFill>
                        </a:rPr>
                        <a:t>2nd Semester</a:t>
                      </a:r>
                      <a:endParaRPr sz="2400" b="1">
                        <a:solidFill>
                          <a:srgbClr val="FFFFFF"/>
                        </a:solidFill>
                      </a:endParaRPr>
                    </a:p>
                  </a:txBody>
                  <a:tcPr marL="60936" marR="60936" marT="45714" marB="45714"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EB511"/>
                    </a:solidFill>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725549">
                <a:tc>
                  <a:txBody>
                    <a:bodyPr/>
                    <a:lstStyle/>
                    <a:p>
                      <a:pPr lvl="0" algn="ctr" defTabSz="457200">
                        <a:buNone/>
                      </a:pPr>
                      <a:r>
                        <a:rPr sz="1600" b="1" i="0"/>
                        <a:t>Block 1</a:t>
                      </a:r>
                      <a:endParaRPr sz="1600" b="1"/>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BEB511">
                        <a:alpha val="60000"/>
                      </a:srgbClr>
                    </a:solidFill>
                  </a:tcPr>
                </a:tc>
                <a:tc>
                  <a:txBody>
                    <a:bodyPr/>
                    <a:lstStyle/>
                    <a:p>
                      <a:pPr lvl="0" algn="ctr" defTabSz="457200">
                        <a:buNone/>
                      </a:pPr>
                      <a:r>
                        <a:rPr sz="1600" b="1" i="0"/>
                        <a:t>Block 2</a:t>
                      </a:r>
                      <a:endParaRPr sz="1600" b="1"/>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BEB511">
                        <a:alpha val="60000"/>
                      </a:srgbClr>
                    </a:solidFill>
                  </a:tcPr>
                </a:tc>
                <a:tc>
                  <a:txBody>
                    <a:bodyPr/>
                    <a:lstStyle/>
                    <a:p>
                      <a:pPr lvl="0" algn="ctr" defTabSz="457200">
                        <a:buNone/>
                      </a:pPr>
                      <a:r>
                        <a:rPr sz="1600" b="1" i="0"/>
                        <a:t>Block 3</a:t>
                      </a:r>
                      <a:endParaRPr sz="1600" b="1"/>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BEB511">
                        <a:alpha val="60000"/>
                      </a:srgbClr>
                    </a:solidFill>
                  </a:tcPr>
                </a:tc>
                <a:tc>
                  <a:txBody>
                    <a:bodyPr/>
                    <a:lstStyle/>
                    <a:p>
                      <a:pPr lvl="0" algn="ctr" defTabSz="457200">
                        <a:buNone/>
                      </a:pPr>
                      <a:r>
                        <a:rPr sz="1600" b="1" i="0"/>
                        <a:t>Block 4</a:t>
                      </a:r>
                      <a:endParaRPr sz="1600" b="1"/>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BEB511">
                        <a:alpha val="60000"/>
                      </a:srgbClr>
                    </a:solidFill>
                  </a:tcPr>
                </a:tc>
                <a:tc>
                  <a:txBody>
                    <a:bodyPr/>
                    <a:lstStyle/>
                    <a:p>
                      <a:pPr lvl="0" algn="ctr" defTabSz="457200">
                        <a:buNone/>
                      </a:pPr>
                      <a:r>
                        <a:rPr sz="1600" b="1" i="0"/>
                        <a:t>Block 5</a:t>
                      </a:r>
                      <a:endParaRPr sz="1600" b="1"/>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BEB511">
                        <a:alpha val="60000"/>
                      </a:srgbClr>
                    </a:solidFill>
                  </a:tcPr>
                </a:tc>
                <a:tc>
                  <a:txBody>
                    <a:bodyPr/>
                    <a:lstStyle/>
                    <a:p>
                      <a:pPr lvl="0" algn="ctr" defTabSz="457200">
                        <a:buNone/>
                      </a:pPr>
                      <a:r>
                        <a:rPr sz="1600" b="1" i="0"/>
                        <a:t>Block 6</a:t>
                      </a:r>
                      <a:endParaRPr sz="1600" b="1"/>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BEB511">
                        <a:alpha val="60000"/>
                      </a:srgbClr>
                    </a:solidFill>
                  </a:tcPr>
                </a:tc>
                <a:extLst>
                  <a:ext uri="{0D108BD9-81ED-4DB2-BD59-A6C34878D82A}">
                    <a16:rowId xmlns:a16="http://schemas.microsoft.com/office/drawing/2014/main" val="10001"/>
                  </a:ext>
                </a:extLst>
              </a:tr>
              <a:tr h="913943">
                <a:tc>
                  <a:txBody>
                    <a:bodyPr/>
                    <a:lstStyle/>
                    <a:p>
                      <a:pPr lvl="0" algn="ctr" defTabSz="457200">
                        <a:lnSpc>
                          <a:spcPct val="120000"/>
                        </a:lnSpc>
                        <a:buNone/>
                      </a:pPr>
                      <a:r>
                        <a:rPr sz="1400" b="0" i="0">
                          <a:solidFill>
                            <a:srgbClr val="000000"/>
                          </a:solidFill>
                          <a:latin typeface="Times New Roman"/>
                          <a:ea typeface="Times New Roman"/>
                          <a:cs typeface="Times New Roman"/>
                        </a:rPr>
                        <a:t>Mathematics 1: Calculus</a:t>
                      </a:r>
                    </a:p>
                    <a:p>
                      <a:pPr lvl="0" algn="ctr" defTabSz="457200">
                        <a:lnSpc>
                          <a:spcPct val="120000"/>
                        </a:lnSpc>
                        <a:buNone/>
                      </a:pPr>
                      <a:r>
                        <a:rPr sz="1400" b="0" i="0">
                          <a:solidFill>
                            <a:srgbClr val="000000"/>
                          </a:solidFill>
                          <a:latin typeface="Times New Roman"/>
                          <a:ea typeface="Times New Roman"/>
                          <a:cs typeface="Times New Roman"/>
                        </a:rPr>
                        <a:t>(6011P0166)</a:t>
                      </a:r>
                      <a:endParaRPr sz="1400" b="0" i="0" kern="1200">
                        <a:solidFill>
                          <a:schemeClr val="tx1"/>
                        </a:solidFill>
                        <a:latin typeface="Times New Roman"/>
                        <a:ea typeface="Times New Roman"/>
                        <a:cs typeface="Times New Roman"/>
                      </a:endParaRPr>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87C0B5">
                        <a:alpha val="60000"/>
                      </a:srgbClr>
                    </a:solidFill>
                  </a:tcPr>
                </a:tc>
                <a:tc>
                  <a:txBody>
                    <a:bodyPr/>
                    <a:lstStyle/>
                    <a:p>
                      <a:pPr lvl="0" algn="ctr" defTabSz="457200">
                        <a:buNone/>
                      </a:pPr>
                      <a:r>
                        <a:rPr sz="1400" b="0" i="0">
                          <a:solidFill>
                            <a:srgbClr val="000000"/>
                          </a:solidFill>
                          <a:latin typeface="Times New Roman"/>
                          <a:ea typeface="Times New Roman"/>
                          <a:cs typeface="Times New Roman"/>
                        </a:rPr>
                        <a:t>Probability Theory and Statistics 1</a:t>
                      </a:r>
                    </a:p>
                    <a:p>
                      <a:pPr lvl="0" algn="ctr" defTabSz="457200">
                        <a:buNone/>
                      </a:pPr>
                      <a:r>
                        <a:rPr sz="1400" b="0" i="0">
                          <a:solidFill>
                            <a:srgbClr val="000000"/>
                          </a:solidFill>
                          <a:latin typeface="Times New Roman"/>
                          <a:ea typeface="Times New Roman"/>
                          <a:cs typeface="Times New Roman"/>
                        </a:rPr>
                        <a:t>(6011P0168)</a:t>
                      </a:r>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87C0B5">
                        <a:alpha val="60000"/>
                      </a:srgbClr>
                    </a:solidFill>
                  </a:tcPr>
                </a:tc>
                <a:tc rowSpan="2">
                  <a:txBody>
                    <a:bodyPr/>
                    <a:lstStyle/>
                    <a:p>
                      <a:pPr lvl="0" algn="ctr" defTabSz="457200">
                        <a:lnSpc>
                          <a:spcPct val="120000"/>
                        </a:lnSpc>
                        <a:buNone/>
                      </a:pPr>
                      <a:r>
                        <a:rPr sz="1400" b="0" i="0">
                          <a:solidFill>
                            <a:srgbClr val="000000"/>
                          </a:solidFill>
                          <a:latin typeface="Times New Roman"/>
                          <a:ea typeface="Times New Roman"/>
                          <a:cs typeface="Times New Roman"/>
                        </a:rPr>
                        <a:t>Data Visualisation</a:t>
                      </a:r>
                    </a:p>
                    <a:p>
                      <a:pPr lvl="0" algn="ctr" defTabSz="457200">
                        <a:lnSpc>
                          <a:spcPct val="120000"/>
                        </a:lnSpc>
                        <a:buNone/>
                      </a:pPr>
                      <a:r>
                        <a:rPr sz="1400" b="0" i="0">
                          <a:solidFill>
                            <a:srgbClr val="000000"/>
                          </a:solidFill>
                          <a:latin typeface="Times New Roman"/>
                          <a:ea typeface="Times New Roman"/>
                          <a:cs typeface="Times New Roman"/>
                        </a:rPr>
                        <a:t>and Storytelling</a:t>
                      </a:r>
                    </a:p>
                    <a:p>
                      <a:pPr lvl="0" algn="ctr" defTabSz="457200">
                        <a:lnSpc>
                          <a:spcPct val="120000"/>
                        </a:lnSpc>
                        <a:buNone/>
                      </a:pPr>
                      <a:r>
                        <a:rPr sz="1400" b="0" i="0">
                          <a:solidFill>
                            <a:srgbClr val="000000"/>
                          </a:solidFill>
                          <a:latin typeface="Times New Roman"/>
                          <a:ea typeface="Times New Roman"/>
                          <a:cs typeface="Times New Roman"/>
                        </a:rPr>
                        <a:t>(6011P0806)</a:t>
                      </a:r>
                      <a:endParaRPr sz="1400" b="0" i="0" kern="1200">
                        <a:solidFill>
                          <a:schemeClr val="tx1"/>
                        </a:solidFill>
                        <a:latin typeface="Times New Roman"/>
                        <a:ea typeface="Times New Roman"/>
                        <a:cs typeface="Times New Roman"/>
                      </a:endParaRPr>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87C0B5">
                        <a:alpha val="60000"/>
                      </a:srgbClr>
                    </a:solidFill>
                  </a:tcPr>
                </a:tc>
                <a:tc>
                  <a:txBody>
                    <a:bodyPr/>
                    <a:lstStyle/>
                    <a:p>
                      <a:pPr algn="ctr">
                        <a:spcAft>
                          <a:spcPts val="0"/>
                        </a:spcAft>
                        <a:buNone/>
                      </a:pPr>
                      <a:r>
                        <a:rPr sz="1400" b="0" i="0">
                          <a:solidFill>
                            <a:srgbClr val="000000"/>
                          </a:solidFill>
                          <a:latin typeface="Times New Roman"/>
                          <a:ea typeface="Times New Roman"/>
                          <a:cs typeface="Times New Roman"/>
                        </a:rPr>
                        <a:t>Mathematics 2: Linear Algebra</a:t>
                      </a:r>
                    </a:p>
                    <a:p>
                      <a:pPr algn="ctr">
                        <a:spcAft>
                          <a:spcPts val="0"/>
                        </a:spcAft>
                        <a:buNone/>
                      </a:pPr>
                      <a:r>
                        <a:rPr sz="1400" b="0" i="0">
                          <a:solidFill>
                            <a:srgbClr val="000000"/>
                          </a:solidFill>
                          <a:latin typeface="Times New Roman"/>
                          <a:ea typeface="Times New Roman"/>
                          <a:cs typeface="Times New Roman"/>
                        </a:rPr>
                        <a:t>(6011P0171)</a:t>
                      </a:r>
                    </a:p>
                  </a:txBody>
                  <a:tcPr marL="68580" marR="68580" marT="0" marB="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87C0B5">
                        <a:alpha val="60000"/>
                      </a:srgbClr>
                    </a:solidFill>
                  </a:tcPr>
                </a:tc>
                <a:tc>
                  <a:txBody>
                    <a:bodyPr/>
                    <a:lstStyle/>
                    <a:p>
                      <a:pPr lvl="0" algn="ctr" defTabSz="457200">
                        <a:buNone/>
                      </a:pPr>
                      <a:r>
                        <a:rPr sz="1400" b="0" i="0">
                          <a:solidFill>
                            <a:srgbClr val="000000"/>
                          </a:solidFill>
                          <a:latin typeface="Times New Roman"/>
                          <a:ea typeface="Times New Roman"/>
                          <a:cs typeface="Times New Roman"/>
                        </a:rPr>
                        <a:t>Probability Theory and Statistics 2</a:t>
                      </a:r>
                    </a:p>
                    <a:p>
                      <a:pPr lvl="0" algn="ctr" defTabSz="457200">
                        <a:buNone/>
                      </a:pPr>
                      <a:r>
                        <a:rPr sz="1400" b="0" i="0">
                          <a:solidFill>
                            <a:srgbClr val="000000"/>
                          </a:solidFill>
                          <a:latin typeface="Times New Roman"/>
                          <a:ea typeface="Times New Roman"/>
                          <a:cs typeface="Times New Roman"/>
                        </a:rPr>
                        <a:t>(6011P0173)</a:t>
                      </a:r>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87C0B5">
                        <a:alpha val="60000"/>
                      </a:srgbClr>
                    </a:solidFill>
                  </a:tcPr>
                </a:tc>
                <a:tc rowSpan="2">
                  <a:txBody>
                    <a:bodyPr/>
                    <a:lstStyle/>
                    <a:p>
                      <a:pPr marL="0" lvl="0" algn="ctr" defTabSz="457200">
                        <a:lnSpc>
                          <a:spcPct val="120000"/>
                        </a:lnSpc>
                        <a:spcAft>
                          <a:spcPts val="0"/>
                        </a:spcAft>
                        <a:buNone/>
                      </a:pPr>
                      <a:r>
                        <a:rPr sz="1400" b="0" i="0">
                          <a:solidFill>
                            <a:srgbClr val="000000"/>
                          </a:solidFill>
                          <a:latin typeface="Times New Roman"/>
                          <a:ea typeface="Times New Roman"/>
                          <a:cs typeface="Times New Roman"/>
                        </a:rPr>
                        <a:t>Introduction Data Science</a:t>
                      </a:r>
                      <a:endParaRPr sz="1400" b="0" i="0" kern="1200">
                        <a:solidFill>
                          <a:schemeClr val="tx1"/>
                        </a:solidFill>
                        <a:latin typeface="Times New Roman"/>
                        <a:ea typeface="Times New Roman"/>
                        <a:cs typeface="Times New Roman"/>
                      </a:endParaRPr>
                    </a:p>
                    <a:p>
                      <a:pPr marL="0" lvl="0" algn="ctr" defTabSz="457200">
                        <a:lnSpc>
                          <a:spcPct val="120000"/>
                        </a:lnSpc>
                        <a:spcAft>
                          <a:spcPts val="0"/>
                        </a:spcAft>
                        <a:buNone/>
                      </a:pPr>
                      <a:r>
                        <a:rPr sz="1400" b="0" i="0">
                          <a:solidFill>
                            <a:srgbClr val="000000"/>
                          </a:solidFill>
                          <a:latin typeface="Times New Roman"/>
                          <a:ea typeface="Times New Roman"/>
                          <a:cs typeface="Times New Roman"/>
                        </a:rPr>
                        <a:t>(6011P0300)</a:t>
                      </a:r>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87C0B5">
                        <a:alpha val="60000"/>
                      </a:srgbClr>
                    </a:solidFill>
                  </a:tcPr>
                </a:tc>
                <a:extLst>
                  <a:ext uri="{0D108BD9-81ED-4DB2-BD59-A6C34878D82A}">
                    <a16:rowId xmlns:a16="http://schemas.microsoft.com/office/drawing/2014/main" val="10002"/>
                  </a:ext>
                </a:extLst>
              </a:tr>
              <a:tr h="1182232">
                <a:tc>
                  <a:txBody>
                    <a:bodyPr/>
                    <a:lstStyle/>
                    <a:p>
                      <a:pPr algn="ctr">
                        <a:spcAft>
                          <a:spcPts val="0"/>
                        </a:spcAft>
                        <a:buNone/>
                      </a:pPr>
                      <a:r>
                        <a:rPr sz="1400" b="0" i="0">
                          <a:solidFill>
                            <a:srgbClr val="000000"/>
                          </a:solidFill>
                          <a:latin typeface="Times New Roman"/>
                          <a:ea typeface="Times New Roman"/>
                          <a:cs typeface="Times New Roman"/>
                        </a:rPr>
                        <a:t>Analytics for a Better World</a:t>
                      </a:r>
                    </a:p>
                    <a:p>
                      <a:pPr algn="ctr">
                        <a:spcAft>
                          <a:spcPts val="0"/>
                        </a:spcAft>
                        <a:buNone/>
                      </a:pPr>
                      <a:r>
                        <a:rPr sz="1400" b="0" i="0">
                          <a:solidFill>
                            <a:srgbClr val="000000"/>
                          </a:solidFill>
                          <a:latin typeface="Times New Roman"/>
                          <a:ea typeface="Times New Roman"/>
                          <a:cs typeface="Times New Roman"/>
                        </a:rPr>
                        <a:t>(6011P0803)</a:t>
                      </a:r>
                    </a:p>
                  </a:txBody>
                  <a:tcPr marL="68580" marR="68580" marT="0" marB="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87C0B5">
                        <a:alpha val="60000"/>
                      </a:srgbClr>
                    </a:solidFill>
                  </a:tcPr>
                </a:tc>
                <a:tc>
                  <a:txBody>
                    <a:bodyPr/>
                    <a:lstStyle/>
                    <a:p>
                      <a:pPr lvl="0" algn="ctr" defTabSz="457200">
                        <a:lnSpc>
                          <a:spcPct val="120000"/>
                        </a:lnSpc>
                        <a:buNone/>
                      </a:pPr>
                      <a:r>
                        <a:rPr sz="1400" b="0" i="0">
                          <a:solidFill>
                            <a:srgbClr val="000000"/>
                          </a:solidFill>
                          <a:latin typeface="Times New Roman"/>
                          <a:ea typeface="Times New Roman"/>
                          <a:cs typeface="Times New Roman"/>
                        </a:rPr>
                        <a:t>Programming with</a:t>
                      </a:r>
                    </a:p>
                    <a:p>
                      <a:pPr lvl="0" algn="ctr" defTabSz="457200">
                        <a:lnSpc>
                          <a:spcPct val="120000"/>
                        </a:lnSpc>
                        <a:buNone/>
                      </a:pPr>
                      <a:r>
                        <a:rPr sz="1400" b="0" i="0">
                          <a:solidFill>
                            <a:srgbClr val="000000"/>
                          </a:solidFill>
                          <a:latin typeface="Times New Roman"/>
                          <a:ea typeface="Times New Roman"/>
                          <a:cs typeface="Times New Roman"/>
                        </a:rPr>
                        <a:t>Computational Thinking</a:t>
                      </a:r>
                    </a:p>
                    <a:p>
                      <a:pPr lvl="0" algn="ctr" defTabSz="457200">
                        <a:lnSpc>
                          <a:spcPct val="120000"/>
                        </a:lnSpc>
                        <a:buNone/>
                      </a:pPr>
                      <a:r>
                        <a:rPr sz="1400" b="0" i="0">
                          <a:solidFill>
                            <a:srgbClr val="000000"/>
                          </a:solidFill>
                          <a:latin typeface="Times New Roman"/>
                          <a:ea typeface="Times New Roman"/>
                          <a:cs typeface="Times New Roman"/>
                        </a:rPr>
                        <a:t>(6011P0805)</a:t>
                      </a:r>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87C0B5">
                        <a:alpha val="60000"/>
                      </a:srgbClr>
                    </a:solidFill>
                  </a:tcPr>
                </a:tc>
                <a:tc vMerge="1">
                  <a:txBody>
                    <a:bodyPr/>
                    <a:lstStyle/>
                    <a:p>
                      <a:endParaRPr/>
                    </a:p>
                  </a:txBody>
                  <a:tcPr/>
                </a:tc>
                <a:tc>
                  <a:txBody>
                    <a:bodyPr/>
                    <a:lstStyle/>
                    <a:p>
                      <a:pPr marL="0" lvl="0" algn="ctr" defTabSz="457200">
                        <a:spcAft>
                          <a:spcPts val="0"/>
                        </a:spcAft>
                        <a:buNone/>
                      </a:pPr>
                      <a:r>
                        <a:rPr sz="1400" b="0" i="0">
                          <a:solidFill>
                            <a:srgbClr val="000000"/>
                          </a:solidFill>
                          <a:latin typeface="Times New Roman"/>
                          <a:ea typeface="Times New Roman"/>
                          <a:cs typeface="Times New Roman"/>
                        </a:rPr>
                        <a:t>Finance for Quantitative</a:t>
                      </a:r>
                    </a:p>
                    <a:p>
                      <a:pPr marL="0" lvl="0" algn="ctr" defTabSz="457200">
                        <a:spcAft>
                          <a:spcPts val="0"/>
                        </a:spcAft>
                        <a:buNone/>
                      </a:pPr>
                      <a:r>
                        <a:rPr sz="1400" b="0" i="0">
                          <a:solidFill>
                            <a:srgbClr val="000000"/>
                          </a:solidFill>
                          <a:latin typeface="Times New Roman"/>
                          <a:ea typeface="Times New Roman"/>
                          <a:cs typeface="Times New Roman"/>
                        </a:rPr>
                        <a:t>Economics</a:t>
                      </a:r>
                    </a:p>
                    <a:p>
                      <a:pPr marL="0" lvl="0" algn="ctr" defTabSz="457200">
                        <a:spcAft>
                          <a:spcPts val="0"/>
                        </a:spcAft>
                        <a:buNone/>
                      </a:pPr>
                      <a:r>
                        <a:rPr sz="1400" b="0" i="0">
                          <a:solidFill>
                            <a:srgbClr val="000000"/>
                          </a:solidFill>
                          <a:latin typeface="Times New Roman"/>
                          <a:ea typeface="Times New Roman"/>
                          <a:cs typeface="Times New Roman"/>
                        </a:rPr>
                        <a:t>(6011P0504)</a:t>
                      </a:r>
                      <a:endParaRPr sz="1400" b="0" i="0" kern="1200">
                        <a:solidFill>
                          <a:schemeClr val="tx1"/>
                        </a:solidFill>
                        <a:latin typeface="Times New Roman"/>
                        <a:ea typeface="Times New Roman"/>
                        <a:cs typeface="Times New Roman"/>
                      </a:endParaRPr>
                    </a:p>
                  </a:txBody>
                  <a:tcPr marL="68580" marR="68580" marT="0" marB="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87C0B5">
                        <a:alpha val="60000"/>
                      </a:srgbClr>
                    </a:solidFill>
                  </a:tcPr>
                </a:tc>
                <a:tc>
                  <a:txBody>
                    <a:bodyPr/>
                    <a:lstStyle/>
                    <a:p>
                      <a:pPr marL="0" lvl="0" algn="ctr" defTabSz="457200">
                        <a:lnSpc>
                          <a:spcPct val="120000"/>
                        </a:lnSpc>
                        <a:buNone/>
                      </a:pPr>
                      <a:r>
                        <a:rPr sz="1400" b="0" i="0">
                          <a:solidFill>
                            <a:srgbClr val="000000"/>
                          </a:solidFill>
                          <a:latin typeface="Times New Roman"/>
                          <a:ea typeface="Times New Roman"/>
                          <a:cs typeface="Times New Roman"/>
                        </a:rPr>
                        <a:t>AI, Privacy &amp; Global</a:t>
                      </a:r>
                    </a:p>
                    <a:p>
                      <a:pPr marL="0" lvl="0" algn="ctr" defTabSz="457200">
                        <a:lnSpc>
                          <a:spcPct val="120000"/>
                        </a:lnSpc>
                        <a:buNone/>
                      </a:pPr>
                      <a:r>
                        <a:rPr sz="1400" b="0" i="0">
                          <a:solidFill>
                            <a:srgbClr val="000000"/>
                          </a:solidFill>
                          <a:latin typeface="Times New Roman"/>
                          <a:ea typeface="Times New Roman"/>
                          <a:cs typeface="Times New Roman"/>
                        </a:rPr>
                        <a:t>Cybersecurity for BA</a:t>
                      </a:r>
                    </a:p>
                    <a:p>
                      <a:pPr marL="0" lvl="0" algn="ctr" defTabSz="457200">
                        <a:lnSpc>
                          <a:spcPct val="120000"/>
                        </a:lnSpc>
                        <a:buNone/>
                      </a:pPr>
                      <a:r>
                        <a:rPr sz="1400" b="0" i="0">
                          <a:solidFill>
                            <a:srgbClr val="000000"/>
                          </a:solidFill>
                          <a:latin typeface="Times New Roman"/>
                          <a:ea typeface="Times New Roman"/>
                          <a:cs typeface="Times New Roman"/>
                        </a:rPr>
                        <a:t>6011P0804</a:t>
                      </a:r>
                      <a:endParaRPr sz="1400" b="0" i="0" kern="1200">
                        <a:solidFill>
                          <a:schemeClr val="tx1"/>
                        </a:solidFill>
                        <a:latin typeface="Times New Roman"/>
                        <a:ea typeface="Times New Roman"/>
                        <a:cs typeface="Times New Roman"/>
                      </a:endParaRPr>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87C0B5">
                        <a:alpha val="60000"/>
                      </a:srgbClr>
                    </a:solidFill>
                  </a:tcPr>
                </a:tc>
                <a:tc vMerge="1">
                  <a:txBody>
                    <a:bodyPr/>
                    <a:lstStyle/>
                    <a:p>
                      <a:endParaRPr/>
                    </a:p>
                  </a:txBody>
                  <a:tcPr/>
                </a:tc>
                <a:extLst>
                  <a:ext uri="{0D108BD9-81ED-4DB2-BD59-A6C34878D82A}">
                    <a16:rowId xmlns:a16="http://schemas.microsoft.com/office/drawing/2014/main" val="10003"/>
                  </a:ext>
                </a:extLst>
              </a:tr>
            </a:tbl>
          </a:graphicData>
        </a:graphic>
      </p:graphicFrame>
      <p:sp>
        <p:nvSpPr>
          <p:cNvPr id="4" name="Rechthoek 3">
            <a:extLst>
              <a:ext uri="{FF2B5EF4-FFF2-40B4-BE49-F238E27FC236}">
                <a16:creationId xmlns:a16="http://schemas.microsoft.com/office/drawing/2014/main" id="{BC964EE7-9754-4111-BC63-02CAFC2EF005}"/>
              </a:ext>
            </a:extLst>
          </p:cNvPr>
          <p:cNvSpPr>
            <a:spLocks noGrp="1"/>
          </p:cNvSpPr>
          <p:nvPr/>
        </p:nvSpPr>
        <p:spPr>
          <a:xfrm>
            <a:off x="802035" y="3356992"/>
            <a:ext cx="2125613" cy="936104"/>
          </a:xfrm>
          <a:prstGeom prst="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70AD47">
                  <a:lumMod val="60000"/>
                  <a:lumOff val="40000"/>
                </a:srgbClr>
              </a:solidFill>
              <a:latin typeface="Calibri"/>
              <a:ea typeface="Calibri"/>
              <a:cs typeface="Calibri"/>
            </a:endParaRPr>
          </a:p>
        </p:txBody>
      </p:sp>
      <p:sp>
        <p:nvSpPr>
          <p:cNvPr id="8" name="Rechthoek 7">
            <a:extLst>
              <a:ext uri="{FF2B5EF4-FFF2-40B4-BE49-F238E27FC236}">
                <a16:creationId xmlns:a16="http://schemas.microsoft.com/office/drawing/2014/main" id="{BA2DB494-754F-4CCA-891B-B5C521C9486F}"/>
              </a:ext>
            </a:extLst>
          </p:cNvPr>
          <p:cNvSpPr>
            <a:spLocks noGrp="1"/>
          </p:cNvSpPr>
          <p:nvPr/>
        </p:nvSpPr>
        <p:spPr>
          <a:xfrm>
            <a:off x="2927648" y="3356992"/>
            <a:ext cx="2016224" cy="936104"/>
          </a:xfrm>
          <a:prstGeom prst="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noFill/>
              <a:latin typeface="Calibri"/>
              <a:ea typeface="Calibri"/>
              <a:cs typeface="Calibri"/>
            </a:endParaRPr>
          </a:p>
        </p:txBody>
      </p:sp>
      <p:sp>
        <p:nvSpPr>
          <p:cNvPr id="9" name="Rechthoek 8">
            <a:extLst>
              <a:ext uri="{FF2B5EF4-FFF2-40B4-BE49-F238E27FC236}">
                <a16:creationId xmlns:a16="http://schemas.microsoft.com/office/drawing/2014/main" id="{E6B22025-9FC5-4450-84FA-F3724D1FC1D3}"/>
              </a:ext>
            </a:extLst>
          </p:cNvPr>
          <p:cNvSpPr>
            <a:spLocks noGrp="1"/>
          </p:cNvSpPr>
          <p:nvPr/>
        </p:nvSpPr>
        <p:spPr>
          <a:xfrm>
            <a:off x="6240016" y="3356992"/>
            <a:ext cx="2154087" cy="936104"/>
          </a:xfrm>
          <a:prstGeom prst="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noFill/>
              <a:latin typeface="Calibri"/>
              <a:ea typeface="Calibri"/>
              <a:cs typeface="Calibri"/>
            </a:endParaRPr>
          </a:p>
        </p:txBody>
      </p:sp>
      <p:sp>
        <p:nvSpPr>
          <p:cNvPr id="10" name="Rechthoek 9">
            <a:extLst>
              <a:ext uri="{FF2B5EF4-FFF2-40B4-BE49-F238E27FC236}">
                <a16:creationId xmlns:a16="http://schemas.microsoft.com/office/drawing/2014/main" id="{2A9AB07C-80FB-42FC-996F-7FFC70A19499}"/>
              </a:ext>
            </a:extLst>
          </p:cNvPr>
          <p:cNvSpPr>
            <a:spLocks noGrp="1"/>
          </p:cNvSpPr>
          <p:nvPr/>
        </p:nvSpPr>
        <p:spPr>
          <a:xfrm>
            <a:off x="8394103" y="3348980"/>
            <a:ext cx="2004367" cy="936104"/>
          </a:xfrm>
          <a:prstGeom prst="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noFill/>
              <a:latin typeface="Calibri"/>
              <a:ea typeface="Calibri"/>
              <a:cs typeface="Calibri"/>
            </a:endParaRPr>
          </a:p>
        </p:txBody>
      </p:sp>
      <p:sp>
        <p:nvSpPr>
          <p:cNvPr id="11" name="Rechthoek 10">
            <a:extLst>
              <a:ext uri="{FF2B5EF4-FFF2-40B4-BE49-F238E27FC236}">
                <a16:creationId xmlns:a16="http://schemas.microsoft.com/office/drawing/2014/main" id="{ABD773AC-D814-4DC6-84F1-A1DCDE8B8023}"/>
              </a:ext>
            </a:extLst>
          </p:cNvPr>
          <p:cNvSpPr>
            <a:spLocks noGrp="1"/>
          </p:cNvSpPr>
          <p:nvPr/>
        </p:nvSpPr>
        <p:spPr>
          <a:xfrm>
            <a:off x="802005" y="4339590"/>
            <a:ext cx="2130552" cy="1070324"/>
          </a:xfrm>
          <a:prstGeom prst="rect">
            <a:avLst/>
          </a:prstGeom>
          <a:noFill/>
          <a:ln w="25432">
            <a:solidFill>
              <a:srgbClr val="FFC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noFill/>
              <a:latin typeface="Calibri"/>
              <a:ea typeface="Calibri"/>
              <a:cs typeface="Calibri"/>
            </a:endParaRPr>
          </a:p>
        </p:txBody>
      </p:sp>
      <p:sp>
        <p:nvSpPr>
          <p:cNvPr id="12" name="Rechthoek 11">
            <a:extLst>
              <a:ext uri="{FF2B5EF4-FFF2-40B4-BE49-F238E27FC236}">
                <a16:creationId xmlns:a16="http://schemas.microsoft.com/office/drawing/2014/main" id="{59EE4BB0-5179-42D0-9D19-369E27251178}"/>
              </a:ext>
            </a:extLst>
          </p:cNvPr>
          <p:cNvSpPr>
            <a:spLocks noGrp="1"/>
          </p:cNvSpPr>
          <p:nvPr/>
        </p:nvSpPr>
        <p:spPr>
          <a:xfrm>
            <a:off x="2927649" y="4311004"/>
            <a:ext cx="2016224" cy="1134219"/>
          </a:xfrm>
          <a:prstGeom prst="rect">
            <a:avLst/>
          </a:prstGeom>
          <a:noFill/>
          <a:ln w="50768">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noFill/>
              <a:latin typeface="Calibri"/>
              <a:ea typeface="Calibri"/>
              <a:cs typeface="Calibri"/>
            </a:endParaRPr>
          </a:p>
        </p:txBody>
      </p:sp>
      <p:sp>
        <p:nvSpPr>
          <p:cNvPr id="13" name="Rechthoek 12">
            <a:extLst>
              <a:ext uri="{FF2B5EF4-FFF2-40B4-BE49-F238E27FC236}">
                <a16:creationId xmlns:a16="http://schemas.microsoft.com/office/drawing/2014/main" id="{9312D4EE-B4FC-4F6C-B761-A8D13DA203DA}"/>
              </a:ext>
            </a:extLst>
          </p:cNvPr>
          <p:cNvSpPr>
            <a:spLocks noGrp="1"/>
          </p:cNvSpPr>
          <p:nvPr/>
        </p:nvSpPr>
        <p:spPr>
          <a:xfrm>
            <a:off x="6233863" y="4311005"/>
            <a:ext cx="2160240" cy="1134219"/>
          </a:xfrm>
          <a:prstGeom prst="rect">
            <a:avLst/>
          </a:prstGeom>
          <a:noFill/>
          <a:ln w="508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noFill/>
              <a:latin typeface="Calibri"/>
              <a:ea typeface="Calibri"/>
              <a:cs typeface="Calibri"/>
            </a:endParaRPr>
          </a:p>
        </p:txBody>
      </p:sp>
      <p:sp>
        <p:nvSpPr>
          <p:cNvPr id="14" name="Rechthoek 13">
            <a:extLst>
              <a:ext uri="{FF2B5EF4-FFF2-40B4-BE49-F238E27FC236}">
                <a16:creationId xmlns:a16="http://schemas.microsoft.com/office/drawing/2014/main" id="{F5D3C647-88E4-4913-A907-7C5D459A7F01}"/>
              </a:ext>
            </a:extLst>
          </p:cNvPr>
          <p:cNvSpPr>
            <a:spLocks noGrp="1"/>
          </p:cNvSpPr>
          <p:nvPr/>
        </p:nvSpPr>
        <p:spPr>
          <a:xfrm>
            <a:off x="8394103" y="4311005"/>
            <a:ext cx="2012751" cy="1134219"/>
          </a:xfrm>
          <a:prstGeom prst="rect">
            <a:avLst/>
          </a:prstGeom>
          <a:noFill/>
          <a:ln w="508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noFill/>
              <a:latin typeface="Calibri"/>
              <a:ea typeface="Calibri"/>
              <a:cs typeface="Calibri"/>
            </a:endParaRPr>
          </a:p>
        </p:txBody>
      </p:sp>
      <p:sp>
        <p:nvSpPr>
          <p:cNvPr id="15" name="Rechthoek 14">
            <a:extLst>
              <a:ext uri="{FF2B5EF4-FFF2-40B4-BE49-F238E27FC236}">
                <a16:creationId xmlns:a16="http://schemas.microsoft.com/office/drawing/2014/main" id="{1F232F64-FD48-4C79-8757-81BDB990FF6F}"/>
              </a:ext>
            </a:extLst>
          </p:cNvPr>
          <p:cNvSpPr>
            <a:spLocks noGrp="1"/>
          </p:cNvSpPr>
          <p:nvPr/>
        </p:nvSpPr>
        <p:spPr>
          <a:xfrm>
            <a:off x="4943873" y="3348980"/>
            <a:ext cx="1224135" cy="2099965"/>
          </a:xfrm>
          <a:prstGeom prst="rect">
            <a:avLst/>
          </a:prstGeom>
          <a:noFill/>
          <a:ln w="50768">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noFill/>
              <a:latin typeface="Calibri"/>
              <a:ea typeface="Calibri"/>
              <a:cs typeface="Calibri"/>
            </a:endParaRPr>
          </a:p>
        </p:txBody>
      </p:sp>
      <p:sp>
        <p:nvSpPr>
          <p:cNvPr id="16" name="Rechthoek 15">
            <a:extLst>
              <a:ext uri="{FF2B5EF4-FFF2-40B4-BE49-F238E27FC236}">
                <a16:creationId xmlns:a16="http://schemas.microsoft.com/office/drawing/2014/main" id="{0A9FCB03-7E7C-4019-87BE-8D60438A21E4}"/>
              </a:ext>
            </a:extLst>
          </p:cNvPr>
          <p:cNvSpPr>
            <a:spLocks noGrp="1"/>
          </p:cNvSpPr>
          <p:nvPr/>
        </p:nvSpPr>
        <p:spPr>
          <a:xfrm>
            <a:off x="10447531" y="3356992"/>
            <a:ext cx="1206583" cy="2099965"/>
          </a:xfrm>
          <a:prstGeom prst="rect">
            <a:avLst/>
          </a:prstGeom>
          <a:noFill/>
          <a:ln w="508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noFill/>
              <a:latin typeface="Calibri"/>
              <a:ea typeface="Calibri"/>
              <a:cs typeface="Calibri"/>
            </a:endParaRPr>
          </a:p>
        </p:txBody>
      </p:sp>
      <p:sp>
        <p:nvSpPr>
          <p:cNvPr id="6" name="Tekstvak 5">
            <a:extLst>
              <a:ext uri="{FF2B5EF4-FFF2-40B4-BE49-F238E27FC236}">
                <a16:creationId xmlns:a16="http://schemas.microsoft.com/office/drawing/2014/main" id="{2C14AAFF-5306-4930-A6AA-5C2E3749DFDB}"/>
              </a:ext>
            </a:extLst>
          </p:cNvPr>
          <p:cNvSpPr>
            <a:spLocks noGrp="1"/>
          </p:cNvSpPr>
          <p:nvPr/>
        </p:nvSpPr>
        <p:spPr>
          <a:xfrm>
            <a:off x="8040216" y="388204"/>
            <a:ext cx="3384376" cy="1384995"/>
          </a:xfrm>
          <a:prstGeom prst="rect">
            <a:avLst/>
          </a:prstGeom>
          <a:noFill/>
        </p:spPr>
        <p:txBody>
          <a:bodyPr wrap="square">
            <a:spAutoFit/>
          </a:bodyPr>
          <a:lstStyle/>
          <a:p>
            <a:pPr marL="285750" marR="0" lvl="0" indent="-285750" algn="l" defTabSz="914400">
              <a:lnSpc>
                <a:spcPct val="100000"/>
              </a:lnSpc>
              <a:spcBef>
                <a:spcPts val="0"/>
              </a:spcBef>
              <a:spcAft>
                <a:spcPts val="0"/>
              </a:spcAft>
              <a:buClrTx/>
              <a:buSzTx/>
              <a:buFont typeface="Wingdings"/>
              <a:buChar char="§"/>
            </a:pPr>
            <a:r>
              <a:rPr sz="2800" b="1" i="0" u="none" cap="none" spc="0">
                <a:ln>
                  <a:noFill/>
                </a:ln>
                <a:solidFill>
                  <a:srgbClr val="FF0000"/>
                </a:solidFill>
                <a:latin typeface="Calibri"/>
                <a:ea typeface="Calibri"/>
                <a:cs typeface="Calibri"/>
              </a:rPr>
              <a:t>Analytics</a:t>
            </a:r>
          </a:p>
          <a:p>
            <a:pPr marL="285750" marR="0" lvl="0" indent="-285750" algn="l" defTabSz="914400">
              <a:lnSpc>
                <a:spcPct val="100000"/>
              </a:lnSpc>
              <a:spcBef>
                <a:spcPts val="0"/>
              </a:spcBef>
              <a:spcAft>
                <a:spcPts val="0"/>
              </a:spcAft>
              <a:buClrTx/>
              <a:buSzTx/>
              <a:buFont typeface="Wingdings"/>
              <a:buChar char="§"/>
            </a:pPr>
            <a:r>
              <a:rPr sz="2800" b="1" i="0" u="none" cap="none" spc="0">
                <a:ln>
                  <a:noFill/>
                </a:ln>
                <a:solidFill>
                  <a:srgbClr val="FFC000"/>
                </a:solidFill>
                <a:latin typeface="Calibri"/>
                <a:ea typeface="Calibri"/>
                <a:cs typeface="Calibri"/>
              </a:rPr>
              <a:t>Business</a:t>
            </a:r>
          </a:p>
          <a:p>
            <a:pPr marL="285750" marR="0" lvl="0" indent="-285750" algn="l" defTabSz="914400">
              <a:lnSpc>
                <a:spcPct val="100000"/>
              </a:lnSpc>
              <a:spcBef>
                <a:spcPts val="0"/>
              </a:spcBef>
              <a:spcAft>
                <a:spcPts val="0"/>
              </a:spcAft>
              <a:buClrTx/>
              <a:buSzTx/>
              <a:buFont typeface="Wingdings"/>
              <a:buChar char="§"/>
            </a:pPr>
            <a:r>
              <a:rPr sz="2800" b="1" i="0" u="none" cap="none" spc="0">
                <a:ln>
                  <a:noFill/>
                </a:ln>
                <a:solidFill>
                  <a:srgbClr val="00B050"/>
                </a:solidFill>
                <a:latin typeface="Calibri"/>
                <a:ea typeface="Calibri"/>
                <a:cs typeface="Calibri"/>
              </a:rPr>
              <a:t>Computer science</a:t>
            </a:r>
            <a:endParaRPr sz="2800" b="1" i="0" u="none" kern="1200" cap="none" spc="0" baseline="0">
              <a:ln>
                <a:noFill/>
              </a:ln>
              <a:solidFill>
                <a:srgbClr val="00B050"/>
              </a:solidFill>
              <a:latin typeface="Calibri"/>
              <a:ea typeface="Calibri"/>
              <a:cs typeface="Calibri"/>
            </a:endParaRPr>
          </a:p>
        </p:txBody>
      </p:sp>
      <p:sp>
        <p:nvSpPr>
          <p:cNvPr id="2" name="Rechthoek 1">
            <a:extLst>
              <a:ext uri="{FF2B5EF4-FFF2-40B4-BE49-F238E27FC236}">
                <a16:creationId xmlns:a16="http://schemas.microsoft.com/office/drawing/2014/main" id="{C2E8DF9A-6985-462F-9358-F0219519AFD9}"/>
              </a:ext>
            </a:extLst>
          </p:cNvPr>
          <p:cNvSpPr>
            <a:spLocks noGrp="1"/>
          </p:cNvSpPr>
          <p:nvPr/>
        </p:nvSpPr>
        <p:spPr>
          <a:xfrm>
            <a:off x="8040216" y="332656"/>
            <a:ext cx="3312368" cy="15121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Calibri"/>
              <a:ea typeface="Calibri"/>
              <a:cs typeface="Calibri"/>
            </a:endParaRPr>
          </a:p>
        </p:txBody>
      </p:sp>
      <p:sp>
        <p:nvSpPr>
          <p:cNvPr id="17" name="Footer Placeholder 16">
            <a:extLst>
              <a:ext uri="{FF2B5EF4-FFF2-40B4-BE49-F238E27FC236}">
                <a16:creationId xmlns:a16="http://schemas.microsoft.com/office/drawing/2014/main" id="{B7E42BAE-FC18-6318-C386-F488B518A3A3}"/>
              </a:ext>
            </a:extLst>
          </p:cNvPr>
          <p:cNvSpPr>
            <a:spLocks noGrp="1"/>
          </p:cNvSpPr>
          <p:nvPr>
            <p:ph type="ftr" idx="11"/>
          </p:nvPr>
        </p:nvSpPr>
        <p:spPr/>
        <p:txBody>
          <a:bodyPr/>
          <a:lstStyle/>
          <a:p>
            <a:r>
              <a:rPr lang="en-US"/>
              <a:t>Analytics for a Better World, Lecture 1</a:t>
            </a:r>
            <a:endParaRPr/>
          </a:p>
        </p:txBody>
      </p:sp>
      <p:sp>
        <p:nvSpPr>
          <p:cNvPr id="18" name="Slide Number Placeholder 17">
            <a:extLst>
              <a:ext uri="{FF2B5EF4-FFF2-40B4-BE49-F238E27FC236}">
                <a16:creationId xmlns:a16="http://schemas.microsoft.com/office/drawing/2014/main" id="{F4216837-D7CF-33E9-EE8D-0600DDE4598A}"/>
              </a:ext>
            </a:extLst>
          </p:cNvPr>
          <p:cNvSpPr>
            <a:spLocks noGrp="1"/>
          </p:cNvSpPr>
          <p:nvPr>
            <p:ph type="sldNum" idx="12"/>
          </p:nvPr>
        </p:nvSpPr>
        <p:spPr/>
        <p:txBody>
          <a:bodyPr/>
          <a:lstStyle/>
          <a:p>
            <a:fld id="{D7B5DC5B-6873-43DB-ADC7-B15ACCE0DFDB}" type="slidenum">
              <a:rPr/>
              <a:t>45</a:t>
            </a:fld>
            <a:endParaRPr/>
          </a:p>
        </p:txBody>
      </p:sp>
      <p:sp>
        <p:nvSpPr>
          <p:cNvPr id="20" name="ABW Computer science outline">
            <a:extLst>
              <a:ext uri="{FF2B5EF4-FFF2-40B4-BE49-F238E27FC236}">
                <a16:creationId xmlns:a16="http://schemas.microsoft.com/office/drawing/2014/main" id="{55DCFCCB-CB0E-42ED-A2D8-71B32A42537B}"/>
              </a:ext>
            </a:extLst>
          </p:cNvPr>
          <p:cNvSpPr>
            <a:spLocks noGrp="1"/>
          </p:cNvSpPr>
          <p:nvPr/>
        </p:nvSpPr>
        <p:spPr>
          <a:xfrm>
            <a:off x="773430" y="4311015"/>
            <a:ext cx="2187702" cy="1127474"/>
          </a:xfrm>
          <a:prstGeom prst="rect">
            <a:avLst/>
          </a:prstGeom>
          <a:noFill/>
          <a:ln w="25432">
            <a:solidFill>
              <a:srgbClr val="00B050"/>
            </a:solidFill>
            <a:prstDash val="solid"/>
          </a:ln>
        </p:spPr>
        <p:txBody>
          <a:bodyPr/>
          <a:lstStyle/>
          <a:p>
            <a:endParaRPr lang="en-NL"/>
          </a:p>
        </p:txBody>
      </p:sp>
      <p:sp>
        <p:nvSpPr>
          <p:cNvPr id="21" name="ABW Analytics outline">
            <a:extLst>
              <a:ext uri="{FF2B5EF4-FFF2-40B4-BE49-F238E27FC236}">
                <a16:creationId xmlns:a16="http://schemas.microsoft.com/office/drawing/2014/main" id="{5F5539C7-382A-41DC-BA64-86D0269EECDB}"/>
              </a:ext>
            </a:extLst>
          </p:cNvPr>
          <p:cNvSpPr>
            <a:spLocks noGrp="1"/>
          </p:cNvSpPr>
          <p:nvPr/>
        </p:nvSpPr>
        <p:spPr>
          <a:xfrm>
            <a:off x="830580" y="4368165"/>
            <a:ext cx="2073402" cy="1013174"/>
          </a:xfrm>
          <a:prstGeom prst="rect">
            <a:avLst/>
          </a:prstGeom>
          <a:noFill/>
          <a:ln w="25432">
            <a:solidFill>
              <a:srgbClr val="FF0000"/>
            </a:solidFill>
            <a:prstDash val="solid"/>
          </a:ln>
        </p:spPr>
        <p:txBody>
          <a:bodyPr/>
          <a:lstStyle/>
          <a:p>
            <a:endParaRPr lang="en-NL"/>
          </a:p>
        </p:txBody>
      </p:sp>
    </p:spTree>
    <p:extLst>
      <p:ext uri="{BB962C8B-B14F-4D97-AF65-F5344CB8AC3E}">
        <p14:creationId xmlns:p14="http://schemas.microsoft.com/office/powerpoint/2010/main" val="39539623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D70C4B-A4E4-4919-8763-65CA6D639EBD}"/>
              </a:ext>
            </a:extLst>
          </p:cNvPr>
          <p:cNvSpPr>
            <a:spLocks noGrp="1"/>
          </p:cNvSpPr>
          <p:nvPr>
            <p:ph type="title"/>
          </p:nvPr>
        </p:nvSpPr>
        <p:spPr/>
        <p:txBody>
          <a:bodyPr>
            <a:normAutofit/>
          </a:bodyPr>
          <a:lstStyle/>
          <a:p>
            <a:r>
              <a:t>The curriculum year 2</a:t>
            </a:r>
          </a:p>
        </p:txBody>
      </p:sp>
      <p:graphicFrame>
        <p:nvGraphicFramePr>
          <p:cNvPr id="26" name="Table 103"/>
          <p:cNvGraphicFramePr/>
          <p:nvPr/>
        </p:nvGraphicFramePr>
        <p:xfrm>
          <a:off x="769424" y="2139976"/>
          <a:ext cx="10801201" cy="3320310"/>
        </p:xfrm>
        <a:graphic>
          <a:graphicData uri="http://schemas.openxmlformats.org/drawingml/2006/table">
            <a:tbl>
              <a:tblPr firstRow="1" bandRow="1"/>
              <a:tblGrid>
                <a:gridCol w="2326311">
                  <a:extLst>
                    <a:ext uri="{9D8B030D-6E8A-4147-A177-3AD203B41FA5}">
                      <a16:colId xmlns:a16="http://schemas.microsoft.com/office/drawing/2014/main" val="20000"/>
                    </a:ext>
                  </a:extLst>
                </a:gridCol>
                <a:gridCol w="2167427">
                  <a:extLst>
                    <a:ext uri="{9D8B030D-6E8A-4147-A177-3AD203B41FA5}">
                      <a16:colId xmlns:a16="http://schemas.microsoft.com/office/drawing/2014/main" val="20001"/>
                    </a:ext>
                  </a:extLst>
                </a:gridCol>
                <a:gridCol w="1342541">
                  <a:extLst>
                    <a:ext uri="{9D8B030D-6E8A-4147-A177-3AD203B41FA5}">
                      <a16:colId xmlns:a16="http://schemas.microsoft.com/office/drawing/2014/main" val="20002"/>
                    </a:ext>
                  </a:extLst>
                </a:gridCol>
                <a:gridCol w="1449164">
                  <a:extLst>
                    <a:ext uri="{9D8B030D-6E8A-4147-A177-3AD203B41FA5}">
                      <a16:colId xmlns:a16="http://schemas.microsoft.com/office/drawing/2014/main" val="20003"/>
                    </a:ext>
                  </a:extLst>
                </a:gridCol>
                <a:gridCol w="2157186">
                  <a:extLst>
                    <a:ext uri="{9D8B030D-6E8A-4147-A177-3AD203B41FA5}">
                      <a16:colId xmlns:a16="http://schemas.microsoft.com/office/drawing/2014/main" val="20004"/>
                    </a:ext>
                  </a:extLst>
                </a:gridCol>
                <a:gridCol w="1358572">
                  <a:extLst>
                    <a:ext uri="{9D8B030D-6E8A-4147-A177-3AD203B41FA5}">
                      <a16:colId xmlns:a16="http://schemas.microsoft.com/office/drawing/2014/main" val="20005"/>
                    </a:ext>
                  </a:extLst>
                </a:gridCol>
              </a:tblGrid>
              <a:tr h="498586">
                <a:tc gridSpan="3">
                  <a:txBody>
                    <a:bodyPr/>
                    <a:lstStyle/>
                    <a:p>
                      <a:pPr lvl="0" defTabSz="457200">
                        <a:buNone/>
                      </a:pPr>
                      <a:r>
                        <a:rPr sz="2400" b="1" i="0">
                          <a:solidFill>
                            <a:srgbClr val="FFFFFF"/>
                          </a:solidFill>
                        </a:rPr>
                        <a:t>1st Semester</a:t>
                      </a:r>
                      <a:endParaRPr sz="2400" b="1">
                        <a:solidFill>
                          <a:srgbClr val="FFFFFF"/>
                        </a:solidFill>
                      </a:endParaRPr>
                    </a:p>
                  </a:txBody>
                  <a:tcPr marL="60936" marR="60936" marT="45714" marB="45714"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EB511"/>
                    </a:solidFill>
                  </a:tcPr>
                </a:tc>
                <a:tc hMerge="1">
                  <a:txBody>
                    <a:bodyPr/>
                    <a:lstStyle/>
                    <a:p>
                      <a:endParaRPr/>
                    </a:p>
                  </a:txBody>
                  <a:tcPr/>
                </a:tc>
                <a:tc hMerge="1">
                  <a:txBody>
                    <a:bodyPr/>
                    <a:lstStyle/>
                    <a:p>
                      <a:endParaRPr/>
                    </a:p>
                  </a:txBody>
                  <a:tcPr/>
                </a:tc>
                <a:tc gridSpan="3">
                  <a:txBody>
                    <a:bodyPr/>
                    <a:lstStyle/>
                    <a:p>
                      <a:pPr lvl="0" defTabSz="457200">
                        <a:buNone/>
                      </a:pPr>
                      <a:r>
                        <a:rPr sz="2400" b="1" i="0">
                          <a:solidFill>
                            <a:srgbClr val="FFFFFF"/>
                          </a:solidFill>
                        </a:rPr>
                        <a:t>2nd Semester</a:t>
                      </a:r>
                      <a:endParaRPr sz="2400" b="1">
                        <a:solidFill>
                          <a:srgbClr val="FFFFFF"/>
                        </a:solidFill>
                      </a:endParaRPr>
                    </a:p>
                  </a:txBody>
                  <a:tcPr marL="60936" marR="60936" marT="45714" marB="45714"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EB511"/>
                    </a:solidFill>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725549">
                <a:tc>
                  <a:txBody>
                    <a:bodyPr/>
                    <a:lstStyle/>
                    <a:p>
                      <a:pPr lvl="0" algn="ctr" defTabSz="457200">
                        <a:buNone/>
                      </a:pPr>
                      <a:r>
                        <a:rPr sz="1600" b="1" i="0"/>
                        <a:t>Block 1</a:t>
                      </a:r>
                      <a:endParaRPr sz="1600" b="1"/>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BEB511">
                        <a:alpha val="60000"/>
                      </a:srgbClr>
                    </a:solidFill>
                  </a:tcPr>
                </a:tc>
                <a:tc>
                  <a:txBody>
                    <a:bodyPr/>
                    <a:lstStyle/>
                    <a:p>
                      <a:pPr lvl="0" algn="ctr" defTabSz="457200">
                        <a:buNone/>
                      </a:pPr>
                      <a:r>
                        <a:rPr sz="1600" b="1" i="0"/>
                        <a:t>Block 2</a:t>
                      </a:r>
                      <a:endParaRPr sz="1600" b="1"/>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BEB511">
                        <a:alpha val="60000"/>
                      </a:srgbClr>
                    </a:solidFill>
                  </a:tcPr>
                </a:tc>
                <a:tc>
                  <a:txBody>
                    <a:bodyPr/>
                    <a:lstStyle/>
                    <a:p>
                      <a:pPr lvl="0" algn="ctr" defTabSz="457200">
                        <a:buNone/>
                      </a:pPr>
                      <a:r>
                        <a:rPr sz="1600" b="1" i="0"/>
                        <a:t>Block 3</a:t>
                      </a:r>
                      <a:endParaRPr sz="1600" b="1"/>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BEB511">
                        <a:alpha val="60000"/>
                      </a:srgbClr>
                    </a:solidFill>
                  </a:tcPr>
                </a:tc>
                <a:tc>
                  <a:txBody>
                    <a:bodyPr/>
                    <a:lstStyle/>
                    <a:p>
                      <a:pPr lvl="0" algn="ctr" defTabSz="457200">
                        <a:buNone/>
                      </a:pPr>
                      <a:r>
                        <a:rPr sz="1600" b="1" i="0"/>
                        <a:t>Block 4</a:t>
                      </a:r>
                      <a:endParaRPr sz="1600" b="1"/>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BEB511">
                        <a:alpha val="60000"/>
                      </a:srgbClr>
                    </a:solidFill>
                  </a:tcPr>
                </a:tc>
                <a:tc>
                  <a:txBody>
                    <a:bodyPr/>
                    <a:lstStyle/>
                    <a:p>
                      <a:pPr lvl="0" algn="ctr" defTabSz="457200">
                        <a:buNone/>
                      </a:pPr>
                      <a:r>
                        <a:rPr sz="1600" b="1" i="0"/>
                        <a:t>Block 5</a:t>
                      </a:r>
                      <a:endParaRPr sz="1600" b="1"/>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BEB511">
                        <a:alpha val="60000"/>
                      </a:srgbClr>
                    </a:solidFill>
                  </a:tcPr>
                </a:tc>
                <a:tc>
                  <a:txBody>
                    <a:bodyPr/>
                    <a:lstStyle/>
                    <a:p>
                      <a:pPr lvl="0" algn="ctr" defTabSz="457200">
                        <a:buNone/>
                      </a:pPr>
                      <a:r>
                        <a:rPr sz="1600" b="1" i="0"/>
                        <a:t>Block 6</a:t>
                      </a:r>
                      <a:endParaRPr sz="1600" b="1"/>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BEB511">
                        <a:alpha val="60000"/>
                      </a:srgbClr>
                    </a:solidFill>
                  </a:tcPr>
                </a:tc>
                <a:extLst>
                  <a:ext uri="{0D108BD9-81ED-4DB2-BD59-A6C34878D82A}">
                    <a16:rowId xmlns:a16="http://schemas.microsoft.com/office/drawing/2014/main" val="10001"/>
                  </a:ext>
                </a:extLst>
              </a:tr>
              <a:tr h="913943">
                <a:tc>
                  <a:txBody>
                    <a:bodyPr/>
                    <a:lstStyle/>
                    <a:p>
                      <a:pPr algn="ctr">
                        <a:buNone/>
                      </a:pPr>
                      <a:r>
                        <a:rPr sz="1400" b="0" i="0" u="none">
                          <a:solidFill>
                            <a:srgbClr val="000000"/>
                          </a:solidFill>
                          <a:latin typeface="Times New Roman"/>
                          <a:ea typeface="Times New Roman"/>
                          <a:cs typeface="Times New Roman"/>
                        </a:rPr>
                        <a:t>Mathematics 3: Advanced Linear Algebra</a:t>
                      </a:r>
                    </a:p>
                    <a:p>
                      <a:pPr algn="ctr">
                        <a:buNone/>
                      </a:pPr>
                      <a:r>
                        <a:rPr sz="1400" b="0" i="0" u="none">
                          <a:solidFill>
                            <a:srgbClr val="000000"/>
                          </a:solidFill>
                          <a:latin typeface="Times New Roman"/>
                          <a:ea typeface="Times New Roman"/>
                          <a:cs typeface="Times New Roman"/>
                        </a:rPr>
                        <a:t>(6012B0650)</a:t>
                      </a:r>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87C0B5">
                        <a:alpha val="60000"/>
                      </a:srgbClr>
                    </a:solidFill>
                  </a:tcPr>
                </a:tc>
                <a:tc>
                  <a:txBody>
                    <a:bodyPr/>
                    <a:lstStyle/>
                    <a:p>
                      <a:pPr marL="0" marR="0" lvl="0" indent="0" algn="ctr" defTabSz="457200">
                        <a:lnSpc>
                          <a:spcPct val="100000"/>
                        </a:lnSpc>
                        <a:spcBef>
                          <a:spcPts val="0"/>
                        </a:spcBef>
                        <a:spcAft>
                          <a:spcPts val="0"/>
                        </a:spcAft>
                        <a:buClrTx/>
                        <a:buSzTx/>
                        <a:buFontTx/>
                        <a:buNone/>
                      </a:pPr>
                      <a:r>
                        <a:rPr sz="1400" b="0" i="0" u="none">
                          <a:solidFill>
                            <a:srgbClr val="000000"/>
                          </a:solidFill>
                          <a:latin typeface="Times New Roman"/>
                          <a:ea typeface="Times New Roman"/>
                          <a:cs typeface="Times New Roman"/>
                        </a:rPr>
                        <a:t>Operations Research – Deterministic Methods</a:t>
                      </a:r>
                      <a:endParaRPr sz="1400" b="0" i="0" u="none">
                        <a:solidFill>
                          <a:schemeClr val="tx1"/>
                        </a:solidFill>
                        <a:latin typeface="Times New Roman"/>
                        <a:ea typeface="Times New Roman"/>
                        <a:cs typeface="Times New Roman"/>
                      </a:endParaRPr>
                    </a:p>
                    <a:p>
                      <a:pPr lvl="0" algn="ctr" defTabSz="457200">
                        <a:buNone/>
                      </a:pPr>
                      <a:r>
                        <a:rPr sz="1400" b="0" i="0">
                          <a:solidFill>
                            <a:srgbClr val="000000"/>
                          </a:solidFill>
                          <a:latin typeface="Times New Roman"/>
                          <a:ea typeface="Times New Roman"/>
                          <a:cs typeface="Times New Roman"/>
                        </a:rPr>
                        <a:t>(6012B0801)</a:t>
                      </a:r>
                      <a:endParaRPr sz="1400" b="0" i="0" kern="1200">
                        <a:solidFill>
                          <a:schemeClr val="tx1"/>
                        </a:solidFill>
                        <a:latin typeface="+mn-lt"/>
                        <a:ea typeface="+mn-lt"/>
                        <a:cs typeface="+mn-lt"/>
                      </a:endParaRPr>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87C0B5">
                        <a:alpha val="60000"/>
                      </a:srgbClr>
                    </a:solidFill>
                  </a:tcPr>
                </a:tc>
                <a:tc rowSpan="2">
                  <a:txBody>
                    <a:bodyPr/>
                    <a:lstStyle/>
                    <a:p>
                      <a:pPr marL="0" marR="0" lvl="0" indent="0" algn="ctr" defTabSz="457200">
                        <a:lnSpc>
                          <a:spcPct val="120000"/>
                        </a:lnSpc>
                        <a:spcBef>
                          <a:spcPts val="0"/>
                        </a:spcBef>
                        <a:spcAft>
                          <a:spcPts val="0"/>
                        </a:spcAft>
                        <a:buClrTx/>
                        <a:buSzTx/>
                        <a:buFontTx/>
                        <a:buNone/>
                      </a:pPr>
                      <a:r>
                        <a:rPr sz="1400" b="0" i="0" u="none">
                          <a:solidFill>
                            <a:srgbClr val="000000"/>
                          </a:solidFill>
                          <a:latin typeface="Times New Roman"/>
                          <a:ea typeface="Times New Roman"/>
                          <a:cs typeface="Times New Roman"/>
                        </a:rPr>
                        <a:t>International Management</a:t>
                      </a:r>
                      <a:endParaRPr sz="1400" b="0" i="0" u="none">
                        <a:solidFill>
                          <a:schemeClr val="tx1"/>
                        </a:solidFill>
                        <a:latin typeface="Times New Roman"/>
                        <a:ea typeface="Times New Roman"/>
                        <a:cs typeface="Times New Roman"/>
                      </a:endParaRPr>
                    </a:p>
                    <a:p>
                      <a:pPr lvl="0" algn="ctr" defTabSz="457200">
                        <a:lnSpc>
                          <a:spcPct val="120000"/>
                        </a:lnSpc>
                        <a:buNone/>
                      </a:pPr>
                      <a:r>
                        <a:rPr sz="1400" b="0" i="0">
                          <a:solidFill>
                            <a:srgbClr val="000000"/>
                          </a:solidFill>
                          <a:latin typeface="Times New Roman"/>
                          <a:ea typeface="Times New Roman"/>
                          <a:cs typeface="Times New Roman"/>
                        </a:rPr>
                        <a:t>Consulting – Operation Excellence</a:t>
                      </a:r>
                      <a:endParaRPr sz="1400" b="0" i="0" kern="1200">
                        <a:solidFill>
                          <a:schemeClr val="tx1"/>
                        </a:solidFill>
                        <a:latin typeface="+mn-lt"/>
                        <a:ea typeface="+mn-lt"/>
                        <a:cs typeface="+mn-lt"/>
                      </a:endParaRPr>
                    </a:p>
                    <a:p>
                      <a:pPr lvl="0" algn="ctr" defTabSz="457200">
                        <a:lnSpc>
                          <a:spcPct val="120000"/>
                        </a:lnSpc>
                        <a:buNone/>
                      </a:pPr>
                      <a:r>
                        <a:rPr sz="1400" b="0" i="0">
                          <a:solidFill>
                            <a:srgbClr val="000000"/>
                          </a:solidFill>
                          <a:latin typeface="Times New Roman"/>
                          <a:ea typeface="Times New Roman"/>
                          <a:cs typeface="Times New Roman"/>
                        </a:rPr>
                        <a:t>(6012B0510)</a:t>
                      </a:r>
                      <a:endParaRPr sz="1400" b="0" i="0" kern="1200">
                        <a:solidFill>
                          <a:schemeClr val="tx1"/>
                        </a:solidFill>
                        <a:latin typeface="+mn-lt"/>
                        <a:ea typeface="+mn-lt"/>
                        <a:cs typeface="+mn-lt"/>
                      </a:endParaRPr>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87C0B5">
                        <a:alpha val="60000"/>
                      </a:srgbClr>
                    </a:solidFill>
                  </a:tcPr>
                </a:tc>
                <a:tc>
                  <a:txBody>
                    <a:bodyPr/>
                    <a:lstStyle/>
                    <a:p>
                      <a:pPr marL="0" marR="0" lvl="0" indent="0" algn="ctr" defTabSz="914400">
                        <a:lnSpc>
                          <a:spcPct val="100000"/>
                        </a:lnSpc>
                        <a:spcBef>
                          <a:spcPts val="0"/>
                        </a:spcBef>
                        <a:spcAft>
                          <a:spcPts val="0"/>
                        </a:spcAft>
                        <a:buClrTx/>
                        <a:buSzTx/>
                        <a:buFontTx/>
                        <a:buNone/>
                      </a:pPr>
                      <a:r>
                        <a:rPr sz="1400" b="0" i="0" u="none">
                          <a:solidFill>
                            <a:schemeClr val="tx1"/>
                          </a:solidFill>
                          <a:latin typeface="Times New Roman"/>
                          <a:ea typeface="Times New Roman"/>
                          <a:cs typeface="Times New Roman"/>
                        </a:rPr>
                        <a:t>Econometrics 1 </a:t>
                      </a:r>
                    </a:p>
                    <a:p>
                      <a:pPr marL="0" marR="0" lvl="0" indent="0" algn="ctr" defTabSz="914400">
                        <a:lnSpc>
                          <a:spcPct val="100000"/>
                        </a:lnSpc>
                        <a:spcBef>
                          <a:spcPts val="0"/>
                        </a:spcBef>
                        <a:spcAft>
                          <a:spcPts val="0"/>
                        </a:spcAft>
                        <a:buClrTx/>
                        <a:buSzTx/>
                        <a:buFontTx/>
                        <a:buNone/>
                      </a:pPr>
                      <a:r>
                        <a:rPr sz="1400" b="0" i="0" u="none">
                          <a:solidFill>
                            <a:schemeClr val="tx1"/>
                          </a:solidFill>
                          <a:latin typeface="Times New Roman"/>
                          <a:ea typeface="Times New Roman"/>
                          <a:cs typeface="Times New Roman"/>
                        </a:rPr>
                        <a:t>(6012B0374)</a:t>
                      </a:r>
                    </a:p>
                    <a:p>
                      <a:pPr algn="ctr">
                        <a:spcAft>
                          <a:spcPts val="0"/>
                        </a:spcAft>
                        <a:buNone/>
                      </a:pPr>
                      <a:endParaRPr sz="1400" b="0" i="0" kern="1200">
                        <a:solidFill>
                          <a:schemeClr val="tx1"/>
                        </a:solidFill>
                        <a:latin typeface="+mn-lt"/>
                        <a:ea typeface="+mn-lt"/>
                        <a:cs typeface="+mn-lt"/>
                      </a:endParaRPr>
                    </a:p>
                  </a:txBody>
                  <a:tcPr marL="68580" marR="68580" marT="0" marB="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87C0B5">
                        <a:alpha val="60000"/>
                      </a:srgbClr>
                    </a:solidFill>
                  </a:tcPr>
                </a:tc>
                <a:tc>
                  <a:txBody>
                    <a:bodyPr/>
                    <a:lstStyle/>
                    <a:p>
                      <a:pPr marL="0" marR="0" lvl="0" indent="0" algn="ctr" defTabSz="457200">
                        <a:lnSpc>
                          <a:spcPct val="100000"/>
                        </a:lnSpc>
                        <a:spcBef>
                          <a:spcPts val="0"/>
                        </a:spcBef>
                        <a:spcAft>
                          <a:spcPts val="0"/>
                        </a:spcAft>
                        <a:buClrTx/>
                        <a:buSzTx/>
                        <a:buFontTx/>
                        <a:buNone/>
                      </a:pPr>
                      <a:r>
                        <a:rPr sz="1400" b="0" i="0" u="none">
                          <a:solidFill>
                            <a:srgbClr val="000000"/>
                          </a:solidFill>
                          <a:latin typeface="Times New Roman"/>
                          <a:ea typeface="Times New Roman"/>
                          <a:cs typeface="Times New Roman"/>
                        </a:rPr>
                        <a:t>Operations Research – Stochastic Methods</a:t>
                      </a:r>
                    </a:p>
                    <a:p>
                      <a:pPr lvl="0" algn="ctr" defTabSz="457200">
                        <a:buNone/>
                      </a:pPr>
                      <a:r>
                        <a:rPr sz="1400" b="0" i="0">
                          <a:solidFill>
                            <a:srgbClr val="000000"/>
                          </a:solidFill>
                          <a:latin typeface="Times New Roman"/>
                          <a:ea typeface="Times New Roman"/>
                          <a:cs typeface="Times New Roman"/>
                        </a:rPr>
                        <a:t>(6012B0805)</a:t>
                      </a:r>
                      <a:endParaRPr sz="1400" b="0" i="0" kern="1200">
                        <a:solidFill>
                          <a:schemeClr val="tx1"/>
                        </a:solidFill>
                        <a:latin typeface="+mn-lt"/>
                        <a:ea typeface="+mn-lt"/>
                        <a:cs typeface="+mn-lt"/>
                      </a:endParaRPr>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87C0B5">
                        <a:alpha val="60000"/>
                      </a:srgbClr>
                    </a:solidFill>
                  </a:tcPr>
                </a:tc>
                <a:tc rowSpan="2">
                  <a:txBody>
                    <a:bodyPr/>
                    <a:lstStyle/>
                    <a:p>
                      <a:pPr algn="ctr">
                        <a:buNone/>
                      </a:pPr>
                      <a:r>
                        <a:rPr sz="1400" b="0" i="0" u="none">
                          <a:solidFill>
                            <a:srgbClr val="000000"/>
                          </a:solidFill>
                          <a:latin typeface="Times New Roman"/>
                          <a:ea typeface="Times New Roman"/>
                          <a:cs typeface="Times New Roman"/>
                        </a:rPr>
                        <a:t>Entrepre-</a:t>
                      </a:r>
                    </a:p>
                    <a:p>
                      <a:pPr algn="ctr">
                        <a:buNone/>
                      </a:pPr>
                      <a:r>
                        <a:rPr sz="1400" b="0" i="0" u="none">
                          <a:solidFill>
                            <a:srgbClr val="000000"/>
                          </a:solidFill>
                          <a:latin typeface="Times New Roman"/>
                          <a:ea typeface="Times New Roman"/>
                          <a:cs typeface="Times New Roman"/>
                        </a:rPr>
                        <a:t>neurship</a:t>
                      </a:r>
                      <a:endParaRPr sz="1400" b="0" i="0" u="none">
                        <a:solidFill>
                          <a:schemeClr val="tx1"/>
                        </a:solidFill>
                        <a:latin typeface="Times New Roman"/>
                        <a:ea typeface="Times New Roman"/>
                        <a:cs typeface="Times New Roman"/>
                      </a:endParaRPr>
                    </a:p>
                    <a:p>
                      <a:pPr marL="0" lvl="0" algn="ctr" defTabSz="457200">
                        <a:lnSpc>
                          <a:spcPct val="120000"/>
                        </a:lnSpc>
                        <a:spcAft>
                          <a:spcPts val="0"/>
                        </a:spcAft>
                        <a:buNone/>
                      </a:pPr>
                      <a:r>
                        <a:rPr sz="1400" b="0" i="0">
                          <a:solidFill>
                            <a:srgbClr val="000000"/>
                          </a:solidFill>
                          <a:latin typeface="Times New Roman"/>
                          <a:ea typeface="Times New Roman"/>
                          <a:cs typeface="Times New Roman"/>
                        </a:rPr>
                        <a:t>Hackathon</a:t>
                      </a:r>
                      <a:endParaRPr sz="1400" b="0" i="0" kern="1200">
                        <a:solidFill>
                          <a:schemeClr val="tx1"/>
                        </a:solidFill>
                        <a:latin typeface="+mn-lt"/>
                        <a:ea typeface="+mn-lt"/>
                        <a:cs typeface="+mn-lt"/>
                      </a:endParaRPr>
                    </a:p>
                    <a:p>
                      <a:pPr marL="0" lvl="0" algn="ctr" defTabSz="457200">
                        <a:lnSpc>
                          <a:spcPct val="120000"/>
                        </a:lnSpc>
                        <a:spcAft>
                          <a:spcPts val="0"/>
                        </a:spcAft>
                        <a:buNone/>
                      </a:pPr>
                      <a:r>
                        <a:rPr sz="1400" b="0" i="0">
                          <a:solidFill>
                            <a:srgbClr val="000000"/>
                          </a:solidFill>
                          <a:latin typeface="Times New Roman"/>
                          <a:ea typeface="Times New Roman"/>
                          <a:cs typeface="Times New Roman"/>
                        </a:rPr>
                        <a:t>6012B0807</a:t>
                      </a:r>
                      <a:endParaRPr sz="1400" b="0" i="0" kern="1200">
                        <a:solidFill>
                          <a:schemeClr val="tx1"/>
                        </a:solidFill>
                        <a:latin typeface="+mn-lt"/>
                        <a:ea typeface="+mn-lt"/>
                        <a:cs typeface="+mn-lt"/>
                      </a:endParaRPr>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87C0B5">
                        <a:alpha val="60000"/>
                      </a:srgbClr>
                    </a:solidFill>
                  </a:tcPr>
                </a:tc>
                <a:extLst>
                  <a:ext uri="{0D108BD9-81ED-4DB2-BD59-A6C34878D82A}">
                    <a16:rowId xmlns:a16="http://schemas.microsoft.com/office/drawing/2014/main" val="10002"/>
                  </a:ext>
                </a:extLst>
              </a:tr>
              <a:tr h="1182232">
                <a:tc>
                  <a:txBody>
                    <a:bodyPr/>
                    <a:lstStyle/>
                    <a:p>
                      <a:pPr marL="0" marR="0" lvl="0" indent="0" algn="ctr" defTabSz="914400">
                        <a:lnSpc>
                          <a:spcPct val="100000"/>
                        </a:lnSpc>
                        <a:spcBef>
                          <a:spcPts val="0"/>
                        </a:spcBef>
                        <a:spcAft>
                          <a:spcPts val="0"/>
                        </a:spcAft>
                        <a:buClrTx/>
                        <a:buSzTx/>
                        <a:buFontTx/>
                        <a:buNone/>
                      </a:pPr>
                      <a:r>
                        <a:rPr sz="1400" b="0" i="0" u="none">
                          <a:solidFill>
                            <a:srgbClr val="000000"/>
                          </a:solidFill>
                          <a:latin typeface="Times New Roman"/>
                          <a:ea typeface="Times New Roman"/>
                          <a:cs typeface="Times New Roman"/>
                        </a:rPr>
                        <a:t>Algorithms &amp; Data Structures</a:t>
                      </a:r>
                    </a:p>
                    <a:p>
                      <a:pPr algn="ctr">
                        <a:spcAft>
                          <a:spcPts val="0"/>
                        </a:spcAft>
                        <a:buNone/>
                      </a:pPr>
                      <a:r>
                        <a:rPr sz="1400" b="0" i="0">
                          <a:solidFill>
                            <a:srgbClr val="000000"/>
                          </a:solidFill>
                          <a:latin typeface="Times New Roman"/>
                          <a:ea typeface="Times New Roman"/>
                          <a:cs typeface="Times New Roman"/>
                        </a:rPr>
                        <a:t>in Python · 6012B0810</a:t>
                      </a:r>
                      <a:endParaRPr sz="1400" b="0" i="0" kern="1200">
                        <a:solidFill>
                          <a:schemeClr val="tx1"/>
                        </a:solidFill>
                        <a:latin typeface="+mn-lt"/>
                        <a:ea typeface="+mn-lt"/>
                        <a:cs typeface="+mn-lt"/>
                      </a:endParaRPr>
                    </a:p>
                    <a:p>
                      <a:pPr algn="ctr">
                        <a:spcAft>
                          <a:spcPts val="0"/>
                        </a:spcAft>
                        <a:buNone/>
                      </a:pPr>
                      <a:r>
                        <a:rPr sz="1400" b="0" i="0">
                          <a:solidFill>
                            <a:srgbClr val="000000"/>
                          </a:solidFill>
                          <a:latin typeface="Times New Roman"/>
                          <a:ea typeface="Times New Roman"/>
                          <a:cs typeface="Times New Roman"/>
                        </a:rPr>
                        <a:t>Plan Your Programme · 6010E1001</a:t>
                      </a:r>
                      <a:endParaRPr sz="1400" b="0" i="0" kern="1200">
                        <a:solidFill>
                          <a:schemeClr val="tx1"/>
                        </a:solidFill>
                        <a:latin typeface="+mn-lt"/>
                        <a:ea typeface="+mn-lt"/>
                        <a:cs typeface="+mn-lt"/>
                      </a:endParaRPr>
                    </a:p>
                  </a:txBody>
                  <a:tcPr marL="68580" marR="68580" marT="0" marB="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87C0B5">
                        <a:alpha val="60000"/>
                      </a:srgbClr>
                    </a:solidFill>
                  </a:tcPr>
                </a:tc>
                <a:tc>
                  <a:txBody>
                    <a:bodyPr/>
                    <a:lstStyle/>
                    <a:p>
                      <a:pPr marL="0" marR="0" lvl="0" indent="0" algn="ctr" defTabSz="457200">
                        <a:lnSpc>
                          <a:spcPct val="120000"/>
                        </a:lnSpc>
                        <a:spcBef>
                          <a:spcPts val="0"/>
                        </a:spcBef>
                        <a:spcAft>
                          <a:spcPts val="0"/>
                        </a:spcAft>
                        <a:buClrTx/>
                        <a:buSzTx/>
                        <a:buFontTx/>
                        <a:buNone/>
                      </a:pPr>
                      <a:r>
                        <a:rPr sz="1400" b="0" i="0" u="none">
                          <a:solidFill>
                            <a:srgbClr val="000000"/>
                          </a:solidFill>
                          <a:latin typeface="Times New Roman"/>
                          <a:ea typeface="Times New Roman"/>
                          <a:cs typeface="Times New Roman"/>
                        </a:rPr>
                        <a:t>Machine Learning</a:t>
                      </a:r>
                      <a:endParaRPr sz="1400" b="0" i="0" u="none">
                        <a:solidFill>
                          <a:schemeClr val="tx1"/>
                        </a:solidFill>
                        <a:latin typeface="Times New Roman"/>
                        <a:ea typeface="Times New Roman"/>
                        <a:cs typeface="Times New Roman"/>
                      </a:endParaRPr>
                    </a:p>
                    <a:p>
                      <a:pPr lvl="0" algn="ctr" defTabSz="457200">
                        <a:lnSpc>
                          <a:spcPct val="120000"/>
                        </a:lnSpc>
                        <a:buNone/>
                      </a:pPr>
                      <a:r>
                        <a:rPr sz="1400" b="0" i="0">
                          <a:solidFill>
                            <a:srgbClr val="000000"/>
                          </a:solidFill>
                          <a:latin typeface="Times New Roman"/>
                          <a:ea typeface="Times New Roman"/>
                          <a:cs typeface="Times New Roman"/>
                        </a:rPr>
                        <a:t>(6012B0809)</a:t>
                      </a:r>
                      <a:endParaRPr sz="1400" b="0" i="0" kern="1200">
                        <a:solidFill>
                          <a:schemeClr val="tx1"/>
                        </a:solidFill>
                        <a:latin typeface="+mn-lt"/>
                        <a:ea typeface="+mn-lt"/>
                        <a:cs typeface="+mn-lt"/>
                      </a:endParaRPr>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87C0B5">
                        <a:alpha val="60000"/>
                      </a:srgbClr>
                    </a:solidFill>
                  </a:tcPr>
                </a:tc>
                <a:tc vMerge="1">
                  <a:txBody>
                    <a:bodyPr/>
                    <a:lstStyle/>
                    <a:p>
                      <a:endParaRPr/>
                    </a:p>
                  </a:txBody>
                  <a:tcPr/>
                </a:tc>
                <a:tc>
                  <a:txBody>
                    <a:bodyPr/>
                    <a:lstStyle/>
                    <a:p>
                      <a:pPr marL="0" marR="0" lvl="0" indent="0" algn="ctr" defTabSz="457200">
                        <a:lnSpc>
                          <a:spcPct val="100000"/>
                        </a:lnSpc>
                        <a:spcBef>
                          <a:spcPts val="0"/>
                        </a:spcBef>
                        <a:spcAft>
                          <a:spcPts val="0"/>
                        </a:spcAft>
                        <a:buClrTx/>
                        <a:buSzTx/>
                        <a:buFontTx/>
                        <a:buNone/>
                      </a:pPr>
                      <a:r>
                        <a:rPr sz="1400" b="0" i="0" u="none">
                          <a:solidFill>
                            <a:srgbClr val="000000"/>
                          </a:solidFill>
                          <a:latin typeface="Times New Roman"/>
                          <a:ea typeface="Times New Roman"/>
                          <a:cs typeface="Times New Roman"/>
                        </a:rPr>
                        <a:t>HR Analytics</a:t>
                      </a:r>
                      <a:endParaRPr sz="1400" b="0" i="0" u="none">
                        <a:solidFill>
                          <a:schemeClr val="tx1"/>
                        </a:solidFill>
                        <a:latin typeface="Times New Roman"/>
                        <a:ea typeface="Times New Roman"/>
                        <a:cs typeface="Times New Roman"/>
                      </a:endParaRPr>
                    </a:p>
                    <a:p>
                      <a:pPr marL="0" lvl="0" algn="ctr" defTabSz="457200">
                        <a:spcAft>
                          <a:spcPts val="0"/>
                        </a:spcAft>
                        <a:buNone/>
                      </a:pPr>
                      <a:r>
                        <a:rPr sz="1400" b="0" i="0">
                          <a:solidFill>
                            <a:srgbClr val="000000"/>
                          </a:solidFill>
                          <a:latin typeface="Times New Roman"/>
                          <a:ea typeface="Times New Roman"/>
                          <a:cs typeface="Times New Roman"/>
                        </a:rPr>
                        <a:t>(6012B0804)</a:t>
                      </a:r>
                      <a:endParaRPr sz="1400" b="0" i="0" kern="1200">
                        <a:solidFill>
                          <a:schemeClr val="tx1"/>
                        </a:solidFill>
                        <a:latin typeface="+mn-lt"/>
                        <a:ea typeface="+mn-lt"/>
                        <a:cs typeface="+mn-lt"/>
                      </a:endParaRPr>
                    </a:p>
                  </a:txBody>
                  <a:tcPr marL="68580" marR="68580" marT="0" marB="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87C0B5">
                        <a:alpha val="60000"/>
                      </a:srgbClr>
                    </a:solidFill>
                  </a:tcPr>
                </a:tc>
                <a:tc>
                  <a:txBody>
                    <a:bodyPr/>
                    <a:lstStyle/>
                    <a:p>
                      <a:pPr marL="0" marR="0" lvl="0" indent="0" algn="ctr" defTabSz="457200">
                        <a:lnSpc>
                          <a:spcPct val="120000"/>
                        </a:lnSpc>
                        <a:spcBef>
                          <a:spcPts val="0"/>
                        </a:spcBef>
                        <a:spcAft>
                          <a:spcPts val="0"/>
                        </a:spcAft>
                        <a:buClrTx/>
                        <a:buSzTx/>
                        <a:buFontTx/>
                        <a:buNone/>
                      </a:pPr>
                      <a:r>
                        <a:rPr sz="1400" b="0" i="0" u="none">
                          <a:solidFill>
                            <a:srgbClr val="000000"/>
                          </a:solidFill>
                          <a:latin typeface="Times New Roman"/>
                          <a:ea typeface="Times New Roman"/>
                          <a:cs typeface="Times New Roman"/>
                        </a:rPr>
                        <a:t>Accounting and Control</a:t>
                      </a:r>
                      <a:endParaRPr sz="1400" b="0" i="0" u="none">
                        <a:solidFill>
                          <a:schemeClr val="tx1"/>
                        </a:solidFill>
                        <a:latin typeface="Times New Roman"/>
                        <a:ea typeface="Times New Roman"/>
                        <a:cs typeface="Times New Roman"/>
                      </a:endParaRPr>
                    </a:p>
                    <a:p>
                      <a:pPr marL="0" lvl="0" algn="ctr" defTabSz="457200">
                        <a:lnSpc>
                          <a:spcPct val="120000"/>
                        </a:lnSpc>
                        <a:buNone/>
                      </a:pPr>
                      <a:r>
                        <a:rPr sz="1400" b="0" i="0">
                          <a:solidFill>
                            <a:srgbClr val="000000"/>
                          </a:solidFill>
                          <a:latin typeface="Times New Roman"/>
                          <a:ea typeface="Times New Roman"/>
                          <a:cs typeface="Times New Roman"/>
                        </a:rPr>
                        <a:t>(6012B0806)</a:t>
                      </a:r>
                      <a:endParaRPr sz="1400" b="0" i="0" kern="1200">
                        <a:solidFill>
                          <a:schemeClr val="tx1"/>
                        </a:solidFill>
                        <a:latin typeface="+mn-lt"/>
                        <a:ea typeface="+mn-lt"/>
                        <a:cs typeface="+mn-lt"/>
                      </a:endParaRPr>
                    </a:p>
                  </a:txBody>
                  <a:tcPr marL="60936" marR="60936" marT="45714" marB="45714" anchor="ctr" horzOverflow="overflow">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87C0B5">
                        <a:alpha val="60000"/>
                      </a:srgbClr>
                    </a:solidFill>
                  </a:tcPr>
                </a:tc>
                <a:tc vMerge="1">
                  <a:txBody>
                    <a:bodyPr/>
                    <a:lstStyle/>
                    <a:p>
                      <a:endParaRPr/>
                    </a:p>
                  </a:txBody>
                  <a:tcPr/>
                </a:tc>
                <a:extLst>
                  <a:ext uri="{0D108BD9-81ED-4DB2-BD59-A6C34878D82A}">
                    <a16:rowId xmlns:a16="http://schemas.microsoft.com/office/drawing/2014/main" val="10003"/>
                  </a:ext>
                </a:extLst>
              </a:tr>
            </a:tbl>
          </a:graphicData>
        </a:graphic>
      </p:graphicFrame>
      <p:sp>
        <p:nvSpPr>
          <p:cNvPr id="2" name="Rectangle 1">
            <a:extLst>
              <a:ext uri="{FF2B5EF4-FFF2-40B4-BE49-F238E27FC236}">
                <a16:creationId xmlns:a16="http://schemas.microsoft.com/office/drawing/2014/main" id="{8CCE41F0-B463-4A90-9B7F-C341F6605DB7}"/>
              </a:ext>
            </a:extLst>
          </p:cNvPr>
          <p:cNvSpPr>
            <a:spLocks noGrp="1"/>
          </p:cNvSpPr>
          <p:nvPr/>
        </p:nvSpPr>
        <p:spPr>
          <a:xfrm>
            <a:off x="7896200" y="373535"/>
            <a:ext cx="3456384" cy="1384995"/>
          </a:xfrm>
          <a:prstGeom prst="rect">
            <a:avLst/>
          </a:prstGeom>
          <a:ln>
            <a:solidFill>
              <a:schemeClr val="tx1"/>
            </a:solidFill>
          </a:ln>
        </p:spPr>
        <p:txBody>
          <a:bodyPr wrap="square">
            <a:spAutoFit/>
          </a:bodyPr>
          <a:lstStyle/>
          <a:p>
            <a:pPr marL="285750" marR="0" lvl="0" indent="-285750" algn="l" defTabSz="914400">
              <a:lnSpc>
                <a:spcPct val="100000"/>
              </a:lnSpc>
              <a:spcBef>
                <a:spcPts val="0"/>
              </a:spcBef>
              <a:spcAft>
                <a:spcPts val="0"/>
              </a:spcAft>
              <a:buClrTx/>
              <a:buSzTx/>
              <a:buFont typeface="Wingdings"/>
              <a:buChar char="§"/>
            </a:pPr>
            <a:r>
              <a:rPr sz="2800" b="1" i="0" u="none" cap="none" spc="0">
                <a:ln>
                  <a:noFill/>
                </a:ln>
                <a:solidFill>
                  <a:srgbClr val="FF0000"/>
                </a:solidFill>
                <a:latin typeface="Calibri"/>
                <a:ea typeface="Calibri"/>
                <a:cs typeface="Calibri"/>
              </a:rPr>
              <a:t>Analytics</a:t>
            </a:r>
          </a:p>
          <a:p>
            <a:pPr marL="285750" marR="0" lvl="0" indent="-285750" algn="l" defTabSz="914400">
              <a:lnSpc>
                <a:spcPct val="100000"/>
              </a:lnSpc>
              <a:spcBef>
                <a:spcPts val="0"/>
              </a:spcBef>
              <a:spcAft>
                <a:spcPts val="0"/>
              </a:spcAft>
              <a:buClrTx/>
              <a:buSzTx/>
              <a:buFont typeface="Wingdings"/>
              <a:buChar char="§"/>
            </a:pPr>
            <a:r>
              <a:rPr sz="2800" b="1" i="0" u="none" cap="none" spc="0">
                <a:ln>
                  <a:noFill/>
                </a:ln>
                <a:solidFill>
                  <a:srgbClr val="FFC000"/>
                </a:solidFill>
                <a:latin typeface="Calibri"/>
                <a:ea typeface="Calibri"/>
                <a:cs typeface="Calibri"/>
              </a:rPr>
              <a:t>Business</a:t>
            </a:r>
          </a:p>
          <a:p>
            <a:pPr marL="285750" marR="0" lvl="0" indent="-285750" algn="l" defTabSz="914400">
              <a:lnSpc>
                <a:spcPct val="100000"/>
              </a:lnSpc>
              <a:spcBef>
                <a:spcPts val="0"/>
              </a:spcBef>
              <a:spcAft>
                <a:spcPts val="0"/>
              </a:spcAft>
              <a:buClrTx/>
              <a:buSzTx/>
              <a:buFont typeface="Wingdings"/>
              <a:buChar char="§"/>
            </a:pPr>
            <a:r>
              <a:rPr sz="2800" b="1" i="0" u="none" cap="none" spc="0">
                <a:ln>
                  <a:noFill/>
                </a:ln>
                <a:solidFill>
                  <a:srgbClr val="00B050"/>
                </a:solidFill>
                <a:latin typeface="Calibri"/>
                <a:ea typeface="Calibri"/>
                <a:cs typeface="Calibri"/>
              </a:rPr>
              <a:t>Computer science</a:t>
            </a:r>
            <a:endParaRPr sz="2800" b="1" i="0" u="none" kern="1200" cap="none" spc="0" baseline="0">
              <a:ln>
                <a:noFill/>
              </a:ln>
              <a:solidFill>
                <a:srgbClr val="00B050"/>
              </a:solidFill>
              <a:latin typeface="Calibri"/>
              <a:ea typeface="Calibri"/>
              <a:cs typeface="Calibri"/>
            </a:endParaRPr>
          </a:p>
        </p:txBody>
      </p:sp>
      <p:sp>
        <p:nvSpPr>
          <p:cNvPr id="8" name="Rechthoek 3">
            <a:extLst>
              <a:ext uri="{FF2B5EF4-FFF2-40B4-BE49-F238E27FC236}">
                <a16:creationId xmlns:a16="http://schemas.microsoft.com/office/drawing/2014/main" id="{DC68CEC6-A4D5-443C-8189-80E25200A0F1}"/>
              </a:ext>
            </a:extLst>
          </p:cNvPr>
          <p:cNvSpPr>
            <a:spLocks noGrp="1"/>
          </p:cNvSpPr>
          <p:nvPr/>
        </p:nvSpPr>
        <p:spPr>
          <a:xfrm>
            <a:off x="802035" y="3356991"/>
            <a:ext cx="2269629" cy="917207"/>
          </a:xfrm>
          <a:prstGeom prst="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70AD47">
                  <a:lumMod val="60000"/>
                  <a:lumOff val="40000"/>
                </a:srgbClr>
              </a:solidFill>
              <a:latin typeface="Calibri"/>
              <a:ea typeface="Calibri"/>
              <a:cs typeface="Calibri"/>
            </a:endParaRPr>
          </a:p>
        </p:txBody>
      </p:sp>
      <p:sp>
        <p:nvSpPr>
          <p:cNvPr id="9" name="Rechthoek 3">
            <a:extLst>
              <a:ext uri="{FF2B5EF4-FFF2-40B4-BE49-F238E27FC236}">
                <a16:creationId xmlns:a16="http://schemas.microsoft.com/office/drawing/2014/main" id="{0E1FB104-E6BF-497C-B259-FB65827C6B6D}"/>
              </a:ext>
            </a:extLst>
          </p:cNvPr>
          <p:cNvSpPr>
            <a:spLocks noGrp="1"/>
          </p:cNvSpPr>
          <p:nvPr/>
        </p:nvSpPr>
        <p:spPr>
          <a:xfrm>
            <a:off x="6648848" y="3356992"/>
            <a:ext cx="1391370" cy="889925"/>
          </a:xfrm>
          <a:prstGeom prst="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70AD47">
                  <a:lumMod val="60000"/>
                  <a:lumOff val="40000"/>
                </a:srgbClr>
              </a:solidFill>
              <a:latin typeface="Calibri"/>
              <a:ea typeface="Calibri"/>
              <a:cs typeface="Calibri"/>
            </a:endParaRPr>
          </a:p>
        </p:txBody>
      </p:sp>
      <p:sp>
        <p:nvSpPr>
          <p:cNvPr id="10" name="Rechthoek 10">
            <a:extLst>
              <a:ext uri="{FF2B5EF4-FFF2-40B4-BE49-F238E27FC236}">
                <a16:creationId xmlns:a16="http://schemas.microsoft.com/office/drawing/2014/main" id="{1E705A34-4330-447A-B78B-6D9B917434B0}"/>
              </a:ext>
            </a:extLst>
          </p:cNvPr>
          <p:cNvSpPr>
            <a:spLocks noGrp="1"/>
          </p:cNvSpPr>
          <p:nvPr/>
        </p:nvSpPr>
        <p:spPr>
          <a:xfrm>
            <a:off x="802035" y="4339348"/>
            <a:ext cx="2269629" cy="1073358"/>
          </a:xfrm>
          <a:prstGeom prst="rect">
            <a:avLst/>
          </a:prstGeom>
          <a:noFill/>
          <a:ln w="508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noFill/>
              <a:latin typeface="Calibri"/>
              <a:ea typeface="Calibri"/>
              <a:cs typeface="Calibri"/>
            </a:endParaRPr>
          </a:p>
        </p:txBody>
      </p:sp>
      <p:sp>
        <p:nvSpPr>
          <p:cNvPr id="11" name="Rechthoek 10">
            <a:extLst>
              <a:ext uri="{FF2B5EF4-FFF2-40B4-BE49-F238E27FC236}">
                <a16:creationId xmlns:a16="http://schemas.microsoft.com/office/drawing/2014/main" id="{AED5A23C-8987-43C1-907C-61CDA39FBD97}"/>
              </a:ext>
            </a:extLst>
          </p:cNvPr>
          <p:cNvSpPr>
            <a:spLocks noGrp="1"/>
          </p:cNvSpPr>
          <p:nvPr/>
        </p:nvSpPr>
        <p:spPr>
          <a:xfrm>
            <a:off x="3106291" y="4339348"/>
            <a:ext cx="2125613" cy="1073358"/>
          </a:xfrm>
          <a:prstGeom prst="rect">
            <a:avLst/>
          </a:prstGeom>
          <a:noFill/>
          <a:ln w="508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noFill/>
              <a:latin typeface="Calibri"/>
              <a:ea typeface="Calibri"/>
              <a:cs typeface="Calibri"/>
            </a:endParaRPr>
          </a:p>
        </p:txBody>
      </p:sp>
      <p:sp>
        <p:nvSpPr>
          <p:cNvPr id="12" name="Rechthoek 10">
            <a:extLst>
              <a:ext uri="{FF2B5EF4-FFF2-40B4-BE49-F238E27FC236}">
                <a16:creationId xmlns:a16="http://schemas.microsoft.com/office/drawing/2014/main" id="{33876BC1-4CB4-4D58-9665-6D2632BF2AE4}"/>
              </a:ext>
            </a:extLst>
          </p:cNvPr>
          <p:cNvSpPr>
            <a:spLocks noGrp="1"/>
          </p:cNvSpPr>
          <p:nvPr/>
        </p:nvSpPr>
        <p:spPr>
          <a:xfrm>
            <a:off x="8040217" y="4293096"/>
            <a:ext cx="2152974" cy="1145366"/>
          </a:xfrm>
          <a:prstGeom prst="rect">
            <a:avLst/>
          </a:prstGeom>
          <a:noFill/>
          <a:ln w="508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noFill/>
              <a:latin typeface="Calibri"/>
              <a:ea typeface="Calibri"/>
              <a:cs typeface="Calibri"/>
            </a:endParaRPr>
          </a:p>
        </p:txBody>
      </p:sp>
      <p:sp>
        <p:nvSpPr>
          <p:cNvPr id="13" name="Rechthoek 3">
            <a:extLst>
              <a:ext uri="{FF2B5EF4-FFF2-40B4-BE49-F238E27FC236}">
                <a16:creationId xmlns:a16="http://schemas.microsoft.com/office/drawing/2014/main" id="{2629CF91-83D9-4CB6-AAD9-36E7A840FC82}"/>
              </a:ext>
            </a:extLst>
          </p:cNvPr>
          <p:cNvSpPr>
            <a:spLocks noGrp="1"/>
          </p:cNvSpPr>
          <p:nvPr/>
        </p:nvSpPr>
        <p:spPr>
          <a:xfrm>
            <a:off x="3101430" y="3361184"/>
            <a:ext cx="2130475" cy="917208"/>
          </a:xfrm>
          <a:prstGeom prst="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70AD47">
                  <a:lumMod val="60000"/>
                  <a:lumOff val="40000"/>
                </a:srgbClr>
              </a:solidFill>
              <a:latin typeface="Calibri"/>
              <a:ea typeface="Calibri"/>
              <a:cs typeface="Calibri"/>
            </a:endParaRPr>
          </a:p>
        </p:txBody>
      </p:sp>
      <p:sp>
        <p:nvSpPr>
          <p:cNvPr id="14" name="Rechthoek 3">
            <a:extLst>
              <a:ext uri="{FF2B5EF4-FFF2-40B4-BE49-F238E27FC236}">
                <a16:creationId xmlns:a16="http://schemas.microsoft.com/office/drawing/2014/main" id="{A255250E-01ED-44B4-904B-C5A66550C596}"/>
              </a:ext>
            </a:extLst>
          </p:cNvPr>
          <p:cNvSpPr>
            <a:spLocks noGrp="1"/>
          </p:cNvSpPr>
          <p:nvPr/>
        </p:nvSpPr>
        <p:spPr>
          <a:xfrm>
            <a:off x="5261670" y="3362325"/>
            <a:ext cx="1338387" cy="2076137"/>
          </a:xfrm>
          <a:prstGeom prst="rect">
            <a:avLst/>
          </a:prstGeom>
          <a:noFill/>
          <a:ln w="508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70AD47">
                  <a:lumMod val="60000"/>
                  <a:lumOff val="40000"/>
                </a:srgbClr>
              </a:solidFill>
              <a:latin typeface="Calibri"/>
              <a:ea typeface="Calibri"/>
              <a:cs typeface="Calibri"/>
            </a:endParaRPr>
          </a:p>
        </p:txBody>
      </p:sp>
      <p:sp>
        <p:nvSpPr>
          <p:cNvPr id="15" name="Rechthoek 3">
            <a:extLst>
              <a:ext uri="{FF2B5EF4-FFF2-40B4-BE49-F238E27FC236}">
                <a16:creationId xmlns:a16="http://schemas.microsoft.com/office/drawing/2014/main" id="{245F05AB-F150-41F6-AFBC-FE99902A614C}"/>
              </a:ext>
            </a:extLst>
          </p:cNvPr>
          <p:cNvSpPr>
            <a:spLocks noGrp="1"/>
          </p:cNvSpPr>
          <p:nvPr/>
        </p:nvSpPr>
        <p:spPr>
          <a:xfrm>
            <a:off x="6637439" y="4293096"/>
            <a:ext cx="1410396" cy="1145366"/>
          </a:xfrm>
          <a:prstGeom prst="rect">
            <a:avLst/>
          </a:prstGeom>
          <a:noFill/>
          <a:ln w="508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70AD47">
                  <a:lumMod val="60000"/>
                  <a:lumOff val="40000"/>
                </a:srgbClr>
              </a:solidFill>
              <a:latin typeface="Calibri"/>
              <a:ea typeface="Calibri"/>
              <a:cs typeface="Calibri"/>
            </a:endParaRPr>
          </a:p>
        </p:txBody>
      </p:sp>
      <p:sp>
        <p:nvSpPr>
          <p:cNvPr id="16" name="Rechthoek 3">
            <a:extLst>
              <a:ext uri="{FF2B5EF4-FFF2-40B4-BE49-F238E27FC236}">
                <a16:creationId xmlns:a16="http://schemas.microsoft.com/office/drawing/2014/main" id="{58806DCD-7FD1-4F4F-A601-AF151E7C8B47}"/>
              </a:ext>
            </a:extLst>
          </p:cNvPr>
          <p:cNvSpPr>
            <a:spLocks noGrp="1"/>
          </p:cNvSpPr>
          <p:nvPr/>
        </p:nvSpPr>
        <p:spPr>
          <a:xfrm>
            <a:off x="8040216" y="3356992"/>
            <a:ext cx="2130475" cy="889925"/>
          </a:xfrm>
          <a:prstGeom prst="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70AD47">
                  <a:lumMod val="60000"/>
                  <a:lumOff val="40000"/>
                </a:srgbClr>
              </a:solidFill>
              <a:latin typeface="Calibri"/>
              <a:ea typeface="Calibri"/>
              <a:cs typeface="Calibri"/>
            </a:endParaRPr>
          </a:p>
        </p:txBody>
      </p:sp>
      <p:sp>
        <p:nvSpPr>
          <p:cNvPr id="21" name="Rechthoek 20">
            <a:extLst>
              <a:ext uri="{FF2B5EF4-FFF2-40B4-BE49-F238E27FC236}">
                <a16:creationId xmlns:a16="http://schemas.microsoft.com/office/drawing/2014/main" id="{EAE212A2-9E77-4A86-A6B0-D13FCD58A525}"/>
              </a:ext>
            </a:extLst>
          </p:cNvPr>
          <p:cNvSpPr>
            <a:spLocks noGrp="1"/>
          </p:cNvSpPr>
          <p:nvPr/>
        </p:nvSpPr>
        <p:spPr>
          <a:xfrm>
            <a:off x="10413770" y="3515155"/>
            <a:ext cx="989148" cy="17587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Calibri"/>
              <a:ea typeface="Calibri"/>
              <a:cs typeface="Calibri"/>
            </a:endParaRPr>
          </a:p>
        </p:txBody>
      </p:sp>
      <p:sp>
        <p:nvSpPr>
          <p:cNvPr id="22" name="Rechthoek 21">
            <a:extLst>
              <a:ext uri="{FF2B5EF4-FFF2-40B4-BE49-F238E27FC236}">
                <a16:creationId xmlns:a16="http://schemas.microsoft.com/office/drawing/2014/main" id="{C52A1920-DCD2-41D0-A3C4-5BB31D5C8327}"/>
              </a:ext>
            </a:extLst>
          </p:cNvPr>
          <p:cNvSpPr>
            <a:spLocks noGrp="1"/>
          </p:cNvSpPr>
          <p:nvPr/>
        </p:nvSpPr>
        <p:spPr>
          <a:xfrm>
            <a:off x="10343117" y="3447245"/>
            <a:ext cx="1130455" cy="1890327"/>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Calibri"/>
              <a:ea typeface="Calibri"/>
              <a:cs typeface="Calibri"/>
            </a:endParaRPr>
          </a:p>
        </p:txBody>
      </p:sp>
      <p:sp>
        <p:nvSpPr>
          <p:cNvPr id="23" name="Rechthoek 22">
            <a:extLst>
              <a:ext uri="{FF2B5EF4-FFF2-40B4-BE49-F238E27FC236}">
                <a16:creationId xmlns:a16="http://schemas.microsoft.com/office/drawing/2014/main" id="{9F16260B-FED0-4AF7-A9DD-E9D9821170F3}"/>
              </a:ext>
            </a:extLst>
          </p:cNvPr>
          <p:cNvSpPr>
            <a:spLocks noGrp="1"/>
          </p:cNvSpPr>
          <p:nvPr/>
        </p:nvSpPr>
        <p:spPr>
          <a:xfrm>
            <a:off x="10272464" y="3356991"/>
            <a:ext cx="1271762" cy="2081472"/>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Calibri"/>
              <a:ea typeface="Calibri"/>
              <a:cs typeface="Calibri"/>
            </a:endParaRPr>
          </a:p>
        </p:txBody>
      </p:sp>
      <p:sp>
        <p:nvSpPr>
          <p:cNvPr id="6" name="Footer Placeholder 5">
            <a:extLst>
              <a:ext uri="{FF2B5EF4-FFF2-40B4-BE49-F238E27FC236}">
                <a16:creationId xmlns:a16="http://schemas.microsoft.com/office/drawing/2014/main" id="{C9BF12B5-5CC3-26F1-97FC-8E22CC567D98}"/>
              </a:ext>
            </a:extLst>
          </p:cNvPr>
          <p:cNvSpPr>
            <a:spLocks noGrp="1"/>
          </p:cNvSpPr>
          <p:nvPr>
            <p:ph type="ftr" idx="11"/>
          </p:nvPr>
        </p:nvSpPr>
        <p:spPr/>
        <p:txBody>
          <a:bodyPr/>
          <a:lstStyle/>
          <a:p>
            <a:r>
              <a:rPr lang="en-US"/>
              <a:t>Analytics for a Better World, Lecture 1</a:t>
            </a:r>
            <a:endParaRPr/>
          </a:p>
        </p:txBody>
      </p:sp>
      <p:sp>
        <p:nvSpPr>
          <p:cNvPr id="7" name="Slide Number Placeholder 6">
            <a:extLst>
              <a:ext uri="{FF2B5EF4-FFF2-40B4-BE49-F238E27FC236}">
                <a16:creationId xmlns:a16="http://schemas.microsoft.com/office/drawing/2014/main" id="{47CA4E1B-6707-2009-77F5-4857F54521CF}"/>
              </a:ext>
            </a:extLst>
          </p:cNvPr>
          <p:cNvSpPr>
            <a:spLocks noGrp="1"/>
          </p:cNvSpPr>
          <p:nvPr>
            <p:ph type="sldNum" idx="12"/>
          </p:nvPr>
        </p:nvSpPr>
        <p:spPr/>
        <p:txBody>
          <a:bodyPr/>
          <a:lstStyle/>
          <a:p>
            <a:fld id="{D7B5DC5B-6873-43DB-ADC7-B15ACCE0DFDB}" type="slidenum">
              <a:rPr/>
              <a:t>46</a:t>
            </a:fld>
            <a:endParaRPr/>
          </a:p>
        </p:txBody>
      </p:sp>
    </p:spTree>
    <p:extLst>
      <p:ext uri="{BB962C8B-B14F-4D97-AF65-F5344CB8AC3E}">
        <p14:creationId xmlns:p14="http://schemas.microsoft.com/office/powerpoint/2010/main" val="18200150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C24C6C-5D66-4228-8AA2-FEA61CCC6534}"/>
              </a:ext>
            </a:extLst>
          </p:cNvPr>
          <p:cNvSpPr>
            <a:spLocks noGrp="1"/>
          </p:cNvSpPr>
          <p:nvPr>
            <p:ph type="title"/>
          </p:nvPr>
        </p:nvSpPr>
        <p:spPr/>
        <p:txBody>
          <a:bodyPr>
            <a:normAutofit/>
          </a:bodyPr>
          <a:lstStyle/>
          <a:p>
            <a:r>
              <a:t>The curriculum year 3</a:t>
            </a:r>
          </a:p>
        </p:txBody>
      </p:sp>
      <p:sp>
        <p:nvSpPr>
          <p:cNvPr id="4" name="Rectangle 3">
            <a:extLst>
              <a:ext uri="{FF2B5EF4-FFF2-40B4-BE49-F238E27FC236}">
                <a16:creationId xmlns:a16="http://schemas.microsoft.com/office/drawing/2014/main" id="{9F4BF5AE-8281-46F2-9F4C-373B996AE568}"/>
              </a:ext>
            </a:extLst>
          </p:cNvPr>
          <p:cNvSpPr>
            <a:spLocks noGrp="1"/>
          </p:cNvSpPr>
          <p:nvPr/>
        </p:nvSpPr>
        <p:spPr>
          <a:xfrm>
            <a:off x="7896200" y="373535"/>
            <a:ext cx="3672408" cy="1384995"/>
          </a:xfrm>
          <a:prstGeom prst="rect">
            <a:avLst/>
          </a:prstGeom>
          <a:ln>
            <a:solidFill>
              <a:schemeClr val="tx1"/>
            </a:solidFill>
          </a:ln>
        </p:spPr>
        <p:txBody>
          <a:bodyPr wrap="square">
            <a:spAutoFit/>
          </a:bodyPr>
          <a:lstStyle/>
          <a:p>
            <a:pPr marL="285750" marR="0" lvl="0" indent="-285750" algn="l" defTabSz="914400">
              <a:lnSpc>
                <a:spcPct val="100000"/>
              </a:lnSpc>
              <a:spcBef>
                <a:spcPts val="0"/>
              </a:spcBef>
              <a:spcAft>
                <a:spcPts val="0"/>
              </a:spcAft>
              <a:buClrTx/>
              <a:buSzTx/>
              <a:buFont typeface="Wingdings"/>
              <a:buChar char="§"/>
            </a:pPr>
            <a:r>
              <a:rPr sz="2800" b="1" i="0" u="none" cap="none" spc="0">
                <a:ln>
                  <a:noFill/>
                </a:ln>
                <a:solidFill>
                  <a:srgbClr val="FF0000"/>
                </a:solidFill>
                <a:latin typeface="Calibri"/>
                <a:ea typeface="Calibri"/>
                <a:cs typeface="Calibri"/>
              </a:rPr>
              <a:t>Analytics</a:t>
            </a:r>
          </a:p>
          <a:p>
            <a:pPr marL="285750" marR="0" lvl="0" indent="-285750" algn="l" defTabSz="914400">
              <a:lnSpc>
                <a:spcPct val="100000"/>
              </a:lnSpc>
              <a:spcBef>
                <a:spcPts val="0"/>
              </a:spcBef>
              <a:spcAft>
                <a:spcPts val="0"/>
              </a:spcAft>
              <a:buClrTx/>
              <a:buSzTx/>
              <a:buFont typeface="Wingdings"/>
              <a:buChar char="§"/>
            </a:pPr>
            <a:r>
              <a:rPr sz="2800" b="1" i="0" u="none" cap="none" spc="0">
                <a:ln>
                  <a:noFill/>
                </a:ln>
                <a:solidFill>
                  <a:srgbClr val="FFC000"/>
                </a:solidFill>
                <a:latin typeface="Calibri"/>
                <a:ea typeface="Calibri"/>
                <a:cs typeface="Calibri"/>
              </a:rPr>
              <a:t>Business</a:t>
            </a:r>
          </a:p>
          <a:p>
            <a:pPr marL="285750" marR="0" lvl="0" indent="-285750" algn="l" defTabSz="914400">
              <a:lnSpc>
                <a:spcPct val="100000"/>
              </a:lnSpc>
              <a:spcBef>
                <a:spcPts val="0"/>
              </a:spcBef>
              <a:spcAft>
                <a:spcPts val="0"/>
              </a:spcAft>
              <a:buClrTx/>
              <a:buSzTx/>
              <a:buFont typeface="Wingdings"/>
              <a:buChar char="§"/>
            </a:pPr>
            <a:r>
              <a:rPr sz="2800" b="1" i="0" u="none" cap="none" spc="0">
                <a:ln>
                  <a:noFill/>
                </a:ln>
                <a:solidFill>
                  <a:srgbClr val="00B050"/>
                </a:solidFill>
                <a:latin typeface="Calibri"/>
                <a:ea typeface="Calibri"/>
                <a:cs typeface="Calibri"/>
              </a:rPr>
              <a:t>Computer science</a:t>
            </a:r>
            <a:endParaRPr sz="2800" b="1" i="0" u="none" kern="1200" cap="none" spc="0" baseline="0">
              <a:ln>
                <a:noFill/>
              </a:ln>
              <a:solidFill>
                <a:srgbClr val="00B050"/>
              </a:solidFill>
              <a:latin typeface="Calibri"/>
              <a:ea typeface="Calibri"/>
              <a:cs typeface="Calibri"/>
            </a:endParaRPr>
          </a:p>
        </p:txBody>
      </p:sp>
      <p:graphicFrame>
        <p:nvGraphicFramePr>
          <p:cNvPr id="43" name="Table 12"/>
          <p:cNvGraphicFramePr/>
          <p:nvPr/>
        </p:nvGraphicFramePr>
        <p:xfrm>
          <a:off x="596900" y="2132012"/>
          <a:ext cx="10998200" cy="3549650"/>
        </p:xfrm>
        <a:graphic>
          <a:graphicData uri="http://schemas.openxmlformats.org/drawingml/2006/table">
            <a:tbl>
              <a:tblPr/>
              <a:tblGrid>
                <a:gridCol w="1879600">
                  <a:extLst>
                    <a:ext uri="{9D8B030D-6E8A-4147-A177-3AD203B41FA5}">
                      <a16:colId xmlns:a16="http://schemas.microsoft.com/office/drawing/2014/main" val="20000"/>
                    </a:ext>
                  </a:extLst>
                </a:gridCol>
                <a:gridCol w="2197100">
                  <a:extLst>
                    <a:ext uri="{9D8B030D-6E8A-4147-A177-3AD203B41FA5}">
                      <a16:colId xmlns:a16="http://schemas.microsoft.com/office/drawing/2014/main" val="20001"/>
                    </a:ext>
                  </a:extLst>
                </a:gridCol>
                <a:gridCol w="1282700">
                  <a:extLst>
                    <a:ext uri="{9D8B030D-6E8A-4147-A177-3AD203B41FA5}">
                      <a16:colId xmlns:a16="http://schemas.microsoft.com/office/drawing/2014/main" val="20002"/>
                    </a:ext>
                  </a:extLst>
                </a:gridCol>
                <a:gridCol w="1790700">
                  <a:extLst>
                    <a:ext uri="{9D8B030D-6E8A-4147-A177-3AD203B41FA5}">
                      <a16:colId xmlns:a16="http://schemas.microsoft.com/office/drawing/2014/main" val="20003"/>
                    </a:ext>
                  </a:extLst>
                </a:gridCol>
                <a:gridCol w="1765300">
                  <a:extLst>
                    <a:ext uri="{9D8B030D-6E8A-4147-A177-3AD203B41FA5}">
                      <a16:colId xmlns:a16="http://schemas.microsoft.com/office/drawing/2014/main" val="20004"/>
                    </a:ext>
                  </a:extLst>
                </a:gridCol>
                <a:gridCol w="2082800">
                  <a:extLst>
                    <a:ext uri="{9D8B030D-6E8A-4147-A177-3AD203B41FA5}">
                      <a16:colId xmlns:a16="http://schemas.microsoft.com/office/drawing/2014/main" val="20005"/>
                    </a:ext>
                  </a:extLst>
                </a:gridCol>
              </a:tblGrid>
              <a:tr h="387350">
                <a:tc gridSpan="3">
                  <a:txBody>
                    <a:bodyPr/>
                    <a:lstStyle/>
                    <a:p>
                      <a:pPr lvl="0" defTabSz="457200">
                        <a:buNone/>
                      </a:pPr>
                      <a:r>
                        <a:rPr sz="2400" b="1" i="0">
                          <a:solidFill>
                            <a:srgbClr val="FFFFFF"/>
                          </a:solidFill>
                        </a:rPr>
                        <a:t>1st Semester</a:t>
                      </a:r>
                      <a:endParaRPr sz="2400" b="1">
                        <a:solidFill>
                          <a:srgbClr val="FFFFFF"/>
                        </a:solidFill>
                      </a:endParaRPr>
                    </a:p>
                  </a:txBody>
                  <a:tcPr marL="6350" marR="6350" marT="6350" marB="0" anchor="ctr">
                    <a:lnL w="12700" cmpd="sng">
                      <a:solidFill>
                        <a:srgbClr val="FFFFFF"/>
                      </a:solidFill>
                      <a:prstDash val="solid"/>
                    </a:lnL>
                    <a:lnR w="12700" cmpd="sng">
                      <a:solidFill>
                        <a:srgbClr val="FFFFFF"/>
                      </a:solidFill>
                      <a:prstDash val="solid"/>
                    </a:lnR>
                    <a:lnT w="12700" cmpd="sng">
                      <a:solidFill>
                        <a:srgbClr val="FFFFFF"/>
                      </a:solidFill>
                      <a:prstDash val="solid"/>
                    </a:lnT>
                    <a:lnB w="19050" cmpd="sng">
                      <a:solidFill>
                        <a:srgbClr val="FFFFFF"/>
                      </a:solidFill>
                      <a:prstDash val="solid"/>
                    </a:lnB>
                    <a:solidFill>
                      <a:srgbClr val="BEB511"/>
                    </a:solidFill>
                  </a:tcPr>
                </a:tc>
                <a:tc hMerge="1">
                  <a:txBody>
                    <a:bodyPr/>
                    <a:lstStyle/>
                    <a:p>
                      <a:endParaRPr/>
                    </a:p>
                  </a:txBody>
                  <a:tcPr/>
                </a:tc>
                <a:tc hMerge="1">
                  <a:txBody>
                    <a:bodyPr/>
                    <a:lstStyle/>
                    <a:p>
                      <a:endParaRPr/>
                    </a:p>
                  </a:txBody>
                  <a:tcPr/>
                </a:tc>
                <a:tc gridSpan="3">
                  <a:txBody>
                    <a:bodyPr/>
                    <a:lstStyle/>
                    <a:p>
                      <a:pPr lvl="0" defTabSz="457200">
                        <a:buNone/>
                      </a:pPr>
                      <a:r>
                        <a:rPr sz="2400" b="1" i="0">
                          <a:solidFill>
                            <a:srgbClr val="FFFFFF"/>
                          </a:solidFill>
                        </a:rPr>
                        <a:t>2nd Semester</a:t>
                      </a:r>
                    </a:p>
                  </a:txBody>
                  <a:tcPr marL="6350" marR="6350" marT="6350" marB="0" anchor="ctr">
                    <a:lnL w="12700" cmpd="sng">
                      <a:solidFill>
                        <a:srgbClr val="FFFFFF"/>
                      </a:solidFill>
                      <a:prstDash val="solid"/>
                    </a:lnL>
                    <a:lnR w="12700" cmpd="sng">
                      <a:solidFill>
                        <a:srgbClr val="FFFFFF"/>
                      </a:solidFill>
                      <a:prstDash val="solid"/>
                    </a:lnR>
                    <a:lnT w="12700" cmpd="sng">
                      <a:solidFill>
                        <a:srgbClr val="FFFFFF"/>
                      </a:solidFill>
                      <a:prstDash val="solid"/>
                    </a:lnT>
                    <a:lnB w="19050" cmpd="sng">
                      <a:solidFill>
                        <a:srgbClr val="FFFFFF"/>
                      </a:solidFill>
                      <a:prstDash val="solid"/>
                    </a:lnB>
                    <a:solidFill>
                      <a:srgbClr val="BEB511"/>
                    </a:solidFill>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666750">
                <a:tc>
                  <a:txBody>
                    <a:bodyPr/>
                    <a:lstStyle/>
                    <a:p>
                      <a:pPr algn="ctr">
                        <a:buNone/>
                      </a:pPr>
                      <a:r>
                        <a:rPr sz="1600" b="1" i="0" u="none">
                          <a:solidFill>
                            <a:srgbClr val="000000"/>
                          </a:solidFill>
                          <a:latin typeface="Times New Roman"/>
                          <a:ea typeface="Times New Roman"/>
                          <a:cs typeface="Times New Roman"/>
                        </a:rPr>
                        <a:t>Block 1</a:t>
                      </a:r>
                    </a:p>
                  </a:txBody>
                  <a:tcPr marL="6350" marR="6350" marT="6350" marB="0" anchor="ctr">
                    <a:lnL>
                      <a:noFill/>
                    </a:lnL>
                    <a:lnR w="12700" cmpd="sng">
                      <a:solidFill>
                        <a:srgbClr val="FFFFFF"/>
                      </a:solidFill>
                      <a:prstDash val="solid"/>
                    </a:lnR>
                    <a:lnT w="19050" cmpd="sng">
                      <a:solidFill>
                        <a:srgbClr val="FFFFFF"/>
                      </a:solidFill>
                      <a:prstDash val="solid"/>
                    </a:lnT>
                    <a:lnB w="12700" cmpd="sng">
                      <a:solidFill>
                        <a:srgbClr val="FFFFFF"/>
                      </a:solidFill>
                      <a:prstDash val="solid"/>
                    </a:lnB>
                    <a:solidFill>
                      <a:srgbClr val="E5D94F"/>
                    </a:solidFill>
                  </a:tcPr>
                </a:tc>
                <a:tc>
                  <a:txBody>
                    <a:bodyPr/>
                    <a:lstStyle/>
                    <a:p>
                      <a:pPr algn="ctr">
                        <a:buNone/>
                      </a:pPr>
                      <a:r>
                        <a:rPr sz="1600" b="1" i="0" u="none">
                          <a:solidFill>
                            <a:srgbClr val="000000"/>
                          </a:solidFill>
                          <a:latin typeface="Times New Roman"/>
                          <a:ea typeface="Times New Roman"/>
                          <a:cs typeface="Times New Roman"/>
                        </a:rPr>
                        <a:t>Block 2</a:t>
                      </a:r>
                    </a:p>
                  </a:txBody>
                  <a:tcPr marL="6350" marR="6350" marT="6350" marB="0" anchor="ctr">
                    <a:lnL w="12700" cmpd="sng">
                      <a:solidFill>
                        <a:srgbClr val="FFFFFF"/>
                      </a:solidFill>
                      <a:prstDash val="solid"/>
                    </a:lnL>
                    <a:lnR w="12700" cmpd="sng">
                      <a:solidFill>
                        <a:srgbClr val="FFFFFF"/>
                      </a:solidFill>
                      <a:prstDash val="solid"/>
                    </a:lnR>
                    <a:lnT w="19050" cmpd="sng">
                      <a:solidFill>
                        <a:srgbClr val="FFFFFF"/>
                      </a:solidFill>
                      <a:prstDash val="solid"/>
                    </a:lnT>
                    <a:lnB w="12700" cmpd="sng">
                      <a:solidFill>
                        <a:srgbClr val="FFFFFF"/>
                      </a:solidFill>
                      <a:prstDash val="solid"/>
                    </a:lnB>
                    <a:solidFill>
                      <a:srgbClr val="E5D94F"/>
                    </a:solidFill>
                  </a:tcPr>
                </a:tc>
                <a:tc>
                  <a:txBody>
                    <a:bodyPr/>
                    <a:lstStyle/>
                    <a:p>
                      <a:pPr algn="ctr">
                        <a:buNone/>
                      </a:pPr>
                      <a:r>
                        <a:rPr sz="1600" b="1" i="0" u="none">
                          <a:solidFill>
                            <a:srgbClr val="000000"/>
                          </a:solidFill>
                          <a:latin typeface="Times New Roman"/>
                          <a:ea typeface="Times New Roman"/>
                          <a:cs typeface="Times New Roman"/>
                        </a:rPr>
                        <a:t>Block 3</a:t>
                      </a:r>
                    </a:p>
                  </a:txBody>
                  <a:tcPr marL="6350" marR="6350" marT="6350" marB="0" anchor="ctr">
                    <a:lnL w="12700" cmpd="sng">
                      <a:solidFill>
                        <a:srgbClr val="FFFFFF"/>
                      </a:solidFill>
                      <a:prstDash val="solid"/>
                    </a:lnL>
                    <a:lnR w="12700" cmpd="sng">
                      <a:solidFill>
                        <a:srgbClr val="FFFFFF"/>
                      </a:solidFill>
                      <a:prstDash val="solid"/>
                    </a:lnR>
                    <a:lnT w="19050" cmpd="sng">
                      <a:solidFill>
                        <a:srgbClr val="FFFFFF"/>
                      </a:solidFill>
                      <a:prstDash val="solid"/>
                    </a:lnT>
                    <a:lnB w="19050" cmpd="sng">
                      <a:solidFill>
                        <a:srgbClr val="FFFFFF"/>
                      </a:solidFill>
                      <a:prstDash val="solid"/>
                    </a:lnB>
                    <a:solidFill>
                      <a:srgbClr val="E5D94F"/>
                    </a:solidFill>
                  </a:tcPr>
                </a:tc>
                <a:tc>
                  <a:txBody>
                    <a:bodyPr/>
                    <a:lstStyle/>
                    <a:p>
                      <a:pPr algn="ctr">
                        <a:buNone/>
                      </a:pPr>
                      <a:r>
                        <a:rPr sz="1600" b="1" i="0" u="none">
                          <a:solidFill>
                            <a:srgbClr val="000000"/>
                          </a:solidFill>
                          <a:latin typeface="Times New Roman"/>
                          <a:ea typeface="Times New Roman"/>
                          <a:cs typeface="Times New Roman"/>
                        </a:rPr>
                        <a:t>Block 4</a:t>
                      </a:r>
                    </a:p>
                  </a:txBody>
                  <a:tcPr marL="6350" marR="6350" marT="6350" marB="0" anchor="ctr">
                    <a:lnL w="12700" cmpd="sng">
                      <a:solidFill>
                        <a:srgbClr val="FFFFFF"/>
                      </a:solidFill>
                      <a:prstDash val="solid"/>
                    </a:lnL>
                    <a:lnR w="12700" cmpd="sng">
                      <a:solidFill>
                        <a:srgbClr val="FFFFFF"/>
                      </a:solidFill>
                      <a:prstDash val="solid"/>
                    </a:lnR>
                    <a:lnT w="19050" cmpd="sng">
                      <a:solidFill>
                        <a:srgbClr val="FFFFFF"/>
                      </a:solidFill>
                      <a:prstDash val="solid"/>
                    </a:lnT>
                    <a:lnB w="12700" cmpd="sng">
                      <a:solidFill>
                        <a:srgbClr val="FFFFFF"/>
                      </a:solidFill>
                      <a:prstDash val="solid"/>
                    </a:lnB>
                    <a:solidFill>
                      <a:srgbClr val="E5D94F"/>
                    </a:solidFill>
                  </a:tcPr>
                </a:tc>
                <a:tc>
                  <a:txBody>
                    <a:bodyPr/>
                    <a:lstStyle/>
                    <a:p>
                      <a:pPr algn="ctr">
                        <a:buNone/>
                      </a:pPr>
                      <a:r>
                        <a:rPr sz="1600" b="1" i="0" u="none">
                          <a:solidFill>
                            <a:srgbClr val="000000"/>
                          </a:solidFill>
                          <a:latin typeface="Times New Roman"/>
                          <a:ea typeface="Times New Roman"/>
                          <a:cs typeface="Times New Roman"/>
                        </a:rPr>
                        <a:t>Block 5</a:t>
                      </a:r>
                    </a:p>
                  </a:txBody>
                  <a:tcPr marL="6350" marR="6350" marT="6350" marB="0" anchor="ctr">
                    <a:lnL w="12700" cmpd="sng">
                      <a:solidFill>
                        <a:srgbClr val="FFFFFF"/>
                      </a:solidFill>
                      <a:prstDash val="solid"/>
                    </a:lnL>
                    <a:lnR w="12700" cmpd="sng">
                      <a:solidFill>
                        <a:srgbClr val="FFFFFF"/>
                      </a:solidFill>
                      <a:prstDash val="solid"/>
                    </a:lnR>
                    <a:lnT w="19050" cmpd="sng">
                      <a:solidFill>
                        <a:srgbClr val="FFFFFF"/>
                      </a:solidFill>
                      <a:prstDash val="solid"/>
                    </a:lnT>
                    <a:lnB w="12700" cmpd="sng">
                      <a:solidFill>
                        <a:srgbClr val="FFFFFF"/>
                      </a:solidFill>
                      <a:prstDash val="solid"/>
                    </a:lnB>
                    <a:solidFill>
                      <a:srgbClr val="E5D94F"/>
                    </a:solidFill>
                  </a:tcPr>
                </a:tc>
                <a:tc>
                  <a:txBody>
                    <a:bodyPr/>
                    <a:lstStyle/>
                    <a:p>
                      <a:pPr algn="ctr">
                        <a:buNone/>
                      </a:pPr>
                      <a:r>
                        <a:rPr sz="1600" b="1" i="0" u="none">
                          <a:solidFill>
                            <a:srgbClr val="000000"/>
                          </a:solidFill>
                          <a:latin typeface="Times New Roman"/>
                          <a:ea typeface="Times New Roman"/>
                          <a:cs typeface="Times New Roman"/>
                        </a:rPr>
                        <a:t>Block 6</a:t>
                      </a:r>
                    </a:p>
                  </a:txBody>
                  <a:tcPr marL="6350" marR="6350" marT="6350" marB="0" anchor="ctr">
                    <a:lnL w="12700" cmpd="sng">
                      <a:solidFill>
                        <a:srgbClr val="FFFFFF"/>
                      </a:solidFill>
                      <a:prstDash val="solid"/>
                    </a:lnL>
                    <a:lnR w="12700" cmpd="sng">
                      <a:solidFill>
                        <a:srgbClr val="FFFFFF"/>
                      </a:solidFill>
                      <a:prstDash val="solid"/>
                    </a:lnR>
                    <a:lnT w="19050" cmpd="sng">
                      <a:solidFill>
                        <a:srgbClr val="FFFFFF"/>
                      </a:solidFill>
                      <a:prstDash val="solid"/>
                    </a:lnT>
                    <a:lnB w="19050" cmpd="sng">
                      <a:solidFill>
                        <a:srgbClr val="FFFFFF"/>
                      </a:solidFill>
                      <a:prstDash val="solid"/>
                    </a:lnB>
                    <a:solidFill>
                      <a:srgbClr val="E5D94F"/>
                    </a:solidFill>
                  </a:tcPr>
                </a:tc>
                <a:extLst>
                  <a:ext uri="{0D108BD9-81ED-4DB2-BD59-A6C34878D82A}">
                    <a16:rowId xmlns:a16="http://schemas.microsoft.com/office/drawing/2014/main" val="10001"/>
                  </a:ext>
                </a:extLst>
              </a:tr>
              <a:tr h="1797050">
                <a:tc rowSpan="2" gridSpan="3">
                  <a:txBody>
                    <a:bodyPr/>
                    <a:lstStyle/>
                    <a:p>
                      <a:pPr algn="ctr">
                        <a:buNone/>
                      </a:pPr>
                      <a:r>
                        <a:rPr sz="1400" b="0" i="0" u="none">
                          <a:solidFill>
                            <a:srgbClr val="000000"/>
                          </a:solidFill>
                          <a:latin typeface="Times New Roman"/>
                          <a:ea typeface="Times New Roman"/>
                          <a:cs typeface="Times New Roman"/>
                        </a:rPr>
                        <a:t>Bachelor’s Internship Business Analytics</a:t>
                      </a:r>
                    </a:p>
                    <a:p>
                      <a:pPr algn="ctr">
                        <a:buNone/>
                      </a:pPr>
                      <a:r>
                        <a:rPr sz="1400" b="0" i="0" u="none">
                          <a:solidFill>
                            <a:srgbClr val="000000"/>
                          </a:solidFill>
                          <a:latin typeface="Times New Roman"/>
                          <a:ea typeface="Times New Roman"/>
                          <a:cs typeface="Times New Roman"/>
                        </a:rPr>
                        <a:t>(6013B0807)</a:t>
                      </a:r>
                    </a:p>
                    <a:p>
                      <a:pPr algn="ctr">
                        <a:buNone/>
                      </a:pPr>
                      <a:r>
                        <a:rPr sz="1400" b="0" i="0" u="none">
                          <a:solidFill>
                            <a:srgbClr val="000000"/>
                          </a:solidFill>
                          <a:latin typeface="Times New Roman"/>
                          <a:ea typeface="Times New Roman"/>
                          <a:cs typeface="Times New Roman"/>
                        </a:rPr>
                        <a:t>/</a:t>
                      </a:r>
                    </a:p>
                    <a:p>
                      <a:pPr algn="ctr">
                        <a:buNone/>
                      </a:pPr>
                      <a:r>
                        <a:rPr sz="1400" b="0" i="0" u="none">
                          <a:solidFill>
                            <a:srgbClr val="000000"/>
                          </a:solidFill>
                          <a:latin typeface="Times New Roman"/>
                          <a:ea typeface="Times New Roman"/>
                          <a:cs typeface="Times New Roman"/>
                        </a:rPr>
                        <a:t>International exchange / Minor / Electives</a:t>
                      </a:r>
                    </a:p>
                  </a:txBody>
                  <a:tcPr marL="6350" marR="6350" marT="6350" marB="0" anchor="ctr">
                    <a:lnL w="12700" cmpd="sng">
                      <a:solidFill>
                        <a:srgbClr val="FFFFFF"/>
                      </a:solidFill>
                      <a:prstDash val="solid"/>
                    </a:lnL>
                    <a:lnR w="19050" cmpd="sng">
                      <a:solidFill>
                        <a:srgbClr val="FFFFFF"/>
                      </a:solidFill>
                      <a:prstDash val="solid"/>
                    </a:lnR>
                    <a:lnT w="12700" cmpd="sng">
                      <a:solidFill>
                        <a:srgbClr val="FFFFFF"/>
                      </a:solidFill>
                      <a:prstDash val="solid"/>
                    </a:lnT>
                    <a:lnB w="12700" cmpd="sng">
                      <a:solidFill>
                        <a:srgbClr val="FFFFFF"/>
                      </a:solidFill>
                      <a:prstDash val="solid"/>
                    </a:lnB>
                    <a:solidFill>
                      <a:srgbClr val="A5CFC7"/>
                    </a:solidFill>
                  </a:tcPr>
                </a:tc>
                <a:tc rowSpan="2" hMerge="1">
                  <a:txBody>
                    <a:bodyPr/>
                    <a:lstStyle/>
                    <a:p>
                      <a:endParaRPr/>
                    </a:p>
                  </a:txBody>
                  <a:tcPr/>
                </a:tc>
                <a:tc rowSpan="2" hMerge="1">
                  <a:txBody>
                    <a:bodyPr/>
                    <a:lstStyle/>
                    <a:p>
                      <a:endParaRPr/>
                    </a:p>
                  </a:txBody>
                  <a:tcPr/>
                </a:tc>
                <a:tc>
                  <a:txBody>
                    <a:bodyPr/>
                    <a:lstStyle/>
                    <a:p>
                      <a:pPr algn="ctr">
                        <a:buNone/>
                      </a:pPr>
                      <a:r>
                        <a:rPr sz="1400" b="0" i="0" u="none">
                          <a:solidFill>
                            <a:srgbClr val="000000"/>
                          </a:solidFill>
                          <a:latin typeface="Times New Roman"/>
                          <a:ea typeface="Times New Roman"/>
                          <a:cs typeface="Times New Roman"/>
                        </a:rPr>
                        <a:t>Language Technologies and Models</a:t>
                      </a:r>
                    </a:p>
                    <a:p>
                      <a:pPr algn="ctr">
                        <a:buNone/>
                      </a:pPr>
                      <a:r>
                        <a:rPr sz="1400" b="0" i="0" u="none">
                          <a:solidFill>
                            <a:srgbClr val="000000"/>
                          </a:solidFill>
                          <a:latin typeface="Times New Roman"/>
                          <a:ea typeface="Times New Roman"/>
                          <a:cs typeface="Times New Roman"/>
                        </a:rPr>
                        <a:t>(6013B0808)</a:t>
                      </a:r>
                    </a:p>
                  </a:txBody>
                  <a:tcPr marL="6350" marR="6350" marT="6350" marB="0" anchor="ctr">
                    <a:lnL w="19050" cmpd="sng">
                      <a:solidFill>
                        <a:srgbClr val="FFFFFF"/>
                      </a:solidFill>
                      <a:prstDash val="solid"/>
                    </a:lnL>
                    <a:lnR w="12700" cmpd="sng">
                      <a:solidFill>
                        <a:srgbClr val="FFFFFF"/>
                      </a:solidFill>
                      <a:prstDash val="solid"/>
                    </a:lnR>
                    <a:lnT w="12700" cmpd="sng">
                      <a:solidFill>
                        <a:srgbClr val="FFFFFF"/>
                      </a:solidFill>
                      <a:prstDash val="solid"/>
                    </a:lnT>
                    <a:lnB w="19050" cmpd="sng">
                      <a:solidFill>
                        <a:srgbClr val="FFFFFF"/>
                      </a:solidFill>
                      <a:prstDash val="solid"/>
                    </a:lnB>
                    <a:solidFill>
                      <a:srgbClr val="A5CFC7"/>
                    </a:solidFill>
                  </a:tcPr>
                </a:tc>
                <a:tc>
                  <a:txBody>
                    <a:bodyPr/>
                    <a:lstStyle/>
                    <a:p>
                      <a:pPr algn="ctr">
                        <a:buNone/>
                      </a:pPr>
                      <a:r>
                        <a:rPr sz="1400" b="0" i="0" u="none">
                          <a:solidFill>
                            <a:srgbClr val="000000"/>
                          </a:solidFill>
                          <a:latin typeface="Times New Roman"/>
                          <a:ea typeface="Times New Roman"/>
                          <a:cs typeface="Times New Roman"/>
                        </a:rPr>
                        <a:t>Computer Systems and Engineering –</a:t>
                      </a:r>
                    </a:p>
                    <a:p>
                      <a:pPr algn="ctr">
                        <a:buNone/>
                      </a:pPr>
                      <a:r>
                        <a:rPr sz="1400" b="0" i="0" u="none">
                          <a:solidFill>
                            <a:srgbClr val="000000"/>
                          </a:solidFill>
                          <a:latin typeface="Times New Roman"/>
                          <a:ea typeface="Times New Roman"/>
                          <a:cs typeface="Times New Roman"/>
                        </a:rPr>
                        <a:t>Information and Data Management</a:t>
                      </a:r>
                    </a:p>
                    <a:p>
                      <a:pPr algn="ctr">
                        <a:buNone/>
                      </a:pPr>
                      <a:r>
                        <a:rPr sz="1400" b="0" i="0" u="none">
                          <a:solidFill>
                            <a:srgbClr val="000000"/>
                          </a:solidFill>
                          <a:latin typeface="Times New Roman"/>
                          <a:ea typeface="Times New Roman"/>
                          <a:cs typeface="Times New Roman"/>
                        </a:rPr>
                        <a:t>(6013B0803)</a:t>
                      </a:r>
                    </a:p>
                  </a:txBody>
                  <a:tcPr marL="6350" marR="6350" marT="6350" marB="0" anchor="ctr">
                    <a:lnL w="12700" cmpd="sng">
                      <a:solidFill>
                        <a:srgbClr val="FFFFFF"/>
                      </a:solidFill>
                      <a:prstDash val="solid"/>
                    </a:lnL>
                    <a:lnR w="19050" cmpd="sng">
                      <a:solidFill>
                        <a:srgbClr val="FFFFFF"/>
                      </a:solidFill>
                      <a:prstDash val="solid"/>
                    </a:lnR>
                    <a:lnT w="12700" cmpd="sng">
                      <a:solidFill>
                        <a:srgbClr val="FFFFFF"/>
                      </a:solidFill>
                      <a:prstDash val="solid"/>
                    </a:lnT>
                    <a:lnB w="19050" cmpd="sng">
                      <a:solidFill>
                        <a:srgbClr val="FFFFFF"/>
                      </a:solidFill>
                      <a:prstDash val="solid"/>
                    </a:lnB>
                    <a:solidFill>
                      <a:srgbClr val="A5CFC7"/>
                    </a:solidFill>
                  </a:tcPr>
                </a:tc>
                <a:tc rowSpan="2">
                  <a:txBody>
                    <a:bodyPr/>
                    <a:lstStyle/>
                    <a:p>
                      <a:pPr algn="ctr">
                        <a:buNone/>
                      </a:pPr>
                      <a:r>
                        <a:rPr sz="1400" b="0" i="0" u="none">
                          <a:solidFill>
                            <a:srgbClr val="000000"/>
                          </a:solidFill>
                          <a:latin typeface="Times New Roman"/>
                          <a:ea typeface="Times New Roman"/>
                          <a:cs typeface="Times New Roman"/>
                        </a:rPr>
                        <a:t>Thesis Seminar</a:t>
                      </a:r>
                    </a:p>
                    <a:p>
                      <a:pPr algn="ctr">
                        <a:buNone/>
                      </a:pPr>
                      <a:r>
                        <a:rPr sz="1400" b="0" i="0" u="none">
                          <a:solidFill>
                            <a:srgbClr val="000000"/>
                          </a:solidFill>
                          <a:latin typeface="Times New Roman"/>
                          <a:ea typeface="Times New Roman"/>
                          <a:cs typeface="Times New Roman"/>
                        </a:rPr>
                        <a:t>Research Project</a:t>
                      </a:r>
                    </a:p>
                    <a:p>
                      <a:pPr algn="ctr">
                        <a:buNone/>
                      </a:pPr>
                      <a:r>
                        <a:rPr sz="1400" b="0" i="0" u="none">
                          <a:solidFill>
                            <a:srgbClr val="000000"/>
                          </a:solidFill>
                          <a:latin typeface="Times New Roman"/>
                          <a:ea typeface="Times New Roman"/>
                          <a:cs typeface="Times New Roman"/>
                        </a:rPr>
                        <a:t>6013B0810 · B5–B6</a:t>
                      </a:r>
                    </a:p>
                  </a:txBody>
                  <a:tcPr marL="6350" marR="6350" marT="6350" marB="0" anchor="ctr">
                    <a:lnL w="19050" cmpd="sng">
                      <a:solidFill>
                        <a:srgbClr val="FFFFFF"/>
                      </a:solidFill>
                      <a:prstDash val="solid"/>
                    </a:lnL>
                    <a:lnR w="12700" cmpd="sng">
                      <a:solidFill>
                        <a:srgbClr val="FFFFFF"/>
                      </a:solidFill>
                      <a:prstDash val="solid"/>
                    </a:lnR>
                    <a:lnT w="19050" cmpd="sng">
                      <a:solidFill>
                        <a:srgbClr val="FFFFFF"/>
                      </a:solidFill>
                      <a:prstDash val="solid"/>
                    </a:lnT>
                    <a:lnB w="12700" cmpd="sng">
                      <a:solidFill>
                        <a:srgbClr val="FFFFFF"/>
                      </a:solidFill>
                      <a:prstDash val="solid"/>
                    </a:lnB>
                    <a:solidFill>
                      <a:srgbClr val="A5CFC7"/>
                    </a:solidFill>
                  </a:tcPr>
                </a:tc>
                <a:extLst>
                  <a:ext uri="{0D108BD9-81ED-4DB2-BD59-A6C34878D82A}">
                    <a16:rowId xmlns:a16="http://schemas.microsoft.com/office/drawing/2014/main" val="10002"/>
                  </a:ext>
                </a:extLst>
              </a:tr>
              <a:tr h="698500">
                <a:tc gridSpan="3" vMerge="1">
                  <a:txBody>
                    <a:bodyPr/>
                    <a:lstStyle/>
                    <a:p>
                      <a:endParaRPr/>
                    </a:p>
                  </a:txBody>
                  <a:tcPr/>
                </a:tc>
                <a:tc hMerge="1" vMerge="1">
                  <a:txBody>
                    <a:bodyPr/>
                    <a:lstStyle/>
                    <a:p>
                      <a:endParaRPr/>
                    </a:p>
                  </a:txBody>
                  <a:tcPr/>
                </a:tc>
                <a:tc hMerge="1" vMerge="1">
                  <a:txBody>
                    <a:bodyPr/>
                    <a:lstStyle/>
                    <a:p>
                      <a:endParaRPr/>
                    </a:p>
                  </a:txBody>
                  <a:tcPr/>
                </a:tc>
                <a:tc>
                  <a:txBody>
                    <a:bodyPr/>
                    <a:lstStyle/>
                    <a:p>
                      <a:pPr algn="ctr">
                        <a:buNone/>
                      </a:pPr>
                      <a:r>
                        <a:rPr sz="1400" b="0" i="0" u="none">
                          <a:solidFill>
                            <a:srgbClr val="000000"/>
                          </a:solidFill>
                          <a:latin typeface="Times New Roman"/>
                          <a:ea typeface="Times New Roman"/>
                          <a:cs typeface="Times New Roman"/>
                        </a:rPr>
                        <a:t>Marketing Analytics</a:t>
                      </a:r>
                    </a:p>
                    <a:p>
                      <a:pPr algn="ctr">
                        <a:buNone/>
                      </a:pPr>
                      <a:r>
                        <a:rPr sz="1400" b="0" i="0" u="none">
                          <a:solidFill>
                            <a:srgbClr val="000000"/>
                          </a:solidFill>
                          <a:latin typeface="Times New Roman"/>
                          <a:ea typeface="Times New Roman"/>
                          <a:cs typeface="Times New Roman"/>
                        </a:rPr>
                        <a:t>(6013B0806)</a:t>
                      </a:r>
                    </a:p>
                  </a:txBody>
                  <a:tcPr marL="6350" marR="6350" marT="6350" marB="0" anchor="ctr">
                    <a:lnL w="19050" cmpd="sng">
                      <a:solidFill>
                        <a:srgbClr val="FFFFFF"/>
                      </a:solidFill>
                      <a:prstDash val="solid"/>
                    </a:lnL>
                    <a:lnR w="12700" cmpd="sng">
                      <a:solidFill>
                        <a:srgbClr val="FFFFFF"/>
                      </a:solidFill>
                      <a:prstDash val="solid"/>
                    </a:lnR>
                    <a:lnT w="19050" cmpd="sng">
                      <a:solidFill>
                        <a:srgbClr val="FFFFFF"/>
                      </a:solidFill>
                      <a:prstDash val="solid"/>
                    </a:lnT>
                    <a:lnB w="12700" cmpd="sng">
                      <a:solidFill>
                        <a:srgbClr val="FFFFFF"/>
                      </a:solidFill>
                      <a:prstDash val="solid"/>
                    </a:lnB>
                    <a:solidFill>
                      <a:srgbClr val="A5CFC7"/>
                    </a:solidFill>
                  </a:tcPr>
                </a:tc>
                <a:tc>
                  <a:txBody>
                    <a:bodyPr/>
                    <a:lstStyle/>
                    <a:p>
                      <a:pPr algn="ctr">
                        <a:buNone/>
                      </a:pPr>
                      <a:r>
                        <a:rPr sz="1400" b="0" i="0" u="none">
                          <a:solidFill>
                            <a:srgbClr val="000000"/>
                          </a:solidFill>
                          <a:latin typeface="Times New Roman"/>
                          <a:ea typeface="Times New Roman"/>
                          <a:cs typeface="Times New Roman"/>
                        </a:rPr>
                        <a:t>Skills · B5–B6</a:t>
                      </a:r>
                    </a:p>
                    <a:p>
                      <a:pPr algn="ctr">
                        <a:buNone/>
                      </a:pPr>
                      <a:r>
                        <a:rPr sz="1400" b="0" i="0" u="none">
                          <a:solidFill>
                            <a:srgbClr val="000000"/>
                          </a:solidFill>
                          <a:latin typeface="Times New Roman"/>
                          <a:ea typeface="Times New Roman"/>
                          <a:cs typeface="Times New Roman"/>
                        </a:rPr>
                        <a:t>6013B0809</a:t>
                      </a:r>
                    </a:p>
                  </a:txBody>
                  <a:tcPr marL="6350" marR="6350" marT="6350" marB="0" anchor="ctr">
                    <a:lnL w="12700" cmpd="sng">
                      <a:solidFill>
                        <a:srgbClr val="FFFFFF"/>
                      </a:solidFill>
                      <a:prstDash val="solid"/>
                    </a:lnL>
                    <a:lnR w="12700" cmpd="sng">
                      <a:solidFill>
                        <a:srgbClr val="FFFFFF"/>
                      </a:solidFill>
                      <a:prstDash val="solid"/>
                    </a:lnR>
                    <a:lnT w="19050" cmpd="sng">
                      <a:solidFill>
                        <a:srgbClr val="FFFFFF"/>
                      </a:solidFill>
                      <a:prstDash val="solid"/>
                    </a:lnT>
                    <a:lnB w="12700" cmpd="sng">
                      <a:solidFill>
                        <a:srgbClr val="FFFFFF"/>
                      </a:solidFill>
                      <a:prstDash val="solid"/>
                    </a:lnB>
                    <a:solidFill>
                      <a:srgbClr val="A5CFC7"/>
                    </a:solidFill>
                  </a:tcPr>
                </a:tc>
                <a:tc vMerge="1">
                  <a:txBody>
                    <a:bodyPr/>
                    <a:lstStyle/>
                    <a:p>
                      <a:endParaRPr/>
                    </a:p>
                  </a:txBody>
                  <a:tcPr/>
                </a:tc>
                <a:extLst>
                  <a:ext uri="{0D108BD9-81ED-4DB2-BD59-A6C34878D82A}">
                    <a16:rowId xmlns:a16="http://schemas.microsoft.com/office/drawing/2014/main" val="10003"/>
                  </a:ext>
                </a:extLst>
              </a:tr>
            </a:tbl>
          </a:graphicData>
        </a:graphic>
      </p:graphicFrame>
      <p:sp>
        <p:nvSpPr>
          <p:cNvPr id="18" name="Rechthoek 3">
            <a:extLst>
              <a:ext uri="{FF2B5EF4-FFF2-40B4-BE49-F238E27FC236}">
                <a16:creationId xmlns:a16="http://schemas.microsoft.com/office/drawing/2014/main" id="{9597174A-20C0-4F73-9098-1004BDF21270}"/>
              </a:ext>
            </a:extLst>
          </p:cNvPr>
          <p:cNvSpPr>
            <a:spLocks noGrp="1"/>
          </p:cNvSpPr>
          <p:nvPr/>
        </p:nvSpPr>
        <p:spPr>
          <a:xfrm>
            <a:off x="5971457" y="5013177"/>
            <a:ext cx="1770980" cy="668486"/>
          </a:xfrm>
          <a:prstGeom prst="rect">
            <a:avLst/>
          </a:prstGeom>
          <a:noFill/>
          <a:ln w="508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70AD47">
                  <a:lumMod val="60000"/>
                  <a:lumOff val="40000"/>
                </a:srgbClr>
              </a:solidFill>
              <a:latin typeface="Calibri"/>
              <a:ea typeface="Calibri"/>
              <a:cs typeface="Calibri"/>
            </a:endParaRPr>
          </a:p>
        </p:txBody>
      </p:sp>
      <p:sp>
        <p:nvSpPr>
          <p:cNvPr id="22" name="Rechthoek 3">
            <a:extLst>
              <a:ext uri="{FF2B5EF4-FFF2-40B4-BE49-F238E27FC236}">
                <a16:creationId xmlns:a16="http://schemas.microsoft.com/office/drawing/2014/main" id="{0BA8609E-4B07-4822-A328-157E1212B75E}"/>
              </a:ext>
            </a:extLst>
          </p:cNvPr>
          <p:cNvSpPr>
            <a:spLocks noGrp="1"/>
          </p:cNvSpPr>
          <p:nvPr/>
        </p:nvSpPr>
        <p:spPr>
          <a:xfrm>
            <a:off x="5991066" y="3228403"/>
            <a:ext cx="1719610" cy="1712765"/>
          </a:xfrm>
          <a:prstGeom prst="rect">
            <a:avLst/>
          </a:prstGeom>
          <a:noFill/>
          <a:ln w="508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70AD47">
                  <a:lumMod val="60000"/>
                  <a:lumOff val="40000"/>
                </a:srgbClr>
              </a:solidFill>
              <a:latin typeface="Calibri"/>
              <a:ea typeface="Calibri"/>
              <a:cs typeface="Calibri"/>
            </a:endParaRPr>
          </a:p>
        </p:txBody>
      </p:sp>
      <p:sp>
        <p:nvSpPr>
          <p:cNvPr id="24" name="Rechthoek 3">
            <a:extLst>
              <a:ext uri="{FF2B5EF4-FFF2-40B4-BE49-F238E27FC236}">
                <a16:creationId xmlns:a16="http://schemas.microsoft.com/office/drawing/2014/main" id="{66E043C3-2708-4F6C-8FBF-94B1830C7C05}"/>
              </a:ext>
            </a:extLst>
          </p:cNvPr>
          <p:cNvSpPr>
            <a:spLocks noGrp="1"/>
          </p:cNvSpPr>
          <p:nvPr/>
        </p:nvSpPr>
        <p:spPr>
          <a:xfrm>
            <a:off x="7772862" y="3224211"/>
            <a:ext cx="1719610" cy="1712765"/>
          </a:xfrm>
          <a:prstGeom prst="rect">
            <a:avLst/>
          </a:prstGeom>
          <a:noFill/>
          <a:ln w="508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70AD47">
                  <a:lumMod val="60000"/>
                  <a:lumOff val="40000"/>
                </a:srgbClr>
              </a:solidFill>
              <a:latin typeface="Calibri"/>
              <a:ea typeface="Calibri"/>
              <a:cs typeface="Calibri"/>
            </a:endParaRPr>
          </a:p>
        </p:txBody>
      </p:sp>
      <p:sp>
        <p:nvSpPr>
          <p:cNvPr id="6" name="Rechthoek 5">
            <a:extLst>
              <a:ext uri="{FF2B5EF4-FFF2-40B4-BE49-F238E27FC236}">
                <a16:creationId xmlns:a16="http://schemas.microsoft.com/office/drawing/2014/main" id="{1645DB20-B593-4D51-AB19-BF1140E83A13}"/>
              </a:ext>
            </a:extLst>
          </p:cNvPr>
          <p:cNvSpPr>
            <a:spLocks noGrp="1"/>
          </p:cNvSpPr>
          <p:nvPr/>
        </p:nvSpPr>
        <p:spPr>
          <a:xfrm>
            <a:off x="9713689" y="3414554"/>
            <a:ext cx="1601720" cy="207886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Calibri"/>
              <a:ea typeface="Calibri"/>
              <a:cs typeface="Calibri"/>
            </a:endParaRPr>
          </a:p>
        </p:txBody>
      </p:sp>
      <p:sp>
        <p:nvSpPr>
          <p:cNvPr id="25" name="Rechthoek 24">
            <a:extLst>
              <a:ext uri="{FF2B5EF4-FFF2-40B4-BE49-F238E27FC236}">
                <a16:creationId xmlns:a16="http://schemas.microsoft.com/office/drawing/2014/main" id="{103BDD15-B042-47F4-9CD8-4B6E9DF1A72B}"/>
              </a:ext>
            </a:extLst>
          </p:cNvPr>
          <p:cNvSpPr>
            <a:spLocks noGrp="1"/>
          </p:cNvSpPr>
          <p:nvPr/>
        </p:nvSpPr>
        <p:spPr>
          <a:xfrm>
            <a:off x="9599280" y="3334282"/>
            <a:ext cx="1830537" cy="2234412"/>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Calibri"/>
              <a:ea typeface="Calibri"/>
              <a:cs typeface="Calibri"/>
            </a:endParaRPr>
          </a:p>
        </p:txBody>
      </p:sp>
      <p:sp>
        <p:nvSpPr>
          <p:cNvPr id="28" name="Rechthoek 27">
            <a:extLst>
              <a:ext uri="{FF2B5EF4-FFF2-40B4-BE49-F238E27FC236}">
                <a16:creationId xmlns:a16="http://schemas.microsoft.com/office/drawing/2014/main" id="{CE4BD902-4AFD-4C2A-864B-99AD8F0BD801}"/>
              </a:ext>
            </a:extLst>
          </p:cNvPr>
          <p:cNvSpPr>
            <a:spLocks noGrp="1"/>
          </p:cNvSpPr>
          <p:nvPr/>
        </p:nvSpPr>
        <p:spPr>
          <a:xfrm>
            <a:off x="9484873" y="3227600"/>
            <a:ext cx="2059353" cy="2460349"/>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Calibri"/>
              <a:ea typeface="Calibri"/>
              <a:cs typeface="Calibri"/>
            </a:endParaRPr>
          </a:p>
        </p:txBody>
      </p:sp>
      <p:sp>
        <p:nvSpPr>
          <p:cNvPr id="33" name="Rechthoek 32">
            <a:extLst>
              <a:ext uri="{FF2B5EF4-FFF2-40B4-BE49-F238E27FC236}">
                <a16:creationId xmlns:a16="http://schemas.microsoft.com/office/drawing/2014/main" id="{2794A371-6048-4363-AE30-020024001305}"/>
              </a:ext>
            </a:extLst>
          </p:cNvPr>
          <p:cNvSpPr>
            <a:spLocks noGrp="1"/>
          </p:cNvSpPr>
          <p:nvPr/>
        </p:nvSpPr>
        <p:spPr>
          <a:xfrm>
            <a:off x="876588" y="3411165"/>
            <a:ext cx="4844519" cy="207886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Calibri"/>
              <a:ea typeface="Calibri"/>
              <a:cs typeface="Calibri"/>
            </a:endParaRPr>
          </a:p>
        </p:txBody>
      </p:sp>
      <p:sp>
        <p:nvSpPr>
          <p:cNvPr id="34" name="Rechthoek 33">
            <a:extLst>
              <a:ext uri="{FF2B5EF4-FFF2-40B4-BE49-F238E27FC236}">
                <a16:creationId xmlns:a16="http://schemas.microsoft.com/office/drawing/2014/main" id="{A79E8620-0813-4D1D-9818-78B0014907C8}"/>
              </a:ext>
            </a:extLst>
          </p:cNvPr>
          <p:cNvSpPr>
            <a:spLocks noGrp="1"/>
          </p:cNvSpPr>
          <p:nvPr/>
        </p:nvSpPr>
        <p:spPr>
          <a:xfrm>
            <a:off x="762181" y="3330893"/>
            <a:ext cx="5045787" cy="2234412"/>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Calibri"/>
              <a:ea typeface="Calibri"/>
              <a:cs typeface="Calibri"/>
            </a:endParaRPr>
          </a:p>
        </p:txBody>
      </p:sp>
      <p:sp>
        <p:nvSpPr>
          <p:cNvPr id="35" name="Rechthoek 34">
            <a:extLst>
              <a:ext uri="{FF2B5EF4-FFF2-40B4-BE49-F238E27FC236}">
                <a16:creationId xmlns:a16="http://schemas.microsoft.com/office/drawing/2014/main" id="{5BA6BCAE-156C-4E4B-98C2-730E99FF9A90}"/>
              </a:ext>
            </a:extLst>
          </p:cNvPr>
          <p:cNvSpPr>
            <a:spLocks noGrp="1"/>
          </p:cNvSpPr>
          <p:nvPr/>
        </p:nvSpPr>
        <p:spPr>
          <a:xfrm>
            <a:off x="647773" y="3224211"/>
            <a:ext cx="5236485" cy="2460349"/>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Calibri"/>
              <a:ea typeface="Calibri"/>
              <a:cs typeface="Calibri"/>
            </a:endParaRPr>
          </a:p>
        </p:txBody>
      </p:sp>
      <p:sp>
        <p:nvSpPr>
          <p:cNvPr id="36" name="Rechthoek 35">
            <a:extLst>
              <a:ext uri="{FF2B5EF4-FFF2-40B4-BE49-F238E27FC236}">
                <a16:creationId xmlns:a16="http://schemas.microsoft.com/office/drawing/2014/main" id="{7A2AB532-D877-46DC-973D-49F0AD638118}"/>
              </a:ext>
            </a:extLst>
          </p:cNvPr>
          <p:cNvSpPr>
            <a:spLocks noGrp="1"/>
          </p:cNvSpPr>
          <p:nvPr/>
        </p:nvSpPr>
        <p:spPr>
          <a:xfrm>
            <a:off x="7968208" y="5157192"/>
            <a:ext cx="1318809" cy="40811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Calibri"/>
              <a:ea typeface="Calibri"/>
              <a:cs typeface="Calibri"/>
            </a:endParaRPr>
          </a:p>
        </p:txBody>
      </p:sp>
      <p:sp>
        <p:nvSpPr>
          <p:cNvPr id="38" name="Rechthoek 37">
            <a:extLst>
              <a:ext uri="{FF2B5EF4-FFF2-40B4-BE49-F238E27FC236}">
                <a16:creationId xmlns:a16="http://schemas.microsoft.com/office/drawing/2014/main" id="{335AEF72-71F6-452D-864B-59C1A5EF1BD0}"/>
              </a:ext>
            </a:extLst>
          </p:cNvPr>
          <p:cNvSpPr>
            <a:spLocks noGrp="1"/>
          </p:cNvSpPr>
          <p:nvPr/>
        </p:nvSpPr>
        <p:spPr>
          <a:xfrm>
            <a:off x="7829637" y="5038444"/>
            <a:ext cx="1604362" cy="668486"/>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Calibri"/>
              <a:ea typeface="Calibri"/>
              <a:cs typeface="Calibri"/>
            </a:endParaRPr>
          </a:p>
        </p:txBody>
      </p:sp>
      <p:sp>
        <p:nvSpPr>
          <p:cNvPr id="39" name="Rechthoek 38">
            <a:extLst>
              <a:ext uri="{FF2B5EF4-FFF2-40B4-BE49-F238E27FC236}">
                <a16:creationId xmlns:a16="http://schemas.microsoft.com/office/drawing/2014/main" id="{600A6CAC-65F5-4A1F-B4F7-C512A562233B}"/>
              </a:ext>
            </a:extLst>
          </p:cNvPr>
          <p:cNvSpPr>
            <a:spLocks noGrp="1"/>
          </p:cNvSpPr>
          <p:nvPr/>
        </p:nvSpPr>
        <p:spPr>
          <a:xfrm>
            <a:off x="7901196" y="5085184"/>
            <a:ext cx="1462314" cy="537974"/>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Calibri"/>
              <a:ea typeface="Calibri"/>
              <a:cs typeface="Calibri"/>
            </a:endParaRPr>
          </a:p>
        </p:txBody>
      </p:sp>
      <p:sp>
        <p:nvSpPr>
          <p:cNvPr id="5" name="Footer Placeholder 4">
            <a:extLst>
              <a:ext uri="{FF2B5EF4-FFF2-40B4-BE49-F238E27FC236}">
                <a16:creationId xmlns:a16="http://schemas.microsoft.com/office/drawing/2014/main" id="{4ACD25A8-5C5F-4113-2F48-2B29A6B407EC}"/>
              </a:ext>
            </a:extLst>
          </p:cNvPr>
          <p:cNvSpPr>
            <a:spLocks noGrp="1"/>
          </p:cNvSpPr>
          <p:nvPr>
            <p:ph type="ftr" idx="11"/>
          </p:nvPr>
        </p:nvSpPr>
        <p:spPr/>
        <p:txBody>
          <a:bodyPr/>
          <a:lstStyle/>
          <a:p>
            <a:r>
              <a:rPr lang="en-US"/>
              <a:t>Analytics for a Better World, Lecture 1</a:t>
            </a:r>
            <a:endParaRPr/>
          </a:p>
        </p:txBody>
      </p:sp>
      <p:sp>
        <p:nvSpPr>
          <p:cNvPr id="7" name="Slide Number Placeholder 6">
            <a:extLst>
              <a:ext uri="{FF2B5EF4-FFF2-40B4-BE49-F238E27FC236}">
                <a16:creationId xmlns:a16="http://schemas.microsoft.com/office/drawing/2014/main" id="{38BBB795-4F9A-AB73-BD35-9FB498D37385}"/>
              </a:ext>
            </a:extLst>
          </p:cNvPr>
          <p:cNvSpPr>
            <a:spLocks noGrp="1"/>
          </p:cNvSpPr>
          <p:nvPr>
            <p:ph type="sldNum" idx="12"/>
          </p:nvPr>
        </p:nvSpPr>
        <p:spPr/>
        <p:txBody>
          <a:bodyPr/>
          <a:lstStyle/>
          <a:p>
            <a:fld id="{D7B5DC5B-6873-43DB-ADC7-B15ACCE0DFDB}" type="slidenum">
              <a:rPr/>
              <a:t>47</a:t>
            </a:fld>
            <a:endParaRPr/>
          </a:p>
        </p:txBody>
      </p:sp>
    </p:spTree>
    <p:extLst>
      <p:ext uri="{BB962C8B-B14F-4D97-AF65-F5344CB8AC3E}">
        <p14:creationId xmlns:p14="http://schemas.microsoft.com/office/powerpoint/2010/main" val="211641655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E2C0ED-9347-4361-B5FD-3F64777F70CE}"/>
              </a:ext>
            </a:extLst>
          </p:cNvPr>
          <p:cNvSpPr>
            <a:spLocks noGrp="1"/>
          </p:cNvSpPr>
          <p:nvPr>
            <p:ph type="title"/>
          </p:nvPr>
        </p:nvSpPr>
        <p:spPr>
          <a:xfrm>
            <a:off x="515937" y="720000"/>
            <a:ext cx="11160125" cy="872263"/>
          </a:xfrm>
        </p:spPr>
        <p:txBody>
          <a:bodyPr anchor="ctr">
            <a:normAutofit/>
          </a:bodyPr>
          <a:lstStyle/>
          <a:p>
            <a:r>
              <a:rPr lang="en-US" noProof="0"/>
              <a:t>Lecture Goals</a:t>
            </a:r>
            <a:r>
              <a:rPr lang="en-US" dirty="0"/>
              <a:t>	</a:t>
            </a:r>
          </a:p>
        </p:txBody>
      </p:sp>
      <p:sp>
        <p:nvSpPr>
          <p:cNvPr id="4" name="Footer Placeholder 3">
            <a:extLst>
              <a:ext uri="{FF2B5EF4-FFF2-40B4-BE49-F238E27FC236}">
                <a16:creationId xmlns:a16="http://schemas.microsoft.com/office/drawing/2014/main" id="{D10111A4-D269-2E1A-D509-2EB8A52DE8DA}"/>
              </a:ext>
            </a:extLst>
          </p:cNvPr>
          <p:cNvSpPr>
            <a:spLocks noGrp="1"/>
          </p:cNvSpPr>
          <p:nvPr>
            <p:ph type="ftr" sz="quarter" idx="11"/>
          </p:nvPr>
        </p:nvSpPr>
        <p:spPr>
          <a:xfrm>
            <a:off x="720000" y="6346209"/>
            <a:ext cx="4114800" cy="151790"/>
          </a:xfrm>
        </p:spPr>
        <p:txBody>
          <a:bodyPr anchor="ctr">
            <a:normAutofit/>
          </a:bodyPr>
          <a:lstStyle/>
          <a:p>
            <a:pPr>
              <a:lnSpc>
                <a:spcPct val="90000"/>
              </a:lnSpc>
              <a:spcAft>
                <a:spcPts val="600"/>
              </a:spcAft>
            </a:pPr>
            <a:r>
              <a:rPr lang="en-US" noProof="0"/>
              <a:t>Analytics for a Better World, Lecture 1</a:t>
            </a:r>
            <a:endParaRPr lang="nl-NL" noProof="0"/>
          </a:p>
        </p:txBody>
      </p:sp>
      <p:sp>
        <p:nvSpPr>
          <p:cNvPr id="6" name="Slide Number Placeholder 5">
            <a:extLst>
              <a:ext uri="{FF2B5EF4-FFF2-40B4-BE49-F238E27FC236}">
                <a16:creationId xmlns:a16="http://schemas.microsoft.com/office/drawing/2014/main" id="{8DF77D3C-3AE3-5C8F-D5F8-9B7927C8A930}"/>
              </a:ext>
            </a:extLst>
          </p:cNvPr>
          <p:cNvSpPr>
            <a:spLocks noGrp="1"/>
          </p:cNvSpPr>
          <p:nvPr>
            <p:ph type="sldNum" sz="quarter" idx="12"/>
          </p:nvPr>
        </p:nvSpPr>
        <p:spPr>
          <a:xfrm>
            <a:off x="11187403" y="6346209"/>
            <a:ext cx="284597" cy="151790"/>
          </a:xfrm>
        </p:spPr>
        <p:txBody>
          <a:bodyPr anchor="ctr">
            <a:normAutofit/>
          </a:bodyPr>
          <a:lstStyle/>
          <a:p>
            <a:pPr>
              <a:lnSpc>
                <a:spcPct val="90000"/>
              </a:lnSpc>
              <a:spcAft>
                <a:spcPts val="600"/>
              </a:spcAft>
            </a:pPr>
            <a:fld id="{D7B5DC5B-6873-43DB-ADC7-B15ACCE0DFDB}" type="slidenum">
              <a:rPr lang="nl-NL" noProof="0" smtClean="0"/>
              <a:pPr>
                <a:lnSpc>
                  <a:spcPct val="90000"/>
                </a:lnSpc>
                <a:spcAft>
                  <a:spcPts val="600"/>
                </a:spcAft>
              </a:pPr>
              <a:t>48</a:t>
            </a:fld>
            <a:endParaRPr lang="nl-NL" noProof="0"/>
          </a:p>
        </p:txBody>
      </p:sp>
      <p:graphicFrame>
        <p:nvGraphicFramePr>
          <p:cNvPr id="5" name="Content Placeholder 1">
            <a:extLst>
              <a:ext uri="{FF2B5EF4-FFF2-40B4-BE49-F238E27FC236}">
                <a16:creationId xmlns:a16="http://schemas.microsoft.com/office/drawing/2014/main" id="{AAA0C621-4057-47A3-8ADB-2342AF7A7269}"/>
              </a:ext>
            </a:extLst>
          </p:cNvPr>
          <p:cNvGraphicFramePr>
            <a:graphicFrameLocks noGrp="1"/>
          </p:cNvGraphicFramePr>
          <p:nvPr>
            <p:ph idx="1"/>
          </p:nvPr>
        </p:nvGraphicFramePr>
        <p:xfrm>
          <a:off x="515937" y="2000621"/>
          <a:ext cx="11160125" cy="38055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013234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ands-on session at ESC 2018? – FAULT2SHA">
            <a:extLst>
              <a:ext uri="{FF2B5EF4-FFF2-40B4-BE49-F238E27FC236}">
                <a16:creationId xmlns:a16="http://schemas.microsoft.com/office/drawing/2014/main" id="{95421FED-E895-4E6F-BFDD-5C9F3AE34D4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56361" y="1481498"/>
            <a:ext cx="5735639" cy="3570435"/>
          </a:xfrm>
          <a:prstGeom prst="rect">
            <a:avLst/>
          </a:prstGeom>
          <a:solidFill>
            <a:srgbClr val="FFFFFF"/>
          </a:solidFill>
        </p:spPr>
      </p:pic>
      <p:pic>
        <p:nvPicPr>
          <p:cNvPr id="7" name="Picture 2" descr="Afbeeldingsresultaat voor python">
            <a:extLst>
              <a:ext uri="{FF2B5EF4-FFF2-40B4-BE49-F238E27FC236}">
                <a16:creationId xmlns:a16="http://schemas.microsoft.com/office/drawing/2014/main" id="{30017A30-9BB9-4A0C-BC0A-B9F6D28F80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tretch/>
        </p:blipFill>
        <p:spPr bwMode="auto">
          <a:xfrm>
            <a:off x="6456361" y="4659324"/>
            <a:ext cx="5447928" cy="1838675"/>
          </a:xfrm>
          <a:prstGeom prst="rect">
            <a:avLst/>
          </a:prstGeom>
          <a:solidFill>
            <a:srgbClr val="FFFFFF"/>
          </a:solidFill>
        </p:spPr>
      </p:pic>
      <p:sp>
        <p:nvSpPr>
          <p:cNvPr id="3" name="Title 2">
            <a:extLst>
              <a:ext uri="{FF2B5EF4-FFF2-40B4-BE49-F238E27FC236}">
                <a16:creationId xmlns:a16="http://schemas.microsoft.com/office/drawing/2014/main" id="{25A4E94D-6D67-44BA-AD64-47EA28BF4315}"/>
              </a:ext>
            </a:extLst>
          </p:cNvPr>
          <p:cNvSpPr>
            <a:spLocks noGrp="1"/>
          </p:cNvSpPr>
          <p:nvPr>
            <p:ph type="title"/>
          </p:nvPr>
        </p:nvSpPr>
        <p:spPr/>
        <p:txBody>
          <a:bodyPr anchor="b">
            <a:normAutofit fontScale="90000"/>
          </a:bodyPr>
          <a:lstStyle/>
          <a:p>
            <a:r>
              <a:rPr lang="en-US" dirty="0"/>
              <a:t>This course is very hands-on… how and on what?</a:t>
            </a:r>
          </a:p>
        </p:txBody>
      </p:sp>
      <p:sp>
        <p:nvSpPr>
          <p:cNvPr id="1028" name="Text Placeholder 3">
            <a:extLst>
              <a:ext uri="{FF2B5EF4-FFF2-40B4-BE49-F238E27FC236}">
                <a16:creationId xmlns:a16="http://schemas.microsoft.com/office/drawing/2014/main" id="{2140C482-2A3A-41EC-A2E3-B8976C889370}"/>
              </a:ext>
            </a:extLst>
          </p:cNvPr>
          <p:cNvSpPr>
            <a:spLocks noGrp="1"/>
          </p:cNvSpPr>
          <p:nvPr>
            <p:ph idx="1"/>
          </p:nvPr>
        </p:nvSpPr>
        <p:spPr>
          <a:xfrm>
            <a:off x="515937" y="2017484"/>
            <a:ext cx="6186704" cy="3805586"/>
          </a:xfrm>
        </p:spPr>
        <p:txBody>
          <a:bodyPr>
            <a:normAutofit/>
          </a:bodyPr>
          <a:lstStyle/>
          <a:p>
            <a:r>
              <a:rPr lang="en-US" dirty="0"/>
              <a:t>The book by Hillier and Lieberman uses Microsoft Excel for simple computations and Lindo for optimization models. However, </a:t>
            </a:r>
            <a:r>
              <a:rPr lang="en-US" dirty="0">
                <a:hlinkClick r:id="rId4"/>
              </a:rPr>
              <a:t>Lindo</a:t>
            </a:r>
            <a:r>
              <a:rPr lang="en-US" dirty="0"/>
              <a:t> is no longer widely used.</a:t>
            </a:r>
          </a:p>
          <a:p>
            <a:endParaRPr lang="en-US" dirty="0"/>
          </a:p>
          <a:p>
            <a:r>
              <a:rPr lang="en-US" dirty="0"/>
              <a:t>Instead, we will use </a:t>
            </a:r>
            <a:r>
              <a:rPr lang="en-US" dirty="0">
                <a:hlinkClick r:id="rId5"/>
              </a:rPr>
              <a:t>Python</a:t>
            </a:r>
            <a:r>
              <a:rPr lang="en-US" dirty="0"/>
              <a:t> for all computations.</a:t>
            </a:r>
          </a:p>
          <a:p>
            <a:endParaRPr lang="en-US" dirty="0"/>
          </a:p>
          <a:p>
            <a:r>
              <a:rPr lang="en-US" dirty="0"/>
              <a:t>Python is the preferred language throughout the </a:t>
            </a:r>
            <a:r>
              <a:rPr lang="en-US" b="1" dirty="0"/>
              <a:t>Business Analytics</a:t>
            </a:r>
            <a:r>
              <a:rPr lang="en-US" dirty="0"/>
              <a:t> program and is the </a:t>
            </a:r>
            <a:r>
              <a:rPr lang="en-US" i="1" dirty="0"/>
              <a:t>de facto</a:t>
            </a:r>
            <a:r>
              <a:rPr lang="en-US" dirty="0"/>
              <a:t> standard for most professionals in data science and analytics.</a:t>
            </a:r>
          </a:p>
        </p:txBody>
      </p:sp>
      <p:sp>
        <p:nvSpPr>
          <p:cNvPr id="4" name="Footer Placeholder 3">
            <a:extLst>
              <a:ext uri="{FF2B5EF4-FFF2-40B4-BE49-F238E27FC236}">
                <a16:creationId xmlns:a16="http://schemas.microsoft.com/office/drawing/2014/main" id="{512B15DB-9F6B-DE83-0519-B209036684B5}"/>
              </a:ext>
            </a:extLst>
          </p:cNvPr>
          <p:cNvSpPr>
            <a:spLocks noGrp="1"/>
          </p:cNvSpPr>
          <p:nvPr>
            <p:ph type="ftr" sz="quarter" idx="11"/>
          </p:nvPr>
        </p:nvSpPr>
        <p:spPr/>
        <p:txBody>
          <a:bodyPr/>
          <a:lstStyle/>
          <a:p>
            <a:r>
              <a:rPr lang="en-US" noProof="0"/>
              <a:t>Analytics for a Better World, Lecture 1</a:t>
            </a:r>
            <a:endParaRPr lang="nl-NL" noProof="0"/>
          </a:p>
        </p:txBody>
      </p:sp>
      <p:sp>
        <p:nvSpPr>
          <p:cNvPr id="5" name="Slide Number Placeholder 4">
            <a:extLst>
              <a:ext uri="{FF2B5EF4-FFF2-40B4-BE49-F238E27FC236}">
                <a16:creationId xmlns:a16="http://schemas.microsoft.com/office/drawing/2014/main" id="{104F65E5-1369-DBA4-B899-BCB9D71B9179}"/>
              </a:ext>
            </a:extLst>
          </p:cNvPr>
          <p:cNvSpPr>
            <a:spLocks noGrp="1"/>
          </p:cNvSpPr>
          <p:nvPr>
            <p:ph type="sldNum" sz="quarter" idx="12"/>
          </p:nvPr>
        </p:nvSpPr>
        <p:spPr/>
        <p:txBody>
          <a:bodyPr/>
          <a:lstStyle/>
          <a:p>
            <a:fld id="{D7B5DC5B-6873-43DB-ADC7-B15ACCE0DFDB}" type="slidenum">
              <a:rPr lang="nl-NL" noProof="0" smtClean="0"/>
              <a:t>49</a:t>
            </a:fld>
            <a:endParaRPr lang="nl-NL" noProof="0"/>
          </a:p>
        </p:txBody>
      </p:sp>
    </p:spTree>
    <p:extLst>
      <p:ext uri="{BB962C8B-B14F-4D97-AF65-F5344CB8AC3E}">
        <p14:creationId xmlns:p14="http://schemas.microsoft.com/office/powerpoint/2010/main" val="26742287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itle 2">
            <a:extLst>
              <a:ext uri="{FF2B5EF4-FFF2-40B4-BE49-F238E27FC236}">
                <a16:creationId xmlns:a16="http://schemas.microsoft.com/office/drawing/2014/main" id="{F9642651-6A62-C0EE-C5E8-1F90EEC29BBB}"/>
              </a:ext>
            </a:extLst>
          </p:cNvPr>
          <p:cNvSpPr>
            <a:spLocks noGrp="1"/>
          </p:cNvSpPr>
          <p:nvPr>
            <p:ph type="title"/>
          </p:nvPr>
        </p:nvSpPr>
        <p:spPr>
          <a:xfrm>
            <a:off x="515937" y="708552"/>
            <a:ext cx="11160125" cy="883711"/>
          </a:xfrm>
        </p:spPr>
        <p:txBody>
          <a:bodyPr anchor="ctr">
            <a:normAutofit/>
          </a:bodyPr>
          <a:lstStyle/>
          <a:p>
            <a:r>
              <a:rPr lang="en-US" dirty="0"/>
              <a:t>Why python? Let's ask the world…</a:t>
            </a:r>
          </a:p>
        </p:txBody>
      </p:sp>
      <p:sp>
        <p:nvSpPr>
          <p:cNvPr id="2062" name="Footer Placeholder 3">
            <a:extLst>
              <a:ext uri="{FF2B5EF4-FFF2-40B4-BE49-F238E27FC236}">
                <a16:creationId xmlns:a16="http://schemas.microsoft.com/office/drawing/2014/main" id="{092A045C-1B47-A8B3-C4B2-3B11ECDE628F}"/>
              </a:ext>
            </a:extLst>
          </p:cNvPr>
          <p:cNvSpPr>
            <a:spLocks noGrp="1"/>
          </p:cNvSpPr>
          <p:nvPr>
            <p:ph type="ftr" sz="quarter" idx="11"/>
          </p:nvPr>
        </p:nvSpPr>
        <p:spPr>
          <a:xfrm>
            <a:off x="720000" y="6346209"/>
            <a:ext cx="4114800" cy="151790"/>
          </a:xfrm>
        </p:spPr>
        <p:txBody>
          <a:bodyPr/>
          <a:lstStyle/>
          <a:p>
            <a:r>
              <a:rPr lang="en-US" noProof="0"/>
              <a:t>Analytics for a Better World, Lecture 1</a:t>
            </a:r>
            <a:endParaRPr lang="nl-NL" noProof="0"/>
          </a:p>
        </p:txBody>
      </p:sp>
      <p:sp>
        <p:nvSpPr>
          <p:cNvPr id="2064" name="Slide Number Placeholder 4">
            <a:extLst>
              <a:ext uri="{FF2B5EF4-FFF2-40B4-BE49-F238E27FC236}">
                <a16:creationId xmlns:a16="http://schemas.microsoft.com/office/drawing/2014/main" id="{90D02CFC-2C42-2BC7-0217-7B352A9697CE}"/>
              </a:ext>
            </a:extLst>
          </p:cNvPr>
          <p:cNvSpPr>
            <a:spLocks noGrp="1"/>
          </p:cNvSpPr>
          <p:nvPr>
            <p:ph type="sldNum" sz="quarter" idx="12"/>
          </p:nvPr>
        </p:nvSpPr>
        <p:spPr>
          <a:xfrm>
            <a:off x="11187403" y="6346209"/>
            <a:ext cx="284597" cy="151790"/>
          </a:xfrm>
        </p:spPr>
        <p:txBody>
          <a:bodyPr/>
          <a:lstStyle/>
          <a:p>
            <a:pPr>
              <a:spcAft>
                <a:spcPts val="600"/>
              </a:spcAft>
            </a:pPr>
            <a:fld id="{D7B5DC5B-6873-43DB-ADC7-B15ACCE0DFDB}" type="slidenum">
              <a:rPr lang="nl-NL" noProof="0" smtClean="0"/>
              <a:pPr>
                <a:spcAft>
                  <a:spcPts val="600"/>
                </a:spcAft>
              </a:pPr>
              <a:t>50</a:t>
            </a:fld>
            <a:endParaRPr lang="nl-NL" noProof="0"/>
          </a:p>
        </p:txBody>
      </p:sp>
      <p:sp>
        <p:nvSpPr>
          <p:cNvPr id="2" name="Content Placeholder 1">
            <a:extLst>
              <a:ext uri="{FF2B5EF4-FFF2-40B4-BE49-F238E27FC236}">
                <a16:creationId xmlns:a16="http://schemas.microsoft.com/office/drawing/2014/main" id="{948C0729-16F8-CB1F-B90D-278D3D271812}"/>
              </a:ext>
            </a:extLst>
          </p:cNvPr>
          <p:cNvSpPr>
            <a:spLocks noGrp="1"/>
          </p:cNvSpPr>
          <p:nvPr>
            <p:ph idx="1"/>
          </p:nvPr>
        </p:nvSpPr>
        <p:spPr>
          <a:xfrm>
            <a:off x="515936" y="2017484"/>
            <a:ext cx="5484812" cy="3805586"/>
          </a:xfrm>
        </p:spPr>
        <p:txBody>
          <a:bodyPr anchor="ctr">
            <a:normAutofit lnSpcReduction="10000"/>
          </a:bodyPr>
          <a:lstStyle/>
          <a:p>
            <a:pPr>
              <a:spcAft>
                <a:spcPts val="600"/>
              </a:spcAft>
            </a:pPr>
            <a:r>
              <a:rPr lang="en-US" sz="2000" dirty="0"/>
              <a:t>According to</a:t>
            </a:r>
            <a:r>
              <a:rPr lang="en-GB" sz="2000" dirty="0"/>
              <a:t> </a:t>
            </a:r>
            <a:r>
              <a:rPr lang="en-GB" sz="2000" dirty="0">
                <a:hlinkClick r:id="rId2"/>
              </a:rPr>
              <a:t>simplilearn.com</a:t>
            </a:r>
            <a:r>
              <a:rPr lang="en-US" sz="2000" dirty="0"/>
              <a:t>, Python is the best language to learn, regardless of your profession and interests.</a:t>
            </a:r>
          </a:p>
          <a:p>
            <a:pPr>
              <a:spcAft>
                <a:spcPts val="600"/>
              </a:spcAft>
            </a:pPr>
            <a:endParaRPr lang="en-US" sz="2000" dirty="0"/>
          </a:p>
          <a:p>
            <a:pPr>
              <a:spcAft>
                <a:spcPts val="600"/>
              </a:spcAft>
            </a:pPr>
            <a:r>
              <a:rPr lang="en-US" sz="2000" dirty="0"/>
              <a:t>The </a:t>
            </a:r>
            <a:r>
              <a:rPr lang="en-US" sz="2000" dirty="0">
                <a:hlinkClick r:id="rId3"/>
              </a:rPr>
              <a:t>TIOBE Index</a:t>
            </a:r>
            <a:r>
              <a:rPr lang="en-US" sz="2000" dirty="0"/>
              <a:t> consistently ranks Python as the number one programming language.</a:t>
            </a:r>
          </a:p>
          <a:p>
            <a:pPr>
              <a:spcAft>
                <a:spcPts val="600"/>
              </a:spcAft>
            </a:pPr>
            <a:endParaRPr lang="en-US" sz="2000" dirty="0"/>
          </a:p>
          <a:p>
            <a:pPr>
              <a:defRPr sz="1800"/>
            </a:pPr>
            <a:r>
              <a:rPr lang="en-US" sz="2000" dirty="0">
                <a:hlinkClick r:id="rId4"/>
              </a:rPr>
              <a:t>TechRadar</a:t>
            </a:r>
            <a:r>
              <a:rPr lang="en-US" sz="2000" dirty="0"/>
              <a:t> reports that about </a:t>
            </a:r>
            <a:r>
              <a:rPr lang="en-US" sz="2000" b="1" dirty="0"/>
              <a:t>three quarters</a:t>
            </a:r>
            <a:r>
              <a:rPr lang="en-US" sz="2000" dirty="0"/>
              <a:t> of all developers use Python and intend to continue doing so. </a:t>
            </a:r>
            <a:endParaRPr lang="en-GB" sz="2000" dirty="0"/>
          </a:p>
          <a:p>
            <a:pPr>
              <a:spcAft>
                <a:spcPts val="600"/>
              </a:spcAft>
            </a:pPr>
            <a:endParaRPr lang="en-US" sz="2000" dirty="0"/>
          </a:p>
          <a:p>
            <a:pPr>
              <a:spcAft>
                <a:spcPts val="600"/>
              </a:spcAft>
            </a:pPr>
            <a:r>
              <a:rPr lang="en-US" sz="2000" dirty="0"/>
              <a:t>The </a:t>
            </a:r>
            <a:r>
              <a:rPr lang="en-GB" sz="2000" dirty="0">
                <a:hlinkClick r:id="rId5"/>
              </a:rPr>
              <a:t>Kaggle</a:t>
            </a:r>
            <a:r>
              <a:rPr lang="en-GB" sz="2000" dirty="0"/>
              <a:t> </a:t>
            </a:r>
            <a:r>
              <a:rPr lang="en-US" sz="2000" dirty="0"/>
              <a:t>community, strong in analytics, predominantly uses Python, as shown on the right.</a:t>
            </a:r>
          </a:p>
        </p:txBody>
      </p:sp>
      <p:pic>
        <p:nvPicPr>
          <p:cNvPr id="2050" name="Picture 2">
            <a:extLst>
              <a:ext uri="{FF2B5EF4-FFF2-40B4-BE49-F238E27FC236}">
                <a16:creationId xmlns:a16="http://schemas.microsoft.com/office/drawing/2014/main" id="{42C626FB-5C8A-8265-745E-C7DDF234553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b="30616"/>
          <a:stretch/>
        </p:blipFill>
        <p:spPr bwMode="auto">
          <a:xfrm>
            <a:off x="6191248" y="2017484"/>
            <a:ext cx="5484812" cy="380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02682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6DB36-CC70-916B-9435-4021A841774C}"/>
              </a:ext>
            </a:extLst>
          </p:cNvPr>
          <p:cNvSpPr>
            <a:spLocks noGrp="1"/>
          </p:cNvSpPr>
          <p:nvPr>
            <p:ph type="title"/>
          </p:nvPr>
        </p:nvSpPr>
        <p:spPr>
          <a:xfrm>
            <a:off x="515937" y="708552"/>
            <a:ext cx="11160125" cy="883711"/>
          </a:xfrm>
        </p:spPr>
        <p:txBody>
          <a:bodyPr anchor="ctr">
            <a:normAutofit/>
          </a:bodyPr>
          <a:lstStyle/>
          <a:p>
            <a:r>
              <a:rPr lang="en-NL" dirty="0"/>
              <a:t>Python is also a tool used by AI assistants</a:t>
            </a:r>
          </a:p>
        </p:txBody>
      </p:sp>
      <p:sp>
        <p:nvSpPr>
          <p:cNvPr id="3" name="Footer Placeholder 2">
            <a:extLst>
              <a:ext uri="{FF2B5EF4-FFF2-40B4-BE49-F238E27FC236}">
                <a16:creationId xmlns:a16="http://schemas.microsoft.com/office/drawing/2014/main" id="{F12BE6A1-3996-6A5D-BB10-E4E55C33CD90}"/>
              </a:ext>
            </a:extLst>
          </p:cNvPr>
          <p:cNvSpPr>
            <a:spLocks noGrp="1"/>
          </p:cNvSpPr>
          <p:nvPr>
            <p:ph type="ftr" sz="quarter" idx="11"/>
          </p:nvPr>
        </p:nvSpPr>
        <p:spPr>
          <a:xfrm>
            <a:off x="720000" y="6346209"/>
            <a:ext cx="4114800" cy="151790"/>
          </a:xfrm>
        </p:spPr>
        <p:txBody>
          <a:bodyPr anchor="ctr">
            <a:normAutofit/>
          </a:bodyPr>
          <a:lstStyle/>
          <a:p>
            <a:pPr>
              <a:lnSpc>
                <a:spcPct val="90000"/>
              </a:lnSpc>
              <a:spcAft>
                <a:spcPts val="600"/>
              </a:spcAft>
            </a:pPr>
            <a:r>
              <a:rPr lang="en-US" noProof="0"/>
              <a:t>Analytics for a Better World, Lecture 1</a:t>
            </a:r>
            <a:endParaRPr lang="nl-NL" noProof="0"/>
          </a:p>
        </p:txBody>
      </p:sp>
      <p:sp>
        <p:nvSpPr>
          <p:cNvPr id="4" name="Slide Number Placeholder 3">
            <a:extLst>
              <a:ext uri="{FF2B5EF4-FFF2-40B4-BE49-F238E27FC236}">
                <a16:creationId xmlns:a16="http://schemas.microsoft.com/office/drawing/2014/main" id="{4C9EA9F0-EA46-D18F-10BC-EEE13C030C48}"/>
              </a:ext>
            </a:extLst>
          </p:cNvPr>
          <p:cNvSpPr>
            <a:spLocks noGrp="1"/>
          </p:cNvSpPr>
          <p:nvPr>
            <p:ph type="sldNum" sz="quarter" idx="12"/>
          </p:nvPr>
        </p:nvSpPr>
        <p:spPr>
          <a:xfrm>
            <a:off x="11187403" y="6346209"/>
            <a:ext cx="284597" cy="151790"/>
          </a:xfrm>
        </p:spPr>
        <p:txBody>
          <a:bodyPr anchor="ctr">
            <a:normAutofit/>
          </a:bodyPr>
          <a:lstStyle/>
          <a:p>
            <a:pPr>
              <a:lnSpc>
                <a:spcPct val="90000"/>
              </a:lnSpc>
              <a:spcAft>
                <a:spcPts val="600"/>
              </a:spcAft>
            </a:pPr>
            <a:fld id="{D7B5DC5B-6873-43DB-ADC7-B15ACCE0DFDB}" type="slidenum">
              <a:rPr lang="nl-NL" noProof="0" smtClean="0"/>
              <a:pPr>
                <a:lnSpc>
                  <a:spcPct val="90000"/>
                </a:lnSpc>
                <a:spcAft>
                  <a:spcPts val="600"/>
                </a:spcAft>
              </a:pPr>
              <a:t>51</a:t>
            </a:fld>
            <a:endParaRPr lang="nl-NL" noProof="0"/>
          </a:p>
        </p:txBody>
      </p:sp>
      <p:graphicFrame>
        <p:nvGraphicFramePr>
          <p:cNvPr id="7" name="Content Placeholder 4">
            <a:extLst>
              <a:ext uri="{FF2B5EF4-FFF2-40B4-BE49-F238E27FC236}">
                <a16:creationId xmlns:a16="http://schemas.microsoft.com/office/drawing/2014/main" id="{8E3CCF77-0FEB-0B56-6547-8E30AB4839B9}"/>
              </a:ext>
            </a:extLst>
          </p:cNvPr>
          <p:cNvGraphicFramePr>
            <a:graphicFrameLocks noGrp="1"/>
          </p:cNvGraphicFramePr>
          <p:nvPr>
            <p:ph idx="1"/>
            <p:extLst>
              <p:ext uri="{D42A27DB-BD31-4B8C-83A1-F6EECF244321}">
                <p14:modId xmlns:p14="http://schemas.microsoft.com/office/powerpoint/2010/main" val="2927519373"/>
              </p:ext>
            </p:extLst>
          </p:nvPr>
        </p:nvGraphicFramePr>
        <p:xfrm>
          <a:off x="515936" y="2017484"/>
          <a:ext cx="11160125" cy="38055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417668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2">
            <a:extLst>
              <a:ext uri="{FF2B5EF4-FFF2-40B4-BE49-F238E27FC236}">
                <a16:creationId xmlns:a16="http://schemas.microsoft.com/office/drawing/2014/main" id="{DE785F49-ED5F-47EB-998C-A1364C140595}"/>
              </a:ext>
            </a:extLst>
          </p:cNvPr>
          <p:cNvSpPr>
            <a:spLocks noGrp="1"/>
          </p:cNvSpPr>
          <p:nvPr>
            <p:ph type="title"/>
          </p:nvPr>
        </p:nvSpPr>
        <p:spPr>
          <a:xfrm>
            <a:off x="515937" y="720000"/>
            <a:ext cx="11160125" cy="872263"/>
          </a:xfrm>
        </p:spPr>
        <p:txBody>
          <a:bodyPr anchor="ctr">
            <a:normAutofit/>
          </a:bodyPr>
          <a:lstStyle/>
          <a:p>
            <a:r>
              <a:rPr lang="en-US" dirty="0"/>
              <a:t>Our preferred environment</a:t>
            </a:r>
          </a:p>
        </p:txBody>
      </p:sp>
      <p:sp>
        <p:nvSpPr>
          <p:cNvPr id="18" name="Text Placeholder 3">
            <a:extLst>
              <a:ext uri="{FF2B5EF4-FFF2-40B4-BE49-F238E27FC236}">
                <a16:creationId xmlns:a16="http://schemas.microsoft.com/office/drawing/2014/main" id="{D3A9F4F7-FC5C-4F8B-B577-205B0C0128A6}"/>
              </a:ext>
            </a:extLst>
          </p:cNvPr>
          <p:cNvSpPr>
            <a:spLocks noGrp="1"/>
          </p:cNvSpPr>
          <p:nvPr>
            <p:ph idx="1"/>
          </p:nvPr>
        </p:nvSpPr>
        <p:spPr>
          <a:xfrm>
            <a:off x="515937" y="2000621"/>
            <a:ext cx="7678737" cy="3805586"/>
          </a:xfrm>
        </p:spPr>
        <p:txBody>
          <a:bodyPr>
            <a:normAutofit fontScale="92500"/>
          </a:bodyPr>
          <a:lstStyle/>
          <a:p>
            <a:pPr marL="0" indent="0">
              <a:buNone/>
            </a:pPr>
            <a:r>
              <a:rPr lang="en-US" sz="2400" dirty="0"/>
              <a:t>The concept of a </a:t>
            </a:r>
            <a:r>
              <a:rPr lang="en-US" sz="2400" i="1" dirty="0"/>
              <a:t>notebook</a:t>
            </a:r>
            <a:r>
              <a:rPr lang="en-US" sz="2400" dirty="0"/>
              <a:t> is powerful: it combines formatted text, code, and results in one place. Here is an example of a </a:t>
            </a:r>
            <a:r>
              <a:rPr lang="en-US" sz="2400" dirty="0">
                <a:hlinkClick r:id="rId2"/>
              </a:rPr>
              <a:t>notebook</a:t>
            </a:r>
            <a:r>
              <a:rPr lang="en-US" sz="2400" dirty="0"/>
              <a:t>! </a:t>
            </a:r>
          </a:p>
          <a:p>
            <a:pPr marL="342900" indent="-342900">
              <a:buFont typeface="Arial" panose="020B0604020202020204" pitchFamily="34" charset="0"/>
              <a:buChar char="•"/>
            </a:pPr>
            <a:r>
              <a:rPr lang="en-US" sz="2400" dirty="0"/>
              <a:t>Jupyter notebooks natively support Python but can run over 40 languages.</a:t>
            </a:r>
          </a:p>
          <a:p>
            <a:pPr marL="342900" indent="-342900">
              <a:buFont typeface="Arial" panose="020B0604020202020204" pitchFamily="34" charset="0"/>
              <a:buChar char="•"/>
            </a:pPr>
            <a:r>
              <a:rPr lang="en-US" sz="2400" dirty="0"/>
              <a:t>Many distributions exist, but we will not recommend any specific one.</a:t>
            </a:r>
          </a:p>
          <a:p>
            <a:pPr marL="342900" indent="-342900">
              <a:buFont typeface="Arial" panose="020B0604020202020204" pitchFamily="34" charset="0"/>
              <a:buChar char="•"/>
            </a:pPr>
            <a:r>
              <a:rPr lang="en-US" sz="2400" dirty="0"/>
              <a:t>If you install Python and Jupyter locally, you are responsible for maintaining and troubleshooting your setup.</a:t>
            </a:r>
          </a:p>
          <a:p>
            <a:pPr marL="342900" indent="-342900">
              <a:buFont typeface="Arial" panose="020B0604020202020204" pitchFamily="34" charset="0"/>
              <a:buChar char="•"/>
            </a:pPr>
            <a:r>
              <a:rPr lang="en-US" sz="2400" dirty="0"/>
              <a:t>We will </a:t>
            </a:r>
            <a:r>
              <a:rPr lang="en-US" sz="2400" b="1" dirty="0"/>
              <a:t>not</a:t>
            </a:r>
            <a:r>
              <a:rPr lang="en-US" sz="2400" dirty="0"/>
              <a:t> provide technical support for personal installations.</a:t>
            </a:r>
          </a:p>
          <a:p>
            <a:pPr marL="0" indent="0">
              <a:buNone/>
            </a:pPr>
            <a:r>
              <a:rPr lang="en-US" sz="2400" dirty="0"/>
              <a:t>For more information, see </a:t>
            </a:r>
            <a:r>
              <a:rPr lang="en-US" sz="2400" dirty="0">
                <a:hlinkClick r:id="rId3"/>
              </a:rPr>
              <a:t>jupyter.org</a:t>
            </a:r>
            <a:r>
              <a:rPr lang="en-US" sz="2400" dirty="0"/>
              <a:t>.</a:t>
            </a:r>
            <a:endParaRPr lang="en-US" sz="2400" b="1" i="1" dirty="0"/>
          </a:p>
        </p:txBody>
      </p:sp>
      <p:sp>
        <p:nvSpPr>
          <p:cNvPr id="2" name="Footer Placeholder 1">
            <a:extLst>
              <a:ext uri="{FF2B5EF4-FFF2-40B4-BE49-F238E27FC236}">
                <a16:creationId xmlns:a16="http://schemas.microsoft.com/office/drawing/2014/main" id="{D7C80488-A127-9C43-2388-625DA2345B53}"/>
              </a:ext>
            </a:extLst>
          </p:cNvPr>
          <p:cNvSpPr>
            <a:spLocks noGrp="1"/>
          </p:cNvSpPr>
          <p:nvPr>
            <p:ph type="ftr" sz="quarter" idx="11"/>
          </p:nvPr>
        </p:nvSpPr>
        <p:spPr>
          <a:xfrm>
            <a:off x="720000" y="6346209"/>
            <a:ext cx="4114800" cy="151790"/>
          </a:xfrm>
        </p:spPr>
        <p:txBody>
          <a:bodyPr anchor="ctr">
            <a:normAutofit/>
          </a:bodyPr>
          <a:lstStyle/>
          <a:p>
            <a:pPr>
              <a:lnSpc>
                <a:spcPct val="90000"/>
              </a:lnSpc>
              <a:spcAft>
                <a:spcPts val="600"/>
              </a:spcAft>
            </a:pPr>
            <a:r>
              <a:rPr lang="en-US" noProof="0"/>
              <a:t>Analytics for a Better World, Lecture 1</a:t>
            </a:r>
            <a:endParaRPr lang="nl-NL" noProof="0"/>
          </a:p>
        </p:txBody>
      </p:sp>
      <p:sp>
        <p:nvSpPr>
          <p:cNvPr id="3" name="Slide Number Placeholder 2">
            <a:extLst>
              <a:ext uri="{FF2B5EF4-FFF2-40B4-BE49-F238E27FC236}">
                <a16:creationId xmlns:a16="http://schemas.microsoft.com/office/drawing/2014/main" id="{04FDE293-016C-3773-184D-E69506487D02}"/>
              </a:ext>
            </a:extLst>
          </p:cNvPr>
          <p:cNvSpPr>
            <a:spLocks noGrp="1"/>
          </p:cNvSpPr>
          <p:nvPr>
            <p:ph type="sldNum" sz="quarter" idx="12"/>
          </p:nvPr>
        </p:nvSpPr>
        <p:spPr>
          <a:xfrm>
            <a:off x="11187403" y="6346209"/>
            <a:ext cx="284597" cy="151790"/>
          </a:xfrm>
        </p:spPr>
        <p:txBody>
          <a:bodyPr anchor="ctr">
            <a:normAutofit/>
          </a:bodyPr>
          <a:lstStyle/>
          <a:p>
            <a:pPr>
              <a:lnSpc>
                <a:spcPct val="90000"/>
              </a:lnSpc>
              <a:spcAft>
                <a:spcPts val="600"/>
              </a:spcAft>
            </a:pPr>
            <a:fld id="{D7B5DC5B-6873-43DB-ADC7-B15ACCE0DFDB}" type="slidenum">
              <a:rPr lang="nl-NL" noProof="0" smtClean="0"/>
              <a:pPr>
                <a:lnSpc>
                  <a:spcPct val="90000"/>
                </a:lnSpc>
                <a:spcAft>
                  <a:spcPts val="600"/>
                </a:spcAft>
              </a:pPr>
              <a:t>52</a:t>
            </a:fld>
            <a:endParaRPr lang="nl-NL" noProof="0"/>
          </a:p>
        </p:txBody>
      </p:sp>
      <p:pic>
        <p:nvPicPr>
          <p:cNvPr id="4" name="Picture 2" descr="Afbeeldingsresultaat voor jupyter">
            <a:extLst>
              <a:ext uri="{FF2B5EF4-FFF2-40B4-BE49-F238E27FC236}">
                <a16:creationId xmlns:a16="http://schemas.microsoft.com/office/drawing/2014/main" id="{DB11F8B6-F230-430F-980E-34A3F44ABE9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 b="314"/>
          <a:stretch>
            <a:fillRect/>
          </a:stretch>
        </p:blipFill>
        <p:spPr bwMode="auto">
          <a:xfrm>
            <a:off x="8385174" y="2000621"/>
            <a:ext cx="3290887" cy="3805586"/>
          </a:xfrm>
          <a:prstGeom prst="rect">
            <a:avLst/>
          </a:prstGeom>
          <a:noFill/>
        </p:spPr>
      </p:pic>
    </p:spTree>
    <p:extLst>
      <p:ext uri="{BB962C8B-B14F-4D97-AF65-F5344CB8AC3E}">
        <p14:creationId xmlns:p14="http://schemas.microsoft.com/office/powerpoint/2010/main" val="37907116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What is Google Colab?. Introduction to Google Colab. | by Hrishikesh Mane |  Medium">
            <a:extLst>
              <a:ext uri="{FF2B5EF4-FFF2-40B4-BE49-F238E27FC236}">
                <a16:creationId xmlns:a16="http://schemas.microsoft.com/office/drawing/2014/main" id="{BB1B0314-B246-42C3-B174-92A499B9ECA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02400" y="2216088"/>
            <a:ext cx="5505600" cy="2427024"/>
          </a:xfrm>
          <a:prstGeom prst="rect">
            <a:avLst/>
          </a:prstGeom>
          <a:noFill/>
        </p:spPr>
      </p:pic>
      <p:sp>
        <p:nvSpPr>
          <p:cNvPr id="41" name="Title 2">
            <a:extLst>
              <a:ext uri="{FF2B5EF4-FFF2-40B4-BE49-F238E27FC236}">
                <a16:creationId xmlns:a16="http://schemas.microsoft.com/office/drawing/2014/main" id="{59E04FCE-3E4F-484A-8530-30F35416297E}"/>
              </a:ext>
            </a:extLst>
          </p:cNvPr>
          <p:cNvSpPr>
            <a:spLocks noGrp="1"/>
          </p:cNvSpPr>
          <p:nvPr>
            <p:ph type="title"/>
          </p:nvPr>
        </p:nvSpPr>
        <p:spPr>
          <a:xfrm>
            <a:off x="489315" y="835204"/>
            <a:ext cx="11159196" cy="936103"/>
          </a:xfrm>
        </p:spPr>
        <p:txBody>
          <a:bodyPr anchor="ctr">
            <a:normAutofit fontScale="90000"/>
          </a:bodyPr>
          <a:lstStyle/>
          <a:p>
            <a:r>
              <a:rPr lang="en-US" dirty="0">
                <a:solidFill>
                  <a:srgbClr val="BC0031"/>
                </a:solidFill>
              </a:rPr>
              <a:t>Jupyter from a cloud in your browser: a gift from Google</a:t>
            </a:r>
          </a:p>
        </p:txBody>
      </p:sp>
      <p:sp>
        <p:nvSpPr>
          <p:cNvPr id="13" name="Text Placeholder 3">
            <a:extLst>
              <a:ext uri="{FF2B5EF4-FFF2-40B4-BE49-F238E27FC236}">
                <a16:creationId xmlns:a16="http://schemas.microsoft.com/office/drawing/2014/main" id="{6561449A-004F-4569-A215-7845DD819E88}"/>
              </a:ext>
            </a:extLst>
          </p:cNvPr>
          <p:cNvSpPr>
            <a:spLocks noGrp="1"/>
          </p:cNvSpPr>
          <p:nvPr>
            <p:ph type="body" sz="quarter" idx="11"/>
          </p:nvPr>
        </p:nvSpPr>
        <p:spPr>
          <a:xfrm>
            <a:off x="489316" y="1915200"/>
            <a:ext cx="5606687" cy="4468864"/>
          </a:xfrm>
        </p:spPr>
        <p:txBody>
          <a:bodyPr>
            <a:normAutofit/>
          </a:bodyPr>
          <a:lstStyle/>
          <a:p>
            <a:pPr>
              <a:buNone/>
            </a:pPr>
            <a:r>
              <a:rPr lang="en-US" sz="2400" dirty="0"/>
              <a:t>Google offers the </a:t>
            </a:r>
            <a:r>
              <a:rPr lang="en-US" sz="2400" dirty="0" err="1">
                <a:hlinkClick r:id="rId3"/>
              </a:rPr>
              <a:t>Colaboratory</a:t>
            </a:r>
            <a:r>
              <a:rPr lang="en-US" sz="2400" dirty="0">
                <a:hlinkClick r:id="rId3"/>
              </a:rPr>
              <a:t> (</a:t>
            </a:r>
            <a:r>
              <a:rPr lang="en-US" sz="2400" dirty="0" err="1">
                <a:hlinkClick r:id="rId3"/>
              </a:rPr>
              <a:t>Colab</a:t>
            </a:r>
            <a:r>
              <a:rPr lang="en-US" sz="2400" dirty="0">
                <a:hlinkClick r:id="rId3"/>
              </a:rPr>
              <a:t>)</a:t>
            </a:r>
            <a:r>
              <a:rPr lang="en-US" sz="2400" dirty="0"/>
              <a:t>.</a:t>
            </a:r>
          </a:p>
          <a:p>
            <a:pPr>
              <a:buNone/>
            </a:pPr>
            <a:endParaRPr lang="en-US" sz="2400" dirty="0"/>
          </a:p>
          <a:p>
            <a:pPr>
              <a:buNone/>
            </a:pPr>
            <a:r>
              <a:rPr lang="en-US" sz="2400" dirty="0"/>
              <a:t>This is a blessing that we gladly use in our course: each notebook runs on a virtual machine deployed by Google for it, for free. </a:t>
            </a:r>
          </a:p>
          <a:p>
            <a:pPr>
              <a:buNone/>
            </a:pPr>
            <a:endParaRPr lang="en-US" sz="2400" dirty="0"/>
          </a:p>
          <a:p>
            <a:pPr>
              <a:buNone/>
            </a:pPr>
            <a:r>
              <a:rPr lang="en-US" sz="2400" dirty="0"/>
              <a:t>Means that it runs without installation on your machine regardless of the machine type!</a:t>
            </a:r>
          </a:p>
          <a:p>
            <a:pPr>
              <a:buNone/>
            </a:pPr>
            <a:endParaRPr lang="en-US" sz="2400" dirty="0"/>
          </a:p>
        </p:txBody>
      </p:sp>
    </p:spTree>
    <p:extLst>
      <p:ext uri="{BB962C8B-B14F-4D97-AF65-F5344CB8AC3E}">
        <p14:creationId xmlns:p14="http://schemas.microsoft.com/office/powerpoint/2010/main" val="18259872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What is Google Colab?. Introduction to Google Colab. | by Hrishikesh Mane |  Medium">
            <a:extLst>
              <a:ext uri="{FF2B5EF4-FFF2-40B4-BE49-F238E27FC236}">
                <a16:creationId xmlns:a16="http://schemas.microsoft.com/office/drawing/2014/main" id="{BB1B0314-B246-42C3-B174-92A499B9ECA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680176" y="3241014"/>
            <a:ext cx="3249600" cy="1432515"/>
          </a:xfrm>
          <a:prstGeom prst="rect">
            <a:avLst/>
          </a:prstGeom>
          <a:noFill/>
          <a:effectLst>
            <a:softEdge rad="25400"/>
          </a:effectLst>
        </p:spPr>
      </p:pic>
      <p:sp>
        <p:nvSpPr>
          <p:cNvPr id="4" name="Text Placeholder 3">
            <a:extLst>
              <a:ext uri="{FF2B5EF4-FFF2-40B4-BE49-F238E27FC236}">
                <a16:creationId xmlns:a16="http://schemas.microsoft.com/office/drawing/2014/main" id="{C3B5E61F-78F5-EEE9-F58E-1FFECCE1CCA8}"/>
              </a:ext>
            </a:extLst>
          </p:cNvPr>
          <p:cNvSpPr>
            <a:spLocks noGrp="1"/>
          </p:cNvSpPr>
          <p:nvPr>
            <p:ph type="body" sz="quarter" idx="11"/>
          </p:nvPr>
        </p:nvSpPr>
        <p:spPr>
          <a:xfrm>
            <a:off x="489316" y="1915200"/>
            <a:ext cx="5606687" cy="4468864"/>
          </a:xfrm>
        </p:spPr>
        <p:txBody>
          <a:bodyPr>
            <a:normAutofit/>
          </a:bodyPr>
          <a:lstStyle/>
          <a:p>
            <a:pPr>
              <a:buNone/>
            </a:pPr>
            <a:r>
              <a:rPr lang="en-US" sz="2400" dirty="0"/>
              <a:t>Google offers the </a:t>
            </a:r>
            <a:r>
              <a:rPr lang="en-US" sz="2400" dirty="0" err="1">
                <a:hlinkClick r:id="rId3"/>
              </a:rPr>
              <a:t>Colaboratory</a:t>
            </a:r>
            <a:r>
              <a:rPr lang="en-US" sz="2400" dirty="0">
                <a:hlinkClick r:id="rId3"/>
              </a:rPr>
              <a:t> (</a:t>
            </a:r>
            <a:r>
              <a:rPr lang="en-US" sz="2400" dirty="0" err="1">
                <a:hlinkClick r:id="rId3"/>
              </a:rPr>
              <a:t>Colab</a:t>
            </a:r>
            <a:r>
              <a:rPr lang="en-US" sz="2400" dirty="0">
                <a:hlinkClick r:id="rId3"/>
              </a:rPr>
              <a:t>)</a:t>
            </a:r>
            <a:r>
              <a:rPr lang="en-US" sz="2400" dirty="0"/>
              <a:t>.</a:t>
            </a:r>
          </a:p>
          <a:p>
            <a:pPr>
              <a:buNone/>
            </a:pPr>
            <a:endParaRPr lang="en-US" sz="2400" dirty="0"/>
          </a:p>
          <a:p>
            <a:pPr>
              <a:buNone/>
            </a:pPr>
            <a:r>
              <a:rPr lang="en-US" sz="2400" dirty="0"/>
              <a:t>This is a blessing that we gladly use in our course: each notebook runs on a virtual machine deployed by Google for it, for free. </a:t>
            </a:r>
          </a:p>
          <a:p>
            <a:pPr>
              <a:buNone/>
            </a:pPr>
            <a:endParaRPr lang="en-US" sz="2400" dirty="0"/>
          </a:p>
          <a:p>
            <a:pPr>
              <a:buNone/>
            </a:pPr>
            <a:r>
              <a:rPr lang="en-US" sz="2400" dirty="0"/>
              <a:t>Means that it runs without installation on your machine regardless of the machine type!</a:t>
            </a:r>
          </a:p>
          <a:p>
            <a:pPr>
              <a:buNone/>
            </a:pPr>
            <a:endParaRPr lang="en-US" sz="2400" dirty="0"/>
          </a:p>
        </p:txBody>
      </p:sp>
      <p:sp>
        <p:nvSpPr>
          <p:cNvPr id="9" name="Title 2">
            <a:extLst>
              <a:ext uri="{FF2B5EF4-FFF2-40B4-BE49-F238E27FC236}">
                <a16:creationId xmlns:a16="http://schemas.microsoft.com/office/drawing/2014/main" id="{F534ECB8-F74E-DC4E-1A6B-A8CD3F1AC93A}"/>
              </a:ext>
            </a:extLst>
          </p:cNvPr>
          <p:cNvSpPr>
            <a:spLocks noGrp="1"/>
          </p:cNvSpPr>
          <p:nvPr>
            <p:ph type="title"/>
          </p:nvPr>
        </p:nvSpPr>
        <p:spPr>
          <a:xfrm>
            <a:off x="489315" y="835204"/>
            <a:ext cx="11159196" cy="936103"/>
          </a:xfrm>
        </p:spPr>
        <p:txBody>
          <a:bodyPr anchor="ctr">
            <a:normAutofit fontScale="90000"/>
          </a:bodyPr>
          <a:lstStyle/>
          <a:p>
            <a:r>
              <a:rPr lang="en-US" dirty="0">
                <a:solidFill>
                  <a:srgbClr val="BC0031"/>
                </a:solidFill>
              </a:rPr>
              <a:t>Jupyter from a cloud in your browser: a gift from Google</a:t>
            </a:r>
          </a:p>
        </p:txBody>
      </p:sp>
    </p:spTree>
    <p:extLst>
      <p:ext uri="{BB962C8B-B14F-4D97-AF65-F5344CB8AC3E}">
        <p14:creationId xmlns:p14="http://schemas.microsoft.com/office/powerpoint/2010/main" val="8661459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327E7F-769C-4274-93CF-41DDED125B2A}"/>
              </a:ext>
            </a:extLst>
          </p:cNvPr>
          <p:cNvPicPr>
            <a:picLocks noChangeAspect="1"/>
          </p:cNvPicPr>
          <p:nvPr/>
        </p:nvPicPr>
        <p:blipFill>
          <a:blip r:embed="rId2"/>
          <a:stretch>
            <a:fillRect/>
          </a:stretch>
        </p:blipFill>
        <p:spPr>
          <a:xfrm>
            <a:off x="6117736" y="1196752"/>
            <a:ext cx="6105525" cy="5419725"/>
          </a:xfrm>
          <a:prstGeom prst="rect">
            <a:avLst/>
          </a:prstGeom>
        </p:spPr>
      </p:pic>
      <p:pic>
        <p:nvPicPr>
          <p:cNvPr id="8" name="Picture 2" descr="What is Google Colab?. Introduction to Google Colab. | by Hrishikesh Mane |  Medium">
            <a:extLst>
              <a:ext uri="{FF2B5EF4-FFF2-40B4-BE49-F238E27FC236}">
                <a16:creationId xmlns:a16="http://schemas.microsoft.com/office/drawing/2014/main" id="{FC8B7035-8A18-4626-84F6-64B851F9391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066414" y="2708920"/>
            <a:ext cx="4165348" cy="1836203"/>
          </a:xfrm>
          <a:prstGeom prst="rect">
            <a:avLst/>
          </a:prstGeom>
          <a:noFill/>
        </p:spPr>
      </p:pic>
      <p:sp>
        <p:nvSpPr>
          <p:cNvPr id="6" name="Title 2">
            <a:extLst>
              <a:ext uri="{FF2B5EF4-FFF2-40B4-BE49-F238E27FC236}">
                <a16:creationId xmlns:a16="http://schemas.microsoft.com/office/drawing/2014/main" id="{10231332-DFCD-C8B5-58B8-4E15590F014D}"/>
              </a:ext>
            </a:extLst>
          </p:cNvPr>
          <p:cNvSpPr>
            <a:spLocks noGrp="1"/>
          </p:cNvSpPr>
          <p:nvPr>
            <p:ph type="title"/>
          </p:nvPr>
        </p:nvSpPr>
        <p:spPr>
          <a:xfrm>
            <a:off x="489315" y="835204"/>
            <a:ext cx="11159196" cy="936103"/>
          </a:xfrm>
        </p:spPr>
        <p:txBody>
          <a:bodyPr anchor="ctr">
            <a:normAutofit fontScale="90000"/>
          </a:bodyPr>
          <a:lstStyle/>
          <a:p>
            <a:r>
              <a:rPr lang="en-US" dirty="0">
                <a:solidFill>
                  <a:srgbClr val="BC0031"/>
                </a:solidFill>
              </a:rPr>
              <a:t>Jupyter from a cloud in your browser: a gift from Google</a:t>
            </a:r>
          </a:p>
        </p:txBody>
      </p:sp>
      <p:sp>
        <p:nvSpPr>
          <p:cNvPr id="11" name="Text Placeholder 3">
            <a:extLst>
              <a:ext uri="{FF2B5EF4-FFF2-40B4-BE49-F238E27FC236}">
                <a16:creationId xmlns:a16="http://schemas.microsoft.com/office/drawing/2014/main" id="{F75132F4-2D4D-A4ED-D800-CD35B6F31A66}"/>
              </a:ext>
            </a:extLst>
          </p:cNvPr>
          <p:cNvSpPr>
            <a:spLocks noGrp="1"/>
          </p:cNvSpPr>
          <p:nvPr>
            <p:ph type="body" sz="quarter" idx="11"/>
          </p:nvPr>
        </p:nvSpPr>
        <p:spPr>
          <a:xfrm>
            <a:off x="489316" y="1915200"/>
            <a:ext cx="5606687" cy="4468864"/>
          </a:xfrm>
        </p:spPr>
        <p:txBody>
          <a:bodyPr>
            <a:normAutofit/>
          </a:bodyPr>
          <a:lstStyle/>
          <a:p>
            <a:pPr>
              <a:buNone/>
            </a:pPr>
            <a:r>
              <a:rPr lang="en-US" sz="2400" dirty="0"/>
              <a:t>Google offers the </a:t>
            </a:r>
            <a:r>
              <a:rPr lang="en-US" sz="2400" dirty="0" err="1">
                <a:hlinkClick r:id="rId4"/>
              </a:rPr>
              <a:t>Colaboratory</a:t>
            </a:r>
            <a:r>
              <a:rPr lang="en-US" sz="2400" dirty="0">
                <a:hlinkClick r:id="rId4"/>
              </a:rPr>
              <a:t> (</a:t>
            </a:r>
            <a:r>
              <a:rPr lang="en-US" sz="2400" dirty="0" err="1">
                <a:hlinkClick r:id="rId4"/>
              </a:rPr>
              <a:t>Colab</a:t>
            </a:r>
            <a:r>
              <a:rPr lang="en-US" sz="2400" dirty="0">
                <a:hlinkClick r:id="rId4"/>
              </a:rPr>
              <a:t>)</a:t>
            </a:r>
            <a:r>
              <a:rPr lang="en-US" sz="2400" dirty="0"/>
              <a:t>.</a:t>
            </a:r>
          </a:p>
          <a:p>
            <a:pPr>
              <a:buNone/>
            </a:pPr>
            <a:endParaRPr lang="en-US" sz="2400" dirty="0"/>
          </a:p>
          <a:p>
            <a:pPr>
              <a:buNone/>
            </a:pPr>
            <a:r>
              <a:rPr lang="en-US" sz="2400" dirty="0"/>
              <a:t>This is a blessing that we gladly use in our course: each notebook runs on a virtual machine deployed by Google for it, for free. </a:t>
            </a:r>
          </a:p>
          <a:p>
            <a:pPr>
              <a:buNone/>
            </a:pPr>
            <a:endParaRPr lang="en-US" sz="2400" dirty="0"/>
          </a:p>
          <a:p>
            <a:pPr>
              <a:buNone/>
            </a:pPr>
            <a:r>
              <a:rPr lang="en-US" sz="2400" dirty="0"/>
              <a:t>Means that it runs without installation on your machine regardless of the machine type!</a:t>
            </a:r>
          </a:p>
          <a:p>
            <a:pPr>
              <a:buNone/>
            </a:pPr>
            <a:endParaRPr lang="en-US" sz="2400" dirty="0"/>
          </a:p>
        </p:txBody>
      </p:sp>
    </p:spTree>
    <p:extLst>
      <p:ext uri="{BB962C8B-B14F-4D97-AF65-F5344CB8AC3E}">
        <p14:creationId xmlns:p14="http://schemas.microsoft.com/office/powerpoint/2010/main" val="13120706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978CDD-F2D4-67B0-1399-6D07FC1E6A7B}"/>
              </a:ext>
            </a:extLst>
          </p:cNvPr>
          <p:cNvSpPr>
            <a:spLocks noGrp="1"/>
          </p:cNvSpPr>
          <p:nvPr>
            <p:ph type="title"/>
          </p:nvPr>
        </p:nvSpPr>
        <p:spPr>
          <a:xfrm>
            <a:off x="515937" y="720000"/>
            <a:ext cx="11160125" cy="872263"/>
          </a:xfrm>
        </p:spPr>
        <p:txBody>
          <a:bodyPr vert="horz" lIns="91440" tIns="45720" rIns="91440" bIns="45720" rtlCol="0" anchor="ctr">
            <a:normAutofit/>
          </a:bodyPr>
          <a:lstStyle/>
          <a:p>
            <a:r>
              <a:rPr lang="en-US" kern="1200"/>
              <a:t>Without colab</a:t>
            </a:r>
          </a:p>
        </p:txBody>
      </p:sp>
      <p:sp>
        <p:nvSpPr>
          <p:cNvPr id="8" name="Footer Placeholder 7">
            <a:extLst>
              <a:ext uri="{FF2B5EF4-FFF2-40B4-BE49-F238E27FC236}">
                <a16:creationId xmlns:a16="http://schemas.microsoft.com/office/drawing/2014/main" id="{467FAB10-09E5-061B-FBB2-88D2A925B49D}"/>
              </a:ext>
            </a:extLst>
          </p:cNvPr>
          <p:cNvSpPr>
            <a:spLocks noGrp="1"/>
          </p:cNvSpPr>
          <p:nvPr>
            <p:ph type="ftr" sz="quarter" idx="11"/>
          </p:nvPr>
        </p:nvSpPr>
        <p:spPr>
          <a:xfrm>
            <a:off x="720000" y="6346209"/>
            <a:ext cx="4114800" cy="151790"/>
          </a:xfrm>
        </p:spPr>
        <p:txBody>
          <a:bodyPr anchor="ctr">
            <a:normAutofit/>
          </a:bodyPr>
          <a:lstStyle/>
          <a:p>
            <a:pPr>
              <a:lnSpc>
                <a:spcPct val="90000"/>
              </a:lnSpc>
              <a:spcAft>
                <a:spcPts val="600"/>
              </a:spcAft>
            </a:pPr>
            <a:r>
              <a:rPr lang="en-US" noProof="0"/>
              <a:t>Analytics for a Better World, Lecture 1</a:t>
            </a:r>
            <a:endParaRPr lang="nl-NL" noProof="0"/>
          </a:p>
        </p:txBody>
      </p:sp>
      <p:sp>
        <p:nvSpPr>
          <p:cNvPr id="9" name="Slide Number Placeholder 8">
            <a:extLst>
              <a:ext uri="{FF2B5EF4-FFF2-40B4-BE49-F238E27FC236}">
                <a16:creationId xmlns:a16="http://schemas.microsoft.com/office/drawing/2014/main" id="{EF589A01-F7AF-B806-BC07-A88FB5EF6559}"/>
              </a:ext>
            </a:extLst>
          </p:cNvPr>
          <p:cNvSpPr>
            <a:spLocks noGrp="1"/>
          </p:cNvSpPr>
          <p:nvPr>
            <p:ph type="sldNum" sz="quarter" idx="12"/>
          </p:nvPr>
        </p:nvSpPr>
        <p:spPr>
          <a:xfrm>
            <a:off x="11187403" y="6346209"/>
            <a:ext cx="284597" cy="151790"/>
          </a:xfrm>
        </p:spPr>
        <p:txBody>
          <a:bodyPr anchor="ctr">
            <a:normAutofit/>
          </a:bodyPr>
          <a:lstStyle/>
          <a:p>
            <a:pPr>
              <a:lnSpc>
                <a:spcPct val="90000"/>
              </a:lnSpc>
              <a:spcAft>
                <a:spcPts val="600"/>
              </a:spcAft>
            </a:pPr>
            <a:fld id="{D7B5DC5B-6873-43DB-ADC7-B15ACCE0DFDB}" type="slidenum">
              <a:rPr lang="nl-NL" noProof="0" smtClean="0"/>
              <a:pPr>
                <a:lnSpc>
                  <a:spcPct val="90000"/>
                </a:lnSpc>
                <a:spcAft>
                  <a:spcPts val="600"/>
                </a:spcAft>
              </a:pPr>
              <a:t>56</a:t>
            </a:fld>
            <a:endParaRPr lang="nl-NL" noProof="0"/>
          </a:p>
        </p:txBody>
      </p:sp>
      <p:graphicFrame>
        <p:nvGraphicFramePr>
          <p:cNvPr id="32" name="Content Placeholder 6">
            <a:extLst>
              <a:ext uri="{FF2B5EF4-FFF2-40B4-BE49-F238E27FC236}">
                <a16:creationId xmlns:a16="http://schemas.microsoft.com/office/drawing/2014/main" id="{D5F2CD2F-12EE-7AA8-152C-E7EE5CF48A67}"/>
              </a:ext>
            </a:extLst>
          </p:cNvPr>
          <p:cNvGraphicFramePr>
            <a:graphicFrameLocks noGrp="1"/>
          </p:cNvGraphicFramePr>
          <p:nvPr>
            <p:ph idx="1"/>
          </p:nvPr>
        </p:nvGraphicFramePr>
        <p:xfrm>
          <a:off x="515937" y="2000621"/>
          <a:ext cx="11160125" cy="38055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8277450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B51E52-E1DE-1CA6-2894-B86D348FC83D}"/>
              </a:ext>
            </a:extLst>
          </p:cNvPr>
          <p:cNvSpPr>
            <a:spLocks noGrp="1"/>
          </p:cNvSpPr>
          <p:nvPr>
            <p:ph type="title"/>
          </p:nvPr>
        </p:nvSpPr>
        <p:spPr/>
        <p:txBody>
          <a:bodyPr anchor="ctr">
            <a:normAutofit/>
          </a:bodyPr>
          <a:lstStyle/>
          <a:p>
            <a:r>
              <a:rPr lang="en-GB" dirty="0"/>
              <a:t>Learning Python</a:t>
            </a:r>
          </a:p>
        </p:txBody>
      </p:sp>
      <p:sp>
        <p:nvSpPr>
          <p:cNvPr id="2" name="Footer Placeholder 1">
            <a:extLst>
              <a:ext uri="{FF2B5EF4-FFF2-40B4-BE49-F238E27FC236}">
                <a16:creationId xmlns:a16="http://schemas.microsoft.com/office/drawing/2014/main" id="{D12A1B88-010F-0578-F563-971BB9B97612}"/>
              </a:ext>
            </a:extLst>
          </p:cNvPr>
          <p:cNvSpPr>
            <a:spLocks noGrp="1"/>
          </p:cNvSpPr>
          <p:nvPr>
            <p:ph type="ftr" sz="quarter" idx="11"/>
          </p:nvPr>
        </p:nvSpPr>
        <p:spPr/>
        <p:txBody>
          <a:bodyPr/>
          <a:lstStyle/>
          <a:p>
            <a:r>
              <a:rPr lang="en-US" noProof="0"/>
              <a:t>Analytics for a Better World, Lecture 1</a:t>
            </a:r>
            <a:endParaRPr lang="nl-NL" noProof="0"/>
          </a:p>
        </p:txBody>
      </p:sp>
      <p:sp>
        <p:nvSpPr>
          <p:cNvPr id="4" name="Slide Number Placeholder 3">
            <a:extLst>
              <a:ext uri="{FF2B5EF4-FFF2-40B4-BE49-F238E27FC236}">
                <a16:creationId xmlns:a16="http://schemas.microsoft.com/office/drawing/2014/main" id="{EC264179-78EC-568D-6572-592564DE3710}"/>
              </a:ext>
            </a:extLst>
          </p:cNvPr>
          <p:cNvSpPr>
            <a:spLocks noGrp="1"/>
          </p:cNvSpPr>
          <p:nvPr>
            <p:ph type="sldNum" sz="quarter" idx="12"/>
          </p:nvPr>
        </p:nvSpPr>
        <p:spPr/>
        <p:txBody>
          <a:bodyPr/>
          <a:lstStyle/>
          <a:p>
            <a:fld id="{D7B5DC5B-6873-43DB-ADC7-B15ACCE0DFDB}" type="slidenum">
              <a:rPr lang="nl-NL" noProof="0" smtClean="0"/>
              <a:t>57</a:t>
            </a:fld>
            <a:endParaRPr lang="nl-NL" noProof="0"/>
          </a:p>
        </p:txBody>
      </p:sp>
      <p:graphicFrame>
        <p:nvGraphicFramePr>
          <p:cNvPr id="5" name="Content Placeholder 1">
            <a:extLst>
              <a:ext uri="{FF2B5EF4-FFF2-40B4-BE49-F238E27FC236}">
                <a16:creationId xmlns:a16="http://schemas.microsoft.com/office/drawing/2014/main" id="{315949AE-E4DC-C940-1DC5-3DA15D3E9581}"/>
              </a:ext>
            </a:extLst>
          </p:cNvPr>
          <p:cNvGraphicFramePr>
            <a:graphicFrameLocks noGrp="1"/>
          </p:cNvGraphicFramePr>
          <p:nvPr>
            <p:ph idx="1"/>
          </p:nvPr>
        </p:nvGraphicFramePr>
        <p:xfrm>
          <a:off x="515938" y="2017713"/>
          <a:ext cx="11160125" cy="38052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190763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56AB9-DAC2-057D-211A-3BC6A51EF778}"/>
              </a:ext>
            </a:extLst>
          </p:cNvPr>
          <p:cNvSpPr>
            <a:spLocks noGrp="1"/>
          </p:cNvSpPr>
          <p:nvPr>
            <p:ph type="title"/>
          </p:nvPr>
        </p:nvSpPr>
        <p:spPr>
          <a:xfrm>
            <a:off x="515937" y="720000"/>
            <a:ext cx="11160125" cy="872263"/>
          </a:xfrm>
        </p:spPr>
        <p:txBody>
          <a:bodyPr anchor="ctr">
            <a:normAutofit/>
          </a:bodyPr>
          <a:lstStyle/>
          <a:p>
            <a:r>
              <a:rPr lang="en-GB" dirty="0"/>
              <a:t>Guidance for self-study</a:t>
            </a:r>
          </a:p>
        </p:txBody>
      </p:sp>
      <p:sp>
        <p:nvSpPr>
          <p:cNvPr id="3" name="Footer Placeholder 2">
            <a:extLst>
              <a:ext uri="{FF2B5EF4-FFF2-40B4-BE49-F238E27FC236}">
                <a16:creationId xmlns:a16="http://schemas.microsoft.com/office/drawing/2014/main" id="{F57D6E2C-6CF7-C3B6-AC47-9D8095A57651}"/>
              </a:ext>
            </a:extLst>
          </p:cNvPr>
          <p:cNvSpPr>
            <a:spLocks noGrp="1"/>
          </p:cNvSpPr>
          <p:nvPr>
            <p:ph type="ftr" sz="quarter" idx="11"/>
          </p:nvPr>
        </p:nvSpPr>
        <p:spPr>
          <a:xfrm>
            <a:off x="720000" y="6346209"/>
            <a:ext cx="4114800" cy="151790"/>
          </a:xfrm>
        </p:spPr>
        <p:txBody>
          <a:bodyPr anchor="ctr">
            <a:normAutofit/>
          </a:bodyPr>
          <a:lstStyle/>
          <a:p>
            <a:pPr>
              <a:lnSpc>
                <a:spcPct val="90000"/>
              </a:lnSpc>
              <a:spcAft>
                <a:spcPts val="600"/>
              </a:spcAft>
            </a:pPr>
            <a:r>
              <a:rPr lang="en-US" noProof="0"/>
              <a:t>Analytics for a Better World, Lecture 1</a:t>
            </a:r>
            <a:endParaRPr lang="nl-NL" noProof="0"/>
          </a:p>
        </p:txBody>
      </p:sp>
      <p:sp>
        <p:nvSpPr>
          <p:cNvPr id="4" name="Slide Number Placeholder 3">
            <a:extLst>
              <a:ext uri="{FF2B5EF4-FFF2-40B4-BE49-F238E27FC236}">
                <a16:creationId xmlns:a16="http://schemas.microsoft.com/office/drawing/2014/main" id="{6A3DEC48-16C9-FEEE-6AD7-41A634137821}"/>
              </a:ext>
            </a:extLst>
          </p:cNvPr>
          <p:cNvSpPr>
            <a:spLocks noGrp="1"/>
          </p:cNvSpPr>
          <p:nvPr>
            <p:ph type="sldNum" sz="quarter" idx="12"/>
          </p:nvPr>
        </p:nvSpPr>
        <p:spPr>
          <a:xfrm>
            <a:off x="11187403" y="6346209"/>
            <a:ext cx="284597" cy="151790"/>
          </a:xfrm>
        </p:spPr>
        <p:txBody>
          <a:bodyPr anchor="ctr">
            <a:normAutofit/>
          </a:bodyPr>
          <a:lstStyle/>
          <a:p>
            <a:pPr>
              <a:lnSpc>
                <a:spcPct val="90000"/>
              </a:lnSpc>
              <a:spcAft>
                <a:spcPts val="600"/>
              </a:spcAft>
            </a:pPr>
            <a:fld id="{D7B5DC5B-6873-43DB-ADC7-B15ACCE0DFDB}" type="slidenum">
              <a:rPr lang="nl-NL" noProof="0" smtClean="0"/>
              <a:pPr>
                <a:lnSpc>
                  <a:spcPct val="90000"/>
                </a:lnSpc>
                <a:spcAft>
                  <a:spcPts val="600"/>
                </a:spcAft>
              </a:pPr>
              <a:t>58</a:t>
            </a:fld>
            <a:endParaRPr lang="nl-NL" noProof="0"/>
          </a:p>
        </p:txBody>
      </p:sp>
      <p:graphicFrame>
        <p:nvGraphicFramePr>
          <p:cNvPr id="9" name="Content Placeholder 4">
            <a:extLst>
              <a:ext uri="{FF2B5EF4-FFF2-40B4-BE49-F238E27FC236}">
                <a16:creationId xmlns:a16="http://schemas.microsoft.com/office/drawing/2014/main" id="{2D06D1F3-8C33-C6FF-48E9-B4B6590CD054}"/>
              </a:ext>
            </a:extLst>
          </p:cNvPr>
          <p:cNvGraphicFramePr>
            <a:graphicFrameLocks noGrp="1"/>
          </p:cNvGraphicFramePr>
          <p:nvPr>
            <p:ph idx="1"/>
          </p:nvPr>
        </p:nvGraphicFramePr>
        <p:xfrm>
          <a:off x="515937" y="2000621"/>
          <a:ext cx="11160125" cy="38055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300753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A7EA9-BC92-8E8D-98A1-2F11B57A5F0B}"/>
              </a:ext>
            </a:extLst>
          </p:cNvPr>
          <p:cNvSpPr>
            <a:spLocks noGrp="1"/>
          </p:cNvSpPr>
          <p:nvPr>
            <p:ph type="title"/>
          </p:nvPr>
        </p:nvSpPr>
        <p:spPr>
          <a:xfrm>
            <a:off x="515937" y="708552"/>
            <a:ext cx="11160125" cy="883711"/>
          </a:xfrm>
        </p:spPr>
        <p:txBody>
          <a:bodyPr anchor="ctr">
            <a:normAutofit/>
          </a:bodyPr>
          <a:lstStyle/>
          <a:p>
            <a:r>
              <a:rPr lang="en-US" dirty="0"/>
              <a:t>Weekly assignments</a:t>
            </a:r>
            <a:endParaRPr lang="en-NL" dirty="0"/>
          </a:p>
        </p:txBody>
      </p:sp>
      <p:sp>
        <p:nvSpPr>
          <p:cNvPr id="3" name="Footer Placeholder 2">
            <a:extLst>
              <a:ext uri="{FF2B5EF4-FFF2-40B4-BE49-F238E27FC236}">
                <a16:creationId xmlns:a16="http://schemas.microsoft.com/office/drawing/2014/main" id="{38C4CE91-F140-2E7E-FAF3-D16B6A449A76}"/>
              </a:ext>
            </a:extLst>
          </p:cNvPr>
          <p:cNvSpPr>
            <a:spLocks noGrp="1"/>
          </p:cNvSpPr>
          <p:nvPr>
            <p:ph type="ftr" sz="quarter" idx="11"/>
          </p:nvPr>
        </p:nvSpPr>
        <p:spPr>
          <a:xfrm>
            <a:off x="720000" y="6346209"/>
            <a:ext cx="4114800" cy="151790"/>
          </a:xfrm>
        </p:spPr>
        <p:txBody>
          <a:bodyPr anchor="ctr">
            <a:normAutofit/>
          </a:bodyPr>
          <a:lstStyle/>
          <a:p>
            <a:pPr>
              <a:lnSpc>
                <a:spcPct val="90000"/>
              </a:lnSpc>
              <a:spcAft>
                <a:spcPts val="600"/>
              </a:spcAft>
            </a:pPr>
            <a:r>
              <a:rPr lang="en-US" noProof="0"/>
              <a:t>Analytics for a Better World, Lecture 1</a:t>
            </a:r>
            <a:endParaRPr lang="nl-NL" noProof="0"/>
          </a:p>
        </p:txBody>
      </p:sp>
      <p:sp>
        <p:nvSpPr>
          <p:cNvPr id="4" name="Slide Number Placeholder 3">
            <a:extLst>
              <a:ext uri="{FF2B5EF4-FFF2-40B4-BE49-F238E27FC236}">
                <a16:creationId xmlns:a16="http://schemas.microsoft.com/office/drawing/2014/main" id="{B2605B8E-2B5B-E133-689B-CECF18B1BE25}"/>
              </a:ext>
            </a:extLst>
          </p:cNvPr>
          <p:cNvSpPr>
            <a:spLocks noGrp="1"/>
          </p:cNvSpPr>
          <p:nvPr>
            <p:ph type="sldNum" sz="quarter" idx="12"/>
          </p:nvPr>
        </p:nvSpPr>
        <p:spPr>
          <a:xfrm>
            <a:off x="11187403" y="6346209"/>
            <a:ext cx="284597" cy="151790"/>
          </a:xfrm>
        </p:spPr>
        <p:txBody>
          <a:bodyPr anchor="ctr">
            <a:normAutofit/>
          </a:bodyPr>
          <a:lstStyle/>
          <a:p>
            <a:pPr>
              <a:lnSpc>
                <a:spcPct val="90000"/>
              </a:lnSpc>
              <a:spcAft>
                <a:spcPts val="600"/>
              </a:spcAft>
            </a:pPr>
            <a:fld id="{D7B5DC5B-6873-43DB-ADC7-B15ACCE0DFDB}" type="slidenum">
              <a:rPr lang="nl-NL" noProof="0" smtClean="0"/>
              <a:pPr>
                <a:lnSpc>
                  <a:spcPct val="90000"/>
                </a:lnSpc>
                <a:spcAft>
                  <a:spcPts val="600"/>
                </a:spcAft>
              </a:pPr>
              <a:t>59</a:t>
            </a:fld>
            <a:endParaRPr lang="nl-NL" noProof="0"/>
          </a:p>
        </p:txBody>
      </p:sp>
      <p:graphicFrame>
        <p:nvGraphicFramePr>
          <p:cNvPr id="7" name="Content Placeholder 4">
            <a:extLst>
              <a:ext uri="{FF2B5EF4-FFF2-40B4-BE49-F238E27FC236}">
                <a16:creationId xmlns:a16="http://schemas.microsoft.com/office/drawing/2014/main" id="{00089C76-19C8-86B4-8587-0C1E294F57D5}"/>
              </a:ext>
            </a:extLst>
          </p:cNvPr>
          <p:cNvGraphicFramePr>
            <a:graphicFrameLocks noGrp="1"/>
          </p:cNvGraphicFramePr>
          <p:nvPr>
            <p:ph idx="1"/>
            <p:extLst>
              <p:ext uri="{D42A27DB-BD31-4B8C-83A1-F6EECF244321}">
                <p14:modId xmlns:p14="http://schemas.microsoft.com/office/powerpoint/2010/main" val="2273077463"/>
              </p:ext>
            </p:extLst>
          </p:nvPr>
        </p:nvGraphicFramePr>
        <p:xfrm>
          <a:off x="515936" y="2017484"/>
          <a:ext cx="11160125" cy="38055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242508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57ECB-150E-1ACB-D146-EE3A0751A6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E66932-07B3-5FD8-B8D7-6F5E9EC3F283}"/>
              </a:ext>
            </a:extLst>
          </p:cNvPr>
          <p:cNvSpPr>
            <a:spLocks noGrp="1"/>
          </p:cNvSpPr>
          <p:nvPr>
            <p:ph type="title"/>
          </p:nvPr>
        </p:nvSpPr>
        <p:spPr>
          <a:xfrm>
            <a:off x="515937" y="720000"/>
            <a:ext cx="11160125" cy="872263"/>
          </a:xfrm>
        </p:spPr>
        <p:txBody>
          <a:bodyPr anchor="ctr">
            <a:normAutofit/>
          </a:bodyPr>
          <a:lstStyle/>
          <a:p>
            <a:r>
              <a:rPr lang="en-US" dirty="0"/>
              <a:t>Locating the </a:t>
            </a:r>
            <a:r>
              <a:rPr lang="en-US" dirty="0" err="1"/>
              <a:t>CodeGrade</a:t>
            </a:r>
            <a:r>
              <a:rPr lang="en-US" dirty="0"/>
              <a:t> assignments</a:t>
            </a:r>
            <a:endParaRPr lang="en-NL" dirty="0"/>
          </a:p>
        </p:txBody>
      </p:sp>
      <p:sp>
        <p:nvSpPr>
          <p:cNvPr id="3" name="Footer Placeholder 2">
            <a:extLst>
              <a:ext uri="{FF2B5EF4-FFF2-40B4-BE49-F238E27FC236}">
                <a16:creationId xmlns:a16="http://schemas.microsoft.com/office/drawing/2014/main" id="{25288B04-5EF3-FF1A-37D0-660F6F86127F}"/>
              </a:ext>
            </a:extLst>
          </p:cNvPr>
          <p:cNvSpPr>
            <a:spLocks noGrp="1"/>
          </p:cNvSpPr>
          <p:nvPr>
            <p:ph type="ftr" sz="quarter" idx="11"/>
          </p:nvPr>
        </p:nvSpPr>
        <p:spPr>
          <a:xfrm>
            <a:off x="720000" y="6346209"/>
            <a:ext cx="4114800" cy="151790"/>
          </a:xfrm>
        </p:spPr>
        <p:txBody>
          <a:bodyPr anchor="ctr">
            <a:normAutofit/>
          </a:bodyPr>
          <a:lstStyle/>
          <a:p>
            <a:pPr>
              <a:lnSpc>
                <a:spcPct val="90000"/>
              </a:lnSpc>
              <a:spcAft>
                <a:spcPts val="600"/>
              </a:spcAft>
            </a:pPr>
            <a:r>
              <a:rPr lang="en-US" noProof="0"/>
              <a:t>Analytics for a Better World, Lecture 1</a:t>
            </a:r>
            <a:endParaRPr lang="nl-NL" noProof="0"/>
          </a:p>
        </p:txBody>
      </p:sp>
      <p:sp>
        <p:nvSpPr>
          <p:cNvPr id="4" name="Slide Number Placeholder 3">
            <a:extLst>
              <a:ext uri="{FF2B5EF4-FFF2-40B4-BE49-F238E27FC236}">
                <a16:creationId xmlns:a16="http://schemas.microsoft.com/office/drawing/2014/main" id="{08D834E9-C0C2-C369-904F-B2B48DD9486F}"/>
              </a:ext>
            </a:extLst>
          </p:cNvPr>
          <p:cNvSpPr>
            <a:spLocks noGrp="1"/>
          </p:cNvSpPr>
          <p:nvPr>
            <p:ph type="sldNum" sz="quarter" idx="12"/>
          </p:nvPr>
        </p:nvSpPr>
        <p:spPr>
          <a:xfrm>
            <a:off x="11187403" y="6346209"/>
            <a:ext cx="284597" cy="151790"/>
          </a:xfrm>
        </p:spPr>
        <p:txBody>
          <a:bodyPr anchor="ctr">
            <a:normAutofit/>
          </a:bodyPr>
          <a:lstStyle/>
          <a:p>
            <a:pPr>
              <a:lnSpc>
                <a:spcPct val="90000"/>
              </a:lnSpc>
              <a:spcAft>
                <a:spcPts val="600"/>
              </a:spcAft>
            </a:pPr>
            <a:fld id="{D7B5DC5B-6873-43DB-ADC7-B15ACCE0DFDB}" type="slidenum">
              <a:rPr lang="nl-NL" noProof="0" smtClean="0"/>
              <a:pPr>
                <a:lnSpc>
                  <a:spcPct val="90000"/>
                </a:lnSpc>
                <a:spcAft>
                  <a:spcPts val="600"/>
                </a:spcAft>
              </a:pPr>
              <a:t>60</a:t>
            </a:fld>
            <a:endParaRPr lang="nl-NL" noProof="0"/>
          </a:p>
        </p:txBody>
      </p:sp>
      <p:graphicFrame>
        <p:nvGraphicFramePr>
          <p:cNvPr id="13" name="Content Placeholder 4">
            <a:extLst>
              <a:ext uri="{FF2B5EF4-FFF2-40B4-BE49-F238E27FC236}">
                <a16:creationId xmlns:a16="http://schemas.microsoft.com/office/drawing/2014/main" id="{D6281A36-A06E-517B-D4B2-C031B9E77FC9}"/>
              </a:ext>
            </a:extLst>
          </p:cNvPr>
          <p:cNvGraphicFramePr>
            <a:graphicFrameLocks noGrp="1"/>
          </p:cNvGraphicFramePr>
          <p:nvPr>
            <p:ph idx="1"/>
          </p:nvPr>
        </p:nvGraphicFramePr>
        <p:xfrm>
          <a:off x="515937" y="2000621"/>
          <a:ext cx="11160125" cy="38055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7088931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43E1B-7CDE-F79D-67D8-626122E02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ABFBA6-2516-CD48-A2A8-14F86D56291F}"/>
              </a:ext>
            </a:extLst>
          </p:cNvPr>
          <p:cNvSpPr>
            <a:spLocks noGrp="1"/>
          </p:cNvSpPr>
          <p:nvPr>
            <p:ph type="title"/>
          </p:nvPr>
        </p:nvSpPr>
        <p:spPr>
          <a:xfrm>
            <a:off x="515937" y="720000"/>
            <a:ext cx="11160125" cy="872263"/>
          </a:xfrm>
        </p:spPr>
        <p:txBody>
          <a:bodyPr anchor="ctr">
            <a:normAutofit/>
          </a:bodyPr>
          <a:lstStyle/>
          <a:p>
            <a:r>
              <a:rPr lang="en-US" dirty="0"/>
              <a:t>Completing </a:t>
            </a:r>
            <a:r>
              <a:rPr lang="en-US" dirty="0" err="1"/>
              <a:t>CodeGrade</a:t>
            </a:r>
            <a:r>
              <a:rPr lang="en-US" dirty="0"/>
              <a:t> assignments</a:t>
            </a:r>
            <a:endParaRPr lang="en-NL" dirty="0"/>
          </a:p>
        </p:txBody>
      </p:sp>
      <p:sp>
        <p:nvSpPr>
          <p:cNvPr id="3" name="Footer Placeholder 2">
            <a:extLst>
              <a:ext uri="{FF2B5EF4-FFF2-40B4-BE49-F238E27FC236}">
                <a16:creationId xmlns:a16="http://schemas.microsoft.com/office/drawing/2014/main" id="{71AF469F-5458-FB73-EE5B-7672FB617018}"/>
              </a:ext>
            </a:extLst>
          </p:cNvPr>
          <p:cNvSpPr>
            <a:spLocks noGrp="1"/>
          </p:cNvSpPr>
          <p:nvPr>
            <p:ph type="ftr" sz="quarter" idx="11"/>
          </p:nvPr>
        </p:nvSpPr>
        <p:spPr>
          <a:xfrm>
            <a:off x="720000" y="6346209"/>
            <a:ext cx="4114800" cy="151790"/>
          </a:xfrm>
        </p:spPr>
        <p:txBody>
          <a:bodyPr anchor="ctr">
            <a:normAutofit/>
          </a:bodyPr>
          <a:lstStyle/>
          <a:p>
            <a:pPr>
              <a:lnSpc>
                <a:spcPct val="90000"/>
              </a:lnSpc>
              <a:spcAft>
                <a:spcPts val="600"/>
              </a:spcAft>
            </a:pPr>
            <a:r>
              <a:rPr lang="en-US" noProof="0"/>
              <a:t>Analytics for a Better World, Lecture 1</a:t>
            </a:r>
            <a:endParaRPr lang="nl-NL" noProof="0"/>
          </a:p>
        </p:txBody>
      </p:sp>
      <p:sp>
        <p:nvSpPr>
          <p:cNvPr id="4" name="Slide Number Placeholder 3">
            <a:extLst>
              <a:ext uri="{FF2B5EF4-FFF2-40B4-BE49-F238E27FC236}">
                <a16:creationId xmlns:a16="http://schemas.microsoft.com/office/drawing/2014/main" id="{F725B4E6-AFE9-9920-1BB7-F4FF6C4B7236}"/>
              </a:ext>
            </a:extLst>
          </p:cNvPr>
          <p:cNvSpPr>
            <a:spLocks noGrp="1"/>
          </p:cNvSpPr>
          <p:nvPr>
            <p:ph type="sldNum" sz="quarter" idx="12"/>
          </p:nvPr>
        </p:nvSpPr>
        <p:spPr>
          <a:xfrm>
            <a:off x="11187403" y="6346209"/>
            <a:ext cx="284597" cy="151790"/>
          </a:xfrm>
        </p:spPr>
        <p:txBody>
          <a:bodyPr anchor="ctr">
            <a:normAutofit/>
          </a:bodyPr>
          <a:lstStyle/>
          <a:p>
            <a:pPr>
              <a:lnSpc>
                <a:spcPct val="90000"/>
              </a:lnSpc>
              <a:spcAft>
                <a:spcPts val="600"/>
              </a:spcAft>
            </a:pPr>
            <a:fld id="{D7B5DC5B-6873-43DB-ADC7-B15ACCE0DFDB}" type="slidenum">
              <a:rPr lang="nl-NL" noProof="0" smtClean="0"/>
              <a:pPr>
                <a:lnSpc>
                  <a:spcPct val="90000"/>
                </a:lnSpc>
                <a:spcAft>
                  <a:spcPts val="600"/>
                </a:spcAft>
              </a:pPr>
              <a:t>61</a:t>
            </a:fld>
            <a:endParaRPr lang="nl-NL" noProof="0"/>
          </a:p>
        </p:txBody>
      </p:sp>
      <p:graphicFrame>
        <p:nvGraphicFramePr>
          <p:cNvPr id="13" name="Content Placeholder 4">
            <a:extLst>
              <a:ext uri="{FF2B5EF4-FFF2-40B4-BE49-F238E27FC236}">
                <a16:creationId xmlns:a16="http://schemas.microsoft.com/office/drawing/2014/main" id="{E1499457-AB60-9A98-5C0B-C10F026CBAAD}"/>
              </a:ext>
            </a:extLst>
          </p:cNvPr>
          <p:cNvGraphicFramePr>
            <a:graphicFrameLocks noGrp="1"/>
          </p:cNvGraphicFramePr>
          <p:nvPr>
            <p:ph idx="1"/>
          </p:nvPr>
        </p:nvGraphicFramePr>
        <p:xfrm>
          <a:off x="515937" y="2000621"/>
          <a:ext cx="11160125" cy="38055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5464300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4A57C-5FDB-885B-C362-F0E374D133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ECC27C-0B27-C427-E9A6-E2D534E5A222}"/>
              </a:ext>
            </a:extLst>
          </p:cNvPr>
          <p:cNvSpPr>
            <a:spLocks noGrp="1"/>
          </p:cNvSpPr>
          <p:nvPr>
            <p:ph type="title"/>
          </p:nvPr>
        </p:nvSpPr>
        <p:spPr>
          <a:xfrm>
            <a:off x="515937" y="720000"/>
            <a:ext cx="11160125" cy="872263"/>
          </a:xfrm>
        </p:spPr>
        <p:txBody>
          <a:bodyPr anchor="ctr">
            <a:normAutofit/>
          </a:bodyPr>
          <a:lstStyle/>
          <a:p>
            <a:r>
              <a:rPr lang="en-US" dirty="0"/>
              <a:t>Submitting </a:t>
            </a:r>
            <a:r>
              <a:rPr lang="en-US" dirty="0" err="1"/>
              <a:t>CodeGrade</a:t>
            </a:r>
            <a:r>
              <a:rPr lang="en-US" dirty="0"/>
              <a:t> assignments</a:t>
            </a:r>
            <a:endParaRPr lang="en-NL" dirty="0"/>
          </a:p>
        </p:txBody>
      </p:sp>
      <p:sp>
        <p:nvSpPr>
          <p:cNvPr id="3" name="Footer Placeholder 2">
            <a:extLst>
              <a:ext uri="{FF2B5EF4-FFF2-40B4-BE49-F238E27FC236}">
                <a16:creationId xmlns:a16="http://schemas.microsoft.com/office/drawing/2014/main" id="{06161912-0433-5262-26ED-1524647A8123}"/>
              </a:ext>
            </a:extLst>
          </p:cNvPr>
          <p:cNvSpPr>
            <a:spLocks noGrp="1"/>
          </p:cNvSpPr>
          <p:nvPr>
            <p:ph type="ftr" sz="quarter" idx="11"/>
          </p:nvPr>
        </p:nvSpPr>
        <p:spPr>
          <a:xfrm>
            <a:off x="720000" y="6346209"/>
            <a:ext cx="4114800" cy="151790"/>
          </a:xfrm>
        </p:spPr>
        <p:txBody>
          <a:bodyPr anchor="ctr">
            <a:normAutofit/>
          </a:bodyPr>
          <a:lstStyle/>
          <a:p>
            <a:pPr>
              <a:lnSpc>
                <a:spcPct val="90000"/>
              </a:lnSpc>
              <a:spcAft>
                <a:spcPts val="600"/>
              </a:spcAft>
            </a:pPr>
            <a:r>
              <a:rPr lang="en-US" noProof="0"/>
              <a:t>Analytics for a Better World, Lecture 1</a:t>
            </a:r>
            <a:endParaRPr lang="nl-NL" noProof="0"/>
          </a:p>
        </p:txBody>
      </p:sp>
      <p:sp>
        <p:nvSpPr>
          <p:cNvPr id="4" name="Slide Number Placeholder 3">
            <a:extLst>
              <a:ext uri="{FF2B5EF4-FFF2-40B4-BE49-F238E27FC236}">
                <a16:creationId xmlns:a16="http://schemas.microsoft.com/office/drawing/2014/main" id="{4D47698A-EB47-F7F2-5FAA-299ECA5BDA9F}"/>
              </a:ext>
            </a:extLst>
          </p:cNvPr>
          <p:cNvSpPr>
            <a:spLocks noGrp="1"/>
          </p:cNvSpPr>
          <p:nvPr>
            <p:ph type="sldNum" sz="quarter" idx="12"/>
          </p:nvPr>
        </p:nvSpPr>
        <p:spPr>
          <a:xfrm>
            <a:off x="11187403" y="6346209"/>
            <a:ext cx="284597" cy="151790"/>
          </a:xfrm>
        </p:spPr>
        <p:txBody>
          <a:bodyPr anchor="ctr">
            <a:normAutofit/>
          </a:bodyPr>
          <a:lstStyle/>
          <a:p>
            <a:pPr>
              <a:lnSpc>
                <a:spcPct val="90000"/>
              </a:lnSpc>
              <a:spcAft>
                <a:spcPts val="600"/>
              </a:spcAft>
            </a:pPr>
            <a:fld id="{D7B5DC5B-6873-43DB-ADC7-B15ACCE0DFDB}" type="slidenum">
              <a:rPr lang="nl-NL" noProof="0" smtClean="0"/>
              <a:pPr>
                <a:lnSpc>
                  <a:spcPct val="90000"/>
                </a:lnSpc>
                <a:spcAft>
                  <a:spcPts val="600"/>
                </a:spcAft>
              </a:pPr>
              <a:t>62</a:t>
            </a:fld>
            <a:endParaRPr lang="nl-NL" noProof="0"/>
          </a:p>
        </p:txBody>
      </p:sp>
      <p:graphicFrame>
        <p:nvGraphicFramePr>
          <p:cNvPr id="13" name="Content Placeholder 4">
            <a:extLst>
              <a:ext uri="{FF2B5EF4-FFF2-40B4-BE49-F238E27FC236}">
                <a16:creationId xmlns:a16="http://schemas.microsoft.com/office/drawing/2014/main" id="{4B046DAE-D3F6-FF11-2B5E-161EAAA3A419}"/>
              </a:ext>
            </a:extLst>
          </p:cNvPr>
          <p:cNvGraphicFramePr>
            <a:graphicFrameLocks noGrp="1"/>
          </p:cNvGraphicFramePr>
          <p:nvPr>
            <p:ph idx="1"/>
          </p:nvPr>
        </p:nvGraphicFramePr>
        <p:xfrm>
          <a:off x="515937" y="2000621"/>
          <a:ext cx="11160125" cy="38055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5324338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84D99-B600-0F2D-3C4D-C9EF1A9B666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6BE3956-79CC-1D45-26C3-5A86B14D7B50}"/>
              </a:ext>
            </a:extLst>
          </p:cNvPr>
          <p:cNvSpPr>
            <a:spLocks noGrp="1"/>
          </p:cNvSpPr>
          <p:nvPr>
            <p:ph type="title"/>
          </p:nvPr>
        </p:nvSpPr>
        <p:spPr>
          <a:xfrm>
            <a:off x="515937" y="720000"/>
            <a:ext cx="11160125" cy="872263"/>
          </a:xfrm>
        </p:spPr>
        <p:txBody>
          <a:bodyPr anchor="ctr">
            <a:normAutofit/>
          </a:bodyPr>
          <a:lstStyle/>
          <a:p>
            <a:r>
              <a:rPr lang="en-US" dirty="0"/>
              <a:t>More than grading, also feedback!</a:t>
            </a:r>
          </a:p>
        </p:txBody>
      </p:sp>
      <p:sp>
        <p:nvSpPr>
          <p:cNvPr id="13" name="Footer Placeholder 3">
            <a:extLst>
              <a:ext uri="{FF2B5EF4-FFF2-40B4-BE49-F238E27FC236}">
                <a16:creationId xmlns:a16="http://schemas.microsoft.com/office/drawing/2014/main" id="{095B1995-8FBA-8E94-847A-9DC18D3671C9}"/>
              </a:ext>
            </a:extLst>
          </p:cNvPr>
          <p:cNvSpPr>
            <a:spLocks noGrp="1"/>
          </p:cNvSpPr>
          <p:nvPr>
            <p:ph type="ftr" sz="quarter" idx="11"/>
          </p:nvPr>
        </p:nvSpPr>
        <p:spPr>
          <a:xfrm>
            <a:off x="720000" y="6346209"/>
            <a:ext cx="4114800" cy="151790"/>
          </a:xfrm>
        </p:spPr>
        <p:txBody>
          <a:bodyPr/>
          <a:lstStyle/>
          <a:p>
            <a:pPr>
              <a:spcAft>
                <a:spcPts val="600"/>
              </a:spcAft>
            </a:pPr>
            <a:r>
              <a:rPr lang="en-US"/>
              <a:t>Analytics for a Better World, Lecture 1</a:t>
            </a:r>
          </a:p>
        </p:txBody>
      </p:sp>
      <p:sp>
        <p:nvSpPr>
          <p:cNvPr id="15" name="Slide Number Placeholder 4">
            <a:extLst>
              <a:ext uri="{FF2B5EF4-FFF2-40B4-BE49-F238E27FC236}">
                <a16:creationId xmlns:a16="http://schemas.microsoft.com/office/drawing/2014/main" id="{70EBBDD9-3DE8-A8B6-5BF8-43D0FF63B5C9}"/>
              </a:ext>
            </a:extLst>
          </p:cNvPr>
          <p:cNvSpPr>
            <a:spLocks noGrp="1"/>
          </p:cNvSpPr>
          <p:nvPr>
            <p:ph type="sldNum" sz="quarter" idx="12"/>
          </p:nvPr>
        </p:nvSpPr>
        <p:spPr>
          <a:xfrm>
            <a:off x="11187403" y="6346209"/>
            <a:ext cx="284597" cy="151790"/>
          </a:xfrm>
        </p:spPr>
        <p:txBody>
          <a:bodyPr/>
          <a:lstStyle/>
          <a:p>
            <a:pPr>
              <a:spcAft>
                <a:spcPts val="600"/>
              </a:spcAft>
            </a:pPr>
            <a:fld id="{F0C94032-CD4C-4C25-B0C2-CEC720522D92}" type="slidenum">
              <a:rPr lang="en-US" smtClean="0"/>
              <a:pPr>
                <a:spcAft>
                  <a:spcPts val="600"/>
                </a:spcAft>
              </a:pPr>
              <a:t>63</a:t>
            </a:fld>
            <a:endParaRPr lang="en-US"/>
          </a:p>
        </p:txBody>
      </p:sp>
      <p:sp>
        <p:nvSpPr>
          <p:cNvPr id="2" name="Footer Placeholder 1">
            <a:extLst>
              <a:ext uri="{FF2B5EF4-FFF2-40B4-BE49-F238E27FC236}">
                <a16:creationId xmlns:a16="http://schemas.microsoft.com/office/drawing/2014/main" id="{44FE4732-1824-F04A-3CF1-A53C66DBF22E}"/>
              </a:ext>
            </a:extLst>
          </p:cNvPr>
          <p:cNvSpPr>
            <a:spLocks noGrp="1"/>
          </p:cNvSpPr>
          <p:nvPr>
            <p:ph type="ftr" sz="quarter" idx="11"/>
          </p:nvPr>
        </p:nvSpPr>
        <p:spPr/>
        <p:txBody>
          <a:bodyPr/>
          <a:lstStyle/>
          <a:p>
            <a:pPr>
              <a:spcAft>
                <a:spcPts val="600"/>
              </a:spcAft>
            </a:pPr>
            <a:r>
              <a:rPr lang="en-US" noProof="0"/>
              <a:t>Analytics for a Better World lecture 1b</a:t>
            </a:r>
            <a:endParaRPr lang="nl-NL" noProof="0"/>
          </a:p>
        </p:txBody>
      </p:sp>
      <p:sp>
        <p:nvSpPr>
          <p:cNvPr id="3" name="Slide Number Placeholder 2">
            <a:extLst>
              <a:ext uri="{FF2B5EF4-FFF2-40B4-BE49-F238E27FC236}">
                <a16:creationId xmlns:a16="http://schemas.microsoft.com/office/drawing/2014/main" id="{65017FB2-08F7-4F07-916F-B7447E509A4B}"/>
              </a:ext>
            </a:extLst>
          </p:cNvPr>
          <p:cNvSpPr>
            <a:spLocks noGrp="1"/>
          </p:cNvSpPr>
          <p:nvPr>
            <p:ph type="sldNum" sz="quarter" idx="12"/>
          </p:nvPr>
        </p:nvSpPr>
        <p:spPr/>
        <p:txBody>
          <a:bodyPr/>
          <a:lstStyle/>
          <a:p>
            <a:pPr>
              <a:spcAft>
                <a:spcPts val="600"/>
              </a:spcAft>
            </a:pPr>
            <a:fld id="{D7B5DC5B-6873-43DB-ADC7-B15ACCE0DFDB}" type="slidenum">
              <a:rPr lang="nl-NL" noProof="0" smtClean="0"/>
              <a:pPr>
                <a:spcAft>
                  <a:spcPts val="600"/>
                </a:spcAft>
              </a:pPr>
              <a:t>63</a:t>
            </a:fld>
            <a:endParaRPr lang="nl-NL" noProof="0"/>
          </a:p>
        </p:txBody>
      </p:sp>
      <p:graphicFrame>
        <p:nvGraphicFramePr>
          <p:cNvPr id="8" name="Content Placeholder 5">
            <a:extLst>
              <a:ext uri="{FF2B5EF4-FFF2-40B4-BE49-F238E27FC236}">
                <a16:creationId xmlns:a16="http://schemas.microsoft.com/office/drawing/2014/main" id="{C7E30452-FD9C-13F6-470D-24B9BED38D0C}"/>
              </a:ext>
            </a:extLst>
          </p:cNvPr>
          <p:cNvGraphicFramePr>
            <a:graphicFrameLocks noGrp="1"/>
          </p:cNvGraphicFramePr>
          <p:nvPr>
            <p:ph idx="1"/>
          </p:nvPr>
        </p:nvGraphicFramePr>
        <p:xfrm>
          <a:off x="515937" y="2000621"/>
          <a:ext cx="11160125" cy="38055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725403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0E90636-D953-48BC-93BE-90705EE6D44F}"/>
              </a:ext>
            </a:extLst>
          </p:cNvPr>
          <p:cNvSpPr>
            <a:spLocks noGrp="1"/>
          </p:cNvSpPr>
          <p:nvPr>
            <p:ph type="title"/>
          </p:nvPr>
        </p:nvSpPr>
        <p:spPr>
          <a:xfrm>
            <a:off x="515938" y="714375"/>
            <a:ext cx="11160124" cy="877888"/>
          </a:xfrm>
        </p:spPr>
        <p:txBody>
          <a:bodyPr vert="horz" lIns="91440" tIns="45720" rIns="91440" bIns="45720" rtlCol="0" anchor="ctr">
            <a:normAutofit/>
          </a:bodyPr>
          <a:lstStyle/>
          <a:p>
            <a:r>
              <a:rPr lang="en-US"/>
              <a:t>The tutorials / seminars</a:t>
            </a:r>
          </a:p>
        </p:txBody>
      </p:sp>
      <p:sp>
        <p:nvSpPr>
          <p:cNvPr id="13" name="Content Placeholder 6">
            <a:extLst>
              <a:ext uri="{FF2B5EF4-FFF2-40B4-BE49-F238E27FC236}">
                <a16:creationId xmlns:a16="http://schemas.microsoft.com/office/drawing/2014/main" id="{75C8B18E-4203-4750-92C7-36D9F9C82499}"/>
              </a:ext>
            </a:extLst>
          </p:cNvPr>
          <p:cNvSpPr>
            <a:spLocks noGrp="1"/>
          </p:cNvSpPr>
          <p:nvPr>
            <p:ph sz="quarter" idx="16"/>
          </p:nvPr>
        </p:nvSpPr>
        <p:spPr>
          <a:xfrm>
            <a:off x="6191248" y="2000621"/>
            <a:ext cx="5484812" cy="4339854"/>
          </a:xfrm>
        </p:spPr>
        <p:txBody>
          <a:bodyPr vert="horz" lIns="91440" tIns="45720" rIns="91440" bIns="45720" rtlCol="0">
            <a:normAutofit/>
          </a:bodyPr>
          <a:lstStyle/>
          <a:p>
            <a:pPr>
              <a:spcAft>
                <a:spcPts val="600"/>
              </a:spcAft>
            </a:pPr>
            <a:r>
              <a:rPr lang="en-US"/>
              <a:t>Each seminar focuses on the </a:t>
            </a:r>
            <a:r>
              <a:rPr lang="en-US">
                <a:hlinkClick r:id="rId2"/>
              </a:rPr>
              <a:t>exercises of the week</a:t>
            </a:r>
            <a:r>
              <a:rPr lang="en-US"/>
              <a:t>.</a:t>
            </a:r>
          </a:p>
          <a:p>
            <a:pPr>
              <a:spcAft>
                <a:spcPts val="600"/>
              </a:spcAft>
            </a:pPr>
            <a:r>
              <a:rPr lang="en-US"/>
              <a:t>This week includes: a step-by-step introduction to submitting assignments (</a:t>
            </a:r>
            <a:r>
              <a:rPr lang="en-US" err="1"/>
              <a:t>Colab</a:t>
            </a:r>
            <a:r>
              <a:rPr lang="en-US"/>
              <a:t> + </a:t>
            </a:r>
            <a:r>
              <a:rPr lang="en-US" err="1"/>
              <a:t>CodeGrade</a:t>
            </a:r>
            <a:r>
              <a:rPr lang="en-US"/>
              <a:t>).</a:t>
            </a:r>
          </a:p>
          <a:p>
            <a:pPr>
              <a:spcAft>
                <a:spcPts val="600"/>
              </a:spcAft>
            </a:pPr>
            <a:r>
              <a:rPr lang="en-US"/>
              <a:t>During seminars, you will get help with the exercises you found difficult.</a:t>
            </a:r>
          </a:p>
          <a:p>
            <a:pPr>
              <a:spcAft>
                <a:spcPts val="600"/>
              </a:spcAft>
            </a:pPr>
            <a:r>
              <a:rPr lang="en-US" b="1"/>
              <a:t>You are expected to try the exercises in advance!</a:t>
            </a:r>
          </a:p>
          <a:p>
            <a:pPr>
              <a:spcAft>
                <a:spcPts val="600"/>
              </a:spcAft>
            </a:pPr>
            <a:r>
              <a:rPr lang="en-US"/>
              <a:t>If you have a laptop, please bring it so we can assist you directly.</a:t>
            </a:r>
          </a:p>
          <a:p>
            <a:pPr>
              <a:spcAft>
                <a:spcPts val="600"/>
              </a:spcAft>
            </a:pPr>
            <a:r>
              <a:rPr lang="en-US"/>
              <a:t>At the end of the week, we will post the solutions and the next week’s exercises on Canvas.</a:t>
            </a:r>
          </a:p>
        </p:txBody>
      </p:sp>
      <p:pic>
        <p:nvPicPr>
          <p:cNvPr id="2050" name="Picture 2" descr="Laptops in the Classroom |">
            <a:extLst>
              <a:ext uri="{FF2B5EF4-FFF2-40B4-BE49-F238E27FC236}">
                <a16:creationId xmlns:a16="http://schemas.microsoft.com/office/drawing/2014/main" id="{90FA0D9B-B54F-46DC-B6D6-1D8E5F0D1FFE}"/>
              </a:ext>
            </a:extLst>
          </p:cNvPr>
          <p:cNvPicPr>
            <a:picLocks noGrp="1" noChangeAspect="1" noChangeArrowheads="1"/>
          </p:cNvPicPr>
          <p:nvPr>
            <p:ph type="pic" sz="quarter" idx="4294967295"/>
          </p:nvPr>
        </p:nvPicPr>
        <p:blipFill rotWithShape="1">
          <a:blip r:embed="rId3">
            <a:extLst>
              <a:ext uri="{28A0092B-C50C-407E-A947-70E740481C1C}">
                <a14:useLocalDpi xmlns:a14="http://schemas.microsoft.com/office/drawing/2010/main" val="0"/>
              </a:ext>
            </a:extLst>
          </a:blip>
          <a:srcRect r="1741" b="3"/>
          <a:stretch>
            <a:fillRect/>
          </a:stretch>
        </p:blipFill>
        <p:spPr bwMode="auto">
          <a:xfrm>
            <a:off x="515936" y="2000621"/>
            <a:ext cx="5484812" cy="4339854"/>
          </a:xfrm>
          <a:prstGeom prst="rect">
            <a:avLst/>
          </a:prstGeom>
          <a:noFill/>
        </p:spPr>
      </p:pic>
      <p:sp>
        <p:nvSpPr>
          <p:cNvPr id="2" name="Footer Placeholder 1">
            <a:extLst>
              <a:ext uri="{FF2B5EF4-FFF2-40B4-BE49-F238E27FC236}">
                <a16:creationId xmlns:a16="http://schemas.microsoft.com/office/drawing/2014/main" id="{C10D301D-03BD-4850-A9E0-7527F7AC0749}"/>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lgn="ctr">
              <a:spcAft>
                <a:spcPts val="600"/>
              </a:spcAft>
              <a:defRPr/>
            </a:pPr>
            <a:r>
              <a:rPr lang="en-US" sz="1200" kern="1200">
                <a:solidFill>
                  <a:srgbClr val="FFFFFF"/>
                </a:solidFill>
                <a:latin typeface="Calibri" panose="020F0502020204030204"/>
                <a:ea typeface="+mn-ea"/>
                <a:cs typeface="+mn-cs"/>
              </a:rPr>
              <a:t>Analytics for a Better World, Lecture 1</a:t>
            </a:r>
          </a:p>
        </p:txBody>
      </p:sp>
      <p:sp>
        <p:nvSpPr>
          <p:cNvPr id="3" name="Slide Number Placeholder 2" hidden="1">
            <a:extLst>
              <a:ext uri="{FF2B5EF4-FFF2-40B4-BE49-F238E27FC236}">
                <a16:creationId xmlns:a16="http://schemas.microsoft.com/office/drawing/2014/main" id="{66119EC4-FB4C-0FFC-38A4-84C5EAB0016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D7B5DC5B-6873-43DB-ADC7-B15ACCE0DFDB}" type="slidenum">
              <a:rPr lang="en-US" sz="1200" b="0" smtClean="0">
                <a:solidFill>
                  <a:prstClr val="black">
                    <a:tint val="75000"/>
                  </a:prstClr>
                </a:solidFill>
                <a:latin typeface="Calibri" panose="020F0502020204030204"/>
              </a:rPr>
              <a:pPr>
                <a:spcAft>
                  <a:spcPts val="600"/>
                </a:spcAft>
                <a:defRPr/>
              </a:pPr>
              <a:t>64</a:t>
            </a:fld>
            <a:endParaRPr lang="en-US" sz="1200" b="0">
              <a:solidFill>
                <a:prstClr val="black">
                  <a:tint val="75000"/>
                </a:prstClr>
              </a:solidFill>
              <a:latin typeface="Calibri" panose="020F0502020204030204"/>
            </a:endParaRPr>
          </a:p>
        </p:txBody>
      </p:sp>
    </p:spTree>
    <p:extLst>
      <p:ext uri="{BB962C8B-B14F-4D97-AF65-F5344CB8AC3E}">
        <p14:creationId xmlns:p14="http://schemas.microsoft.com/office/powerpoint/2010/main" val="2790659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19FF2-7F83-A320-091A-E162A99BC56B}"/>
              </a:ext>
            </a:extLst>
          </p:cNvPr>
          <p:cNvSpPr>
            <a:spLocks noGrp="1"/>
          </p:cNvSpPr>
          <p:nvPr>
            <p:ph type="title"/>
          </p:nvPr>
        </p:nvSpPr>
        <p:spPr>
          <a:xfrm>
            <a:off x="515937" y="720000"/>
            <a:ext cx="11160125" cy="872263"/>
          </a:xfrm>
        </p:spPr>
        <p:txBody>
          <a:bodyPr anchor="ctr">
            <a:normAutofit/>
          </a:bodyPr>
          <a:lstStyle/>
          <a:p>
            <a:r>
              <a:rPr lang="en-NL" dirty="0"/>
              <a:t>May I drive our car?</a:t>
            </a:r>
          </a:p>
        </p:txBody>
      </p:sp>
      <p:sp>
        <p:nvSpPr>
          <p:cNvPr id="3" name="Footer Placeholder 2">
            <a:extLst>
              <a:ext uri="{FF2B5EF4-FFF2-40B4-BE49-F238E27FC236}">
                <a16:creationId xmlns:a16="http://schemas.microsoft.com/office/drawing/2014/main" id="{00BF5E1D-8071-E8B9-45E6-6651E93D749C}"/>
              </a:ext>
            </a:extLst>
          </p:cNvPr>
          <p:cNvSpPr>
            <a:spLocks noGrp="1"/>
          </p:cNvSpPr>
          <p:nvPr>
            <p:ph type="ftr" sz="quarter" idx="11"/>
          </p:nvPr>
        </p:nvSpPr>
        <p:spPr>
          <a:xfrm>
            <a:off x="720000" y="6346209"/>
            <a:ext cx="4114800" cy="151790"/>
          </a:xfrm>
        </p:spPr>
        <p:txBody>
          <a:bodyPr anchor="ctr">
            <a:normAutofit/>
          </a:bodyPr>
          <a:lstStyle/>
          <a:p>
            <a:pPr>
              <a:lnSpc>
                <a:spcPct val="90000"/>
              </a:lnSpc>
              <a:spcAft>
                <a:spcPts val="600"/>
              </a:spcAft>
            </a:pPr>
            <a:r>
              <a:rPr lang="en-US" noProof="0"/>
              <a:t>Analytics for a Better World, Lecture 1</a:t>
            </a:r>
            <a:endParaRPr lang="nl-NL" noProof="0"/>
          </a:p>
        </p:txBody>
      </p:sp>
      <p:sp>
        <p:nvSpPr>
          <p:cNvPr id="4" name="Slide Number Placeholder 3">
            <a:extLst>
              <a:ext uri="{FF2B5EF4-FFF2-40B4-BE49-F238E27FC236}">
                <a16:creationId xmlns:a16="http://schemas.microsoft.com/office/drawing/2014/main" id="{C389D58C-9C5A-A7B2-823D-38E430A4E74A}"/>
              </a:ext>
            </a:extLst>
          </p:cNvPr>
          <p:cNvSpPr>
            <a:spLocks noGrp="1"/>
          </p:cNvSpPr>
          <p:nvPr>
            <p:ph type="sldNum" sz="quarter" idx="12"/>
          </p:nvPr>
        </p:nvSpPr>
        <p:spPr>
          <a:xfrm>
            <a:off x="11187403" y="6346209"/>
            <a:ext cx="284597" cy="151790"/>
          </a:xfrm>
        </p:spPr>
        <p:txBody>
          <a:bodyPr anchor="ctr">
            <a:normAutofit/>
          </a:bodyPr>
          <a:lstStyle/>
          <a:p>
            <a:pPr>
              <a:lnSpc>
                <a:spcPct val="90000"/>
              </a:lnSpc>
              <a:spcAft>
                <a:spcPts val="600"/>
              </a:spcAft>
            </a:pPr>
            <a:fld id="{D7B5DC5B-6873-43DB-ADC7-B15ACCE0DFDB}" type="slidenum">
              <a:rPr lang="nl-NL" noProof="0" smtClean="0"/>
              <a:pPr>
                <a:lnSpc>
                  <a:spcPct val="90000"/>
                </a:lnSpc>
                <a:spcAft>
                  <a:spcPts val="600"/>
                </a:spcAft>
              </a:pPr>
              <a:t>65</a:t>
            </a:fld>
            <a:endParaRPr lang="nl-NL" noProof="0"/>
          </a:p>
        </p:txBody>
      </p:sp>
      <p:graphicFrame>
        <p:nvGraphicFramePr>
          <p:cNvPr id="7" name="Content Placeholder 4">
            <a:extLst>
              <a:ext uri="{FF2B5EF4-FFF2-40B4-BE49-F238E27FC236}">
                <a16:creationId xmlns:a16="http://schemas.microsoft.com/office/drawing/2014/main" id="{0774002F-6E5A-05B9-EAFA-DE293A0C5483}"/>
              </a:ext>
            </a:extLst>
          </p:cNvPr>
          <p:cNvGraphicFramePr>
            <a:graphicFrameLocks noGrp="1"/>
          </p:cNvGraphicFramePr>
          <p:nvPr>
            <p:ph idx="1"/>
            <p:extLst>
              <p:ext uri="{D42A27DB-BD31-4B8C-83A1-F6EECF244321}">
                <p14:modId xmlns:p14="http://schemas.microsoft.com/office/powerpoint/2010/main" val="3727443386"/>
              </p:ext>
            </p:extLst>
          </p:nvPr>
        </p:nvGraphicFramePr>
        <p:xfrm>
          <a:off x="515937" y="2000621"/>
          <a:ext cx="11160125" cy="38055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7147085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D95F9-7B3A-569C-6589-981AB9AAFE18}"/>
              </a:ext>
            </a:extLst>
          </p:cNvPr>
          <p:cNvSpPr>
            <a:spLocks noGrp="1"/>
          </p:cNvSpPr>
          <p:nvPr>
            <p:ph type="title"/>
          </p:nvPr>
        </p:nvSpPr>
        <p:spPr>
          <a:xfrm>
            <a:off x="515937" y="720000"/>
            <a:ext cx="11160125" cy="872263"/>
          </a:xfrm>
        </p:spPr>
        <p:txBody>
          <a:bodyPr anchor="ctr">
            <a:normAutofit/>
          </a:bodyPr>
          <a:lstStyle/>
          <a:p>
            <a:r>
              <a:rPr lang="en-NL" dirty="0"/>
              <a:t>AF447: when the autopilot disconnected</a:t>
            </a:r>
          </a:p>
        </p:txBody>
      </p:sp>
      <p:sp>
        <p:nvSpPr>
          <p:cNvPr id="3" name="Footer Placeholder 2">
            <a:extLst>
              <a:ext uri="{FF2B5EF4-FFF2-40B4-BE49-F238E27FC236}">
                <a16:creationId xmlns:a16="http://schemas.microsoft.com/office/drawing/2014/main" id="{A2EB9599-FD55-C8C2-6BE3-518C34713679}"/>
              </a:ext>
            </a:extLst>
          </p:cNvPr>
          <p:cNvSpPr>
            <a:spLocks noGrp="1"/>
          </p:cNvSpPr>
          <p:nvPr>
            <p:ph type="ftr" sz="quarter" idx="11"/>
          </p:nvPr>
        </p:nvSpPr>
        <p:spPr>
          <a:xfrm>
            <a:off x="720000" y="6346209"/>
            <a:ext cx="4114800" cy="151790"/>
          </a:xfrm>
        </p:spPr>
        <p:txBody>
          <a:bodyPr anchor="ctr">
            <a:normAutofit/>
          </a:bodyPr>
          <a:lstStyle/>
          <a:p>
            <a:pPr>
              <a:lnSpc>
                <a:spcPct val="90000"/>
              </a:lnSpc>
              <a:spcAft>
                <a:spcPts val="600"/>
              </a:spcAft>
            </a:pPr>
            <a:r>
              <a:rPr lang="en-US" noProof="0"/>
              <a:t>Analytics for a Better World, Lecture 1</a:t>
            </a:r>
            <a:endParaRPr lang="nl-NL" noProof="0"/>
          </a:p>
        </p:txBody>
      </p:sp>
      <p:sp>
        <p:nvSpPr>
          <p:cNvPr id="4" name="Slide Number Placeholder 3">
            <a:extLst>
              <a:ext uri="{FF2B5EF4-FFF2-40B4-BE49-F238E27FC236}">
                <a16:creationId xmlns:a16="http://schemas.microsoft.com/office/drawing/2014/main" id="{8AA51415-D35D-5934-2B9B-E2F009D926E1}"/>
              </a:ext>
            </a:extLst>
          </p:cNvPr>
          <p:cNvSpPr>
            <a:spLocks noGrp="1"/>
          </p:cNvSpPr>
          <p:nvPr>
            <p:ph type="sldNum" sz="quarter" idx="12"/>
          </p:nvPr>
        </p:nvSpPr>
        <p:spPr>
          <a:xfrm>
            <a:off x="11187403" y="6346209"/>
            <a:ext cx="284597" cy="151790"/>
          </a:xfrm>
        </p:spPr>
        <p:txBody>
          <a:bodyPr anchor="ctr">
            <a:normAutofit/>
          </a:bodyPr>
          <a:lstStyle/>
          <a:p>
            <a:pPr>
              <a:lnSpc>
                <a:spcPct val="90000"/>
              </a:lnSpc>
              <a:spcAft>
                <a:spcPts val="600"/>
              </a:spcAft>
            </a:pPr>
            <a:fld id="{D7B5DC5B-6873-43DB-ADC7-B15ACCE0DFDB}" type="slidenum">
              <a:rPr lang="nl-NL" noProof="0" smtClean="0"/>
              <a:pPr>
                <a:lnSpc>
                  <a:spcPct val="90000"/>
                </a:lnSpc>
                <a:spcAft>
                  <a:spcPts val="600"/>
                </a:spcAft>
              </a:pPr>
              <a:t>66</a:t>
            </a:fld>
            <a:endParaRPr lang="nl-NL" noProof="0"/>
          </a:p>
        </p:txBody>
      </p:sp>
      <p:graphicFrame>
        <p:nvGraphicFramePr>
          <p:cNvPr id="7" name="Content Placeholder 4">
            <a:extLst>
              <a:ext uri="{FF2B5EF4-FFF2-40B4-BE49-F238E27FC236}">
                <a16:creationId xmlns:a16="http://schemas.microsoft.com/office/drawing/2014/main" id="{B1646FE6-F8E9-6DCF-6475-7C246276D39E}"/>
              </a:ext>
            </a:extLst>
          </p:cNvPr>
          <p:cNvGraphicFramePr>
            <a:graphicFrameLocks noGrp="1"/>
          </p:cNvGraphicFramePr>
          <p:nvPr>
            <p:ph idx="1"/>
            <p:extLst>
              <p:ext uri="{D42A27DB-BD31-4B8C-83A1-F6EECF244321}">
                <p14:modId xmlns:p14="http://schemas.microsoft.com/office/powerpoint/2010/main" val="435619765"/>
              </p:ext>
            </p:extLst>
          </p:nvPr>
        </p:nvGraphicFramePr>
        <p:xfrm>
          <a:off x="515937" y="2000621"/>
          <a:ext cx="11160125" cy="38055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0583565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DF517-AC08-FB15-A7C8-1598297CE876}"/>
              </a:ext>
            </a:extLst>
          </p:cNvPr>
          <p:cNvSpPr>
            <a:spLocks noGrp="1"/>
          </p:cNvSpPr>
          <p:nvPr>
            <p:ph type="title"/>
          </p:nvPr>
        </p:nvSpPr>
        <p:spPr>
          <a:xfrm>
            <a:off x="515937" y="720000"/>
            <a:ext cx="11160125" cy="872263"/>
          </a:xfrm>
        </p:spPr>
        <p:txBody>
          <a:bodyPr anchor="ctr">
            <a:normAutofit/>
          </a:bodyPr>
          <a:lstStyle/>
          <a:p>
            <a:r>
              <a:rPr lang="en-NL" dirty="0"/>
              <a:t>Taking over requires preparation</a:t>
            </a:r>
          </a:p>
        </p:txBody>
      </p:sp>
      <p:sp>
        <p:nvSpPr>
          <p:cNvPr id="3" name="Footer Placeholder 2">
            <a:extLst>
              <a:ext uri="{FF2B5EF4-FFF2-40B4-BE49-F238E27FC236}">
                <a16:creationId xmlns:a16="http://schemas.microsoft.com/office/drawing/2014/main" id="{E23ABC9D-DA97-B7C5-7771-D857B881B14B}"/>
              </a:ext>
            </a:extLst>
          </p:cNvPr>
          <p:cNvSpPr>
            <a:spLocks noGrp="1"/>
          </p:cNvSpPr>
          <p:nvPr>
            <p:ph type="ftr" sz="quarter" idx="11"/>
          </p:nvPr>
        </p:nvSpPr>
        <p:spPr>
          <a:xfrm>
            <a:off x="720000" y="6346209"/>
            <a:ext cx="4114800" cy="151790"/>
          </a:xfrm>
        </p:spPr>
        <p:txBody>
          <a:bodyPr anchor="ctr">
            <a:normAutofit/>
          </a:bodyPr>
          <a:lstStyle/>
          <a:p>
            <a:pPr>
              <a:lnSpc>
                <a:spcPct val="90000"/>
              </a:lnSpc>
              <a:spcAft>
                <a:spcPts val="600"/>
              </a:spcAft>
            </a:pPr>
            <a:r>
              <a:rPr lang="en-US" noProof="0"/>
              <a:t>Analytics for a Better World, Lecture 1</a:t>
            </a:r>
            <a:endParaRPr lang="nl-NL" noProof="0"/>
          </a:p>
        </p:txBody>
      </p:sp>
      <p:sp>
        <p:nvSpPr>
          <p:cNvPr id="4" name="Slide Number Placeholder 3">
            <a:extLst>
              <a:ext uri="{FF2B5EF4-FFF2-40B4-BE49-F238E27FC236}">
                <a16:creationId xmlns:a16="http://schemas.microsoft.com/office/drawing/2014/main" id="{E1A7AE22-997F-B00E-EA60-EFED94652B2A}"/>
              </a:ext>
            </a:extLst>
          </p:cNvPr>
          <p:cNvSpPr>
            <a:spLocks noGrp="1"/>
          </p:cNvSpPr>
          <p:nvPr>
            <p:ph type="sldNum" sz="quarter" idx="12"/>
          </p:nvPr>
        </p:nvSpPr>
        <p:spPr>
          <a:xfrm>
            <a:off x="11187403" y="6346209"/>
            <a:ext cx="284597" cy="151790"/>
          </a:xfrm>
        </p:spPr>
        <p:txBody>
          <a:bodyPr anchor="ctr">
            <a:normAutofit/>
          </a:bodyPr>
          <a:lstStyle/>
          <a:p>
            <a:pPr>
              <a:lnSpc>
                <a:spcPct val="90000"/>
              </a:lnSpc>
              <a:spcAft>
                <a:spcPts val="600"/>
              </a:spcAft>
            </a:pPr>
            <a:fld id="{D7B5DC5B-6873-43DB-ADC7-B15ACCE0DFDB}" type="slidenum">
              <a:rPr lang="nl-NL" noProof="0" smtClean="0"/>
              <a:pPr>
                <a:lnSpc>
                  <a:spcPct val="90000"/>
                </a:lnSpc>
                <a:spcAft>
                  <a:spcPts val="600"/>
                </a:spcAft>
              </a:pPr>
              <a:t>67</a:t>
            </a:fld>
            <a:endParaRPr lang="nl-NL" noProof="0"/>
          </a:p>
        </p:txBody>
      </p:sp>
      <p:graphicFrame>
        <p:nvGraphicFramePr>
          <p:cNvPr id="7" name="Content Placeholder 4">
            <a:extLst>
              <a:ext uri="{FF2B5EF4-FFF2-40B4-BE49-F238E27FC236}">
                <a16:creationId xmlns:a16="http://schemas.microsoft.com/office/drawing/2014/main" id="{AC2755E1-A4CA-A4E6-B496-0363811C481E}"/>
              </a:ext>
            </a:extLst>
          </p:cNvPr>
          <p:cNvGraphicFramePr>
            <a:graphicFrameLocks noGrp="1"/>
          </p:cNvGraphicFramePr>
          <p:nvPr>
            <p:ph idx="1"/>
            <p:extLst>
              <p:ext uri="{D42A27DB-BD31-4B8C-83A1-F6EECF244321}">
                <p14:modId xmlns:p14="http://schemas.microsoft.com/office/powerpoint/2010/main" val="3867080386"/>
              </p:ext>
            </p:extLst>
          </p:nvPr>
        </p:nvGraphicFramePr>
        <p:xfrm>
          <a:off x="515937" y="2000621"/>
          <a:ext cx="11160125" cy="38055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8619333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4AFDD-6A1B-7AD2-19BE-3B266E154D3C}"/>
              </a:ext>
            </a:extLst>
          </p:cNvPr>
          <p:cNvSpPr>
            <a:spLocks noGrp="1"/>
          </p:cNvSpPr>
          <p:nvPr>
            <p:ph type="title"/>
          </p:nvPr>
        </p:nvSpPr>
        <p:spPr>
          <a:xfrm>
            <a:off x="515937" y="720000"/>
            <a:ext cx="11160125" cy="872263"/>
          </a:xfrm>
        </p:spPr>
        <p:txBody>
          <a:bodyPr anchor="ctr">
            <a:normAutofit/>
          </a:bodyPr>
          <a:lstStyle/>
          <a:p>
            <a:r>
              <a:rPr lang="en-NL" sz="3100" dirty="0"/>
              <a:t>Training and simulators were strengthened</a:t>
            </a:r>
          </a:p>
        </p:txBody>
      </p:sp>
      <p:sp>
        <p:nvSpPr>
          <p:cNvPr id="3" name="Footer Placeholder 2">
            <a:extLst>
              <a:ext uri="{FF2B5EF4-FFF2-40B4-BE49-F238E27FC236}">
                <a16:creationId xmlns:a16="http://schemas.microsoft.com/office/drawing/2014/main" id="{597111B6-86EB-68CB-E6E7-4D159405FE03}"/>
              </a:ext>
            </a:extLst>
          </p:cNvPr>
          <p:cNvSpPr>
            <a:spLocks noGrp="1"/>
          </p:cNvSpPr>
          <p:nvPr>
            <p:ph type="ftr" sz="quarter" idx="11"/>
          </p:nvPr>
        </p:nvSpPr>
        <p:spPr>
          <a:xfrm>
            <a:off x="720000" y="6346209"/>
            <a:ext cx="4114800" cy="151790"/>
          </a:xfrm>
        </p:spPr>
        <p:txBody>
          <a:bodyPr anchor="ctr">
            <a:normAutofit/>
          </a:bodyPr>
          <a:lstStyle/>
          <a:p>
            <a:pPr>
              <a:lnSpc>
                <a:spcPct val="90000"/>
              </a:lnSpc>
              <a:spcAft>
                <a:spcPts val="600"/>
              </a:spcAft>
            </a:pPr>
            <a:r>
              <a:rPr lang="en-US" noProof="0"/>
              <a:t>Analytics for a Better World, Lecture 1</a:t>
            </a:r>
            <a:endParaRPr lang="nl-NL" noProof="0"/>
          </a:p>
        </p:txBody>
      </p:sp>
      <p:sp>
        <p:nvSpPr>
          <p:cNvPr id="4" name="Slide Number Placeholder 3">
            <a:extLst>
              <a:ext uri="{FF2B5EF4-FFF2-40B4-BE49-F238E27FC236}">
                <a16:creationId xmlns:a16="http://schemas.microsoft.com/office/drawing/2014/main" id="{50B8D9D9-B3DA-127E-9C81-7FC08C523B6B}"/>
              </a:ext>
            </a:extLst>
          </p:cNvPr>
          <p:cNvSpPr>
            <a:spLocks noGrp="1"/>
          </p:cNvSpPr>
          <p:nvPr>
            <p:ph type="sldNum" sz="quarter" idx="12"/>
          </p:nvPr>
        </p:nvSpPr>
        <p:spPr>
          <a:xfrm>
            <a:off x="11187403" y="6346209"/>
            <a:ext cx="284597" cy="151790"/>
          </a:xfrm>
        </p:spPr>
        <p:txBody>
          <a:bodyPr anchor="ctr">
            <a:normAutofit/>
          </a:bodyPr>
          <a:lstStyle/>
          <a:p>
            <a:pPr>
              <a:lnSpc>
                <a:spcPct val="90000"/>
              </a:lnSpc>
              <a:spcAft>
                <a:spcPts val="600"/>
              </a:spcAft>
            </a:pPr>
            <a:fld id="{D7B5DC5B-6873-43DB-ADC7-B15ACCE0DFDB}" type="slidenum">
              <a:rPr lang="nl-NL" noProof="0" smtClean="0"/>
              <a:pPr>
                <a:lnSpc>
                  <a:spcPct val="90000"/>
                </a:lnSpc>
                <a:spcAft>
                  <a:spcPts val="600"/>
                </a:spcAft>
              </a:pPr>
              <a:t>68</a:t>
            </a:fld>
            <a:endParaRPr lang="nl-NL" noProof="0"/>
          </a:p>
        </p:txBody>
      </p:sp>
      <p:graphicFrame>
        <p:nvGraphicFramePr>
          <p:cNvPr id="7" name="Content Placeholder 4">
            <a:extLst>
              <a:ext uri="{FF2B5EF4-FFF2-40B4-BE49-F238E27FC236}">
                <a16:creationId xmlns:a16="http://schemas.microsoft.com/office/drawing/2014/main" id="{2D204C8E-C85D-B76F-E821-425C8BAA3D89}"/>
              </a:ext>
            </a:extLst>
          </p:cNvPr>
          <p:cNvGraphicFramePr>
            <a:graphicFrameLocks noGrp="1"/>
          </p:cNvGraphicFramePr>
          <p:nvPr>
            <p:ph idx="1"/>
            <p:extLst>
              <p:ext uri="{D42A27DB-BD31-4B8C-83A1-F6EECF244321}">
                <p14:modId xmlns:p14="http://schemas.microsoft.com/office/powerpoint/2010/main" val="3787532482"/>
              </p:ext>
            </p:extLst>
          </p:nvPr>
        </p:nvGraphicFramePr>
        <p:xfrm>
          <a:off x="515937" y="2000621"/>
          <a:ext cx="11160125" cy="38055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776952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2D3D3-E01C-1A20-33FE-454666BC3F42}"/>
              </a:ext>
            </a:extLst>
          </p:cNvPr>
          <p:cNvSpPr>
            <a:spLocks noGrp="1"/>
          </p:cNvSpPr>
          <p:nvPr>
            <p:ph type="title"/>
          </p:nvPr>
        </p:nvSpPr>
        <p:spPr>
          <a:xfrm>
            <a:off x="515937" y="708552"/>
            <a:ext cx="11160125" cy="883711"/>
          </a:xfrm>
        </p:spPr>
        <p:txBody>
          <a:bodyPr anchor="ctr">
            <a:normAutofit/>
          </a:bodyPr>
          <a:lstStyle/>
          <a:p>
            <a:r>
              <a:rPr lang="en-NL" sz="3100" dirty="0"/>
              <a:t>Why we still learn Python</a:t>
            </a:r>
          </a:p>
        </p:txBody>
      </p:sp>
      <p:sp>
        <p:nvSpPr>
          <p:cNvPr id="3" name="Footer Placeholder 2">
            <a:extLst>
              <a:ext uri="{FF2B5EF4-FFF2-40B4-BE49-F238E27FC236}">
                <a16:creationId xmlns:a16="http://schemas.microsoft.com/office/drawing/2014/main" id="{2B34C691-E427-6C33-8078-F67870E72C34}"/>
              </a:ext>
            </a:extLst>
          </p:cNvPr>
          <p:cNvSpPr>
            <a:spLocks noGrp="1"/>
          </p:cNvSpPr>
          <p:nvPr>
            <p:ph type="ftr" sz="quarter" idx="11"/>
          </p:nvPr>
        </p:nvSpPr>
        <p:spPr>
          <a:xfrm>
            <a:off x="720000" y="6346209"/>
            <a:ext cx="4114800" cy="151790"/>
          </a:xfrm>
        </p:spPr>
        <p:txBody>
          <a:bodyPr anchor="ctr">
            <a:normAutofit/>
          </a:bodyPr>
          <a:lstStyle/>
          <a:p>
            <a:pPr>
              <a:lnSpc>
                <a:spcPct val="90000"/>
              </a:lnSpc>
              <a:spcAft>
                <a:spcPts val="600"/>
              </a:spcAft>
            </a:pPr>
            <a:r>
              <a:rPr lang="en-US" noProof="0"/>
              <a:t>Analytics for a Better World, Lecture 1</a:t>
            </a:r>
            <a:endParaRPr lang="nl-NL" noProof="0"/>
          </a:p>
        </p:txBody>
      </p:sp>
      <p:sp>
        <p:nvSpPr>
          <p:cNvPr id="4" name="Slide Number Placeholder 3">
            <a:extLst>
              <a:ext uri="{FF2B5EF4-FFF2-40B4-BE49-F238E27FC236}">
                <a16:creationId xmlns:a16="http://schemas.microsoft.com/office/drawing/2014/main" id="{6C8E7A07-F109-B7FF-2BE6-400AED34334D}"/>
              </a:ext>
            </a:extLst>
          </p:cNvPr>
          <p:cNvSpPr>
            <a:spLocks noGrp="1"/>
          </p:cNvSpPr>
          <p:nvPr>
            <p:ph type="sldNum" sz="quarter" idx="12"/>
          </p:nvPr>
        </p:nvSpPr>
        <p:spPr>
          <a:xfrm>
            <a:off x="11187403" y="6346209"/>
            <a:ext cx="284597" cy="151790"/>
          </a:xfrm>
        </p:spPr>
        <p:txBody>
          <a:bodyPr anchor="ctr">
            <a:normAutofit/>
          </a:bodyPr>
          <a:lstStyle/>
          <a:p>
            <a:pPr>
              <a:lnSpc>
                <a:spcPct val="90000"/>
              </a:lnSpc>
              <a:spcAft>
                <a:spcPts val="600"/>
              </a:spcAft>
            </a:pPr>
            <a:fld id="{D7B5DC5B-6873-43DB-ADC7-B15ACCE0DFDB}" type="slidenum">
              <a:rPr lang="nl-NL" noProof="0" smtClean="0"/>
              <a:pPr>
                <a:lnSpc>
                  <a:spcPct val="90000"/>
                </a:lnSpc>
                <a:spcAft>
                  <a:spcPts val="600"/>
                </a:spcAft>
              </a:pPr>
              <a:t>69</a:t>
            </a:fld>
            <a:endParaRPr lang="nl-NL" noProof="0"/>
          </a:p>
        </p:txBody>
      </p:sp>
      <p:graphicFrame>
        <p:nvGraphicFramePr>
          <p:cNvPr id="7" name="Content Placeholder 4">
            <a:extLst>
              <a:ext uri="{FF2B5EF4-FFF2-40B4-BE49-F238E27FC236}">
                <a16:creationId xmlns:a16="http://schemas.microsoft.com/office/drawing/2014/main" id="{132177A6-4484-A25E-524F-9FFED17DB468}"/>
              </a:ext>
            </a:extLst>
          </p:cNvPr>
          <p:cNvGraphicFramePr>
            <a:graphicFrameLocks noGrp="1"/>
          </p:cNvGraphicFramePr>
          <p:nvPr>
            <p:ph idx="1"/>
            <p:extLst>
              <p:ext uri="{D42A27DB-BD31-4B8C-83A1-F6EECF244321}">
                <p14:modId xmlns:p14="http://schemas.microsoft.com/office/powerpoint/2010/main" val="2155316239"/>
              </p:ext>
            </p:extLst>
          </p:nvPr>
        </p:nvGraphicFramePr>
        <p:xfrm>
          <a:off x="515936" y="2017484"/>
          <a:ext cx="11160125" cy="38055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4392980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5937" y="720000"/>
            <a:ext cx="11160125" cy="872263"/>
          </a:xfrm>
        </p:spPr>
        <p:txBody>
          <a:bodyPr anchor="ctr">
            <a:normAutofit/>
          </a:bodyPr>
          <a:lstStyle/>
          <a:p>
            <a:r>
              <a:rPr lang="en-US" dirty="0"/>
              <a:t>What have we learned?</a:t>
            </a:r>
          </a:p>
        </p:txBody>
      </p:sp>
      <p:sp>
        <p:nvSpPr>
          <p:cNvPr id="4" name="Footer Placeholder 3">
            <a:extLst>
              <a:ext uri="{FF2B5EF4-FFF2-40B4-BE49-F238E27FC236}">
                <a16:creationId xmlns:a16="http://schemas.microsoft.com/office/drawing/2014/main" id="{8C01EB82-8378-6F0F-6B4A-B74D4FB251C9}"/>
              </a:ext>
            </a:extLst>
          </p:cNvPr>
          <p:cNvSpPr>
            <a:spLocks noGrp="1"/>
          </p:cNvSpPr>
          <p:nvPr>
            <p:ph type="ftr" sz="quarter" idx="11"/>
          </p:nvPr>
        </p:nvSpPr>
        <p:spPr>
          <a:xfrm>
            <a:off x="720000" y="6346209"/>
            <a:ext cx="4114800" cy="151790"/>
          </a:xfrm>
        </p:spPr>
        <p:txBody>
          <a:bodyPr anchor="ctr">
            <a:normAutofit/>
          </a:bodyPr>
          <a:lstStyle/>
          <a:p>
            <a:pPr>
              <a:lnSpc>
                <a:spcPct val="90000"/>
              </a:lnSpc>
              <a:spcAft>
                <a:spcPts val="600"/>
              </a:spcAft>
            </a:pPr>
            <a:r>
              <a:rPr lang="en-US"/>
              <a:t>Analytics for a Better World, Lecture 1</a:t>
            </a:r>
          </a:p>
        </p:txBody>
      </p:sp>
      <p:sp>
        <p:nvSpPr>
          <p:cNvPr id="5" name="Slide Number Placeholder 4">
            <a:extLst>
              <a:ext uri="{FF2B5EF4-FFF2-40B4-BE49-F238E27FC236}">
                <a16:creationId xmlns:a16="http://schemas.microsoft.com/office/drawing/2014/main" id="{78A4889E-87B7-E7A5-47FD-FF13D7350909}"/>
              </a:ext>
            </a:extLst>
          </p:cNvPr>
          <p:cNvSpPr>
            <a:spLocks noGrp="1"/>
          </p:cNvSpPr>
          <p:nvPr>
            <p:ph type="sldNum" sz="quarter" idx="12"/>
          </p:nvPr>
        </p:nvSpPr>
        <p:spPr>
          <a:xfrm>
            <a:off x="11187403" y="6346209"/>
            <a:ext cx="284597" cy="151790"/>
          </a:xfrm>
        </p:spPr>
        <p:txBody>
          <a:bodyPr anchor="ctr">
            <a:normAutofit/>
          </a:bodyPr>
          <a:lstStyle/>
          <a:p>
            <a:pPr>
              <a:lnSpc>
                <a:spcPct val="90000"/>
              </a:lnSpc>
              <a:spcAft>
                <a:spcPts val="600"/>
              </a:spcAft>
            </a:pPr>
            <a:fld id="{F0C94032-CD4C-4C25-B0C2-CEC720522D92}" type="slidenum">
              <a:rPr lang="en-US" smtClean="0"/>
              <a:pPr>
                <a:lnSpc>
                  <a:spcPct val="90000"/>
                </a:lnSpc>
                <a:spcAft>
                  <a:spcPts val="600"/>
                </a:spcAft>
              </a:pPr>
              <a:t>70</a:t>
            </a:fld>
            <a:endParaRPr lang="en-US"/>
          </a:p>
        </p:txBody>
      </p:sp>
      <p:graphicFrame>
        <p:nvGraphicFramePr>
          <p:cNvPr id="9" name="Content Placeholder 6">
            <a:extLst>
              <a:ext uri="{FF2B5EF4-FFF2-40B4-BE49-F238E27FC236}">
                <a16:creationId xmlns:a16="http://schemas.microsoft.com/office/drawing/2014/main" id="{E21BF301-C49C-1A7B-5EE5-015DF05DF782}"/>
              </a:ext>
            </a:extLst>
          </p:cNvPr>
          <p:cNvGraphicFramePr>
            <a:graphicFrameLocks noGrp="1"/>
          </p:cNvGraphicFramePr>
          <p:nvPr>
            <p:ph idx="1"/>
          </p:nvPr>
        </p:nvGraphicFramePr>
        <p:xfrm>
          <a:off x="515937" y="2000621"/>
          <a:ext cx="11160125" cy="38055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68362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5937" y="708552"/>
            <a:ext cx="11160125" cy="883711"/>
          </a:xfrm>
        </p:spPr>
        <p:txBody>
          <a:bodyPr anchor="ctr">
            <a:normAutofit/>
          </a:bodyPr>
          <a:lstStyle/>
          <a:p>
            <a:r>
              <a:rPr lang="en-US" dirty="0"/>
              <a:t>What have we learned?</a:t>
            </a:r>
          </a:p>
        </p:txBody>
      </p:sp>
      <p:sp>
        <p:nvSpPr>
          <p:cNvPr id="4" name="Footer Placeholder 3">
            <a:extLst>
              <a:ext uri="{FF2B5EF4-FFF2-40B4-BE49-F238E27FC236}">
                <a16:creationId xmlns:a16="http://schemas.microsoft.com/office/drawing/2014/main" id="{0BC430E0-CA2C-5298-8043-FE38B568E8D9}"/>
              </a:ext>
            </a:extLst>
          </p:cNvPr>
          <p:cNvSpPr>
            <a:spLocks noGrp="1"/>
          </p:cNvSpPr>
          <p:nvPr>
            <p:ph type="ftr" sz="quarter" idx="11"/>
          </p:nvPr>
        </p:nvSpPr>
        <p:spPr>
          <a:xfrm>
            <a:off x="720000" y="6346209"/>
            <a:ext cx="4114800" cy="151790"/>
          </a:xfrm>
        </p:spPr>
        <p:txBody>
          <a:bodyPr anchor="ctr">
            <a:normAutofit/>
          </a:bodyPr>
          <a:lstStyle/>
          <a:p>
            <a:pPr>
              <a:lnSpc>
                <a:spcPct val="90000"/>
              </a:lnSpc>
              <a:spcAft>
                <a:spcPts val="600"/>
              </a:spcAft>
            </a:pPr>
            <a:r>
              <a:rPr lang="en-US"/>
              <a:t>Analytics for a Better World, Lecture 1</a:t>
            </a:r>
          </a:p>
        </p:txBody>
      </p:sp>
      <p:sp>
        <p:nvSpPr>
          <p:cNvPr id="3" name="Slide Number Placeholder 2">
            <a:extLst>
              <a:ext uri="{FF2B5EF4-FFF2-40B4-BE49-F238E27FC236}">
                <a16:creationId xmlns:a16="http://schemas.microsoft.com/office/drawing/2014/main" id="{58E1138E-81BB-860F-6031-90D82CB6F6EE}"/>
              </a:ext>
            </a:extLst>
          </p:cNvPr>
          <p:cNvSpPr>
            <a:spLocks noGrp="1"/>
          </p:cNvSpPr>
          <p:nvPr>
            <p:ph type="sldNum" sz="quarter" idx="12"/>
          </p:nvPr>
        </p:nvSpPr>
        <p:spPr>
          <a:xfrm>
            <a:off x="11187403" y="6346209"/>
            <a:ext cx="284597" cy="151790"/>
          </a:xfrm>
        </p:spPr>
        <p:txBody>
          <a:bodyPr anchor="ctr">
            <a:normAutofit/>
          </a:bodyPr>
          <a:lstStyle/>
          <a:p>
            <a:pPr>
              <a:lnSpc>
                <a:spcPct val="90000"/>
              </a:lnSpc>
              <a:spcAft>
                <a:spcPts val="600"/>
              </a:spcAft>
            </a:pPr>
            <a:fld id="{F0C94032-CD4C-4C25-B0C2-CEC720522D92}" type="slidenum">
              <a:rPr lang="en-US" smtClean="0"/>
              <a:pPr>
                <a:lnSpc>
                  <a:spcPct val="90000"/>
                </a:lnSpc>
                <a:spcAft>
                  <a:spcPts val="600"/>
                </a:spcAft>
              </a:pPr>
              <a:t>71</a:t>
            </a:fld>
            <a:endParaRPr lang="en-US"/>
          </a:p>
        </p:txBody>
      </p:sp>
      <p:graphicFrame>
        <p:nvGraphicFramePr>
          <p:cNvPr id="9" name="Content Placeholder 6">
            <a:extLst>
              <a:ext uri="{FF2B5EF4-FFF2-40B4-BE49-F238E27FC236}">
                <a16:creationId xmlns:a16="http://schemas.microsoft.com/office/drawing/2014/main" id="{40A91A70-E9AD-A5EA-A536-9D39116439D5}"/>
              </a:ext>
            </a:extLst>
          </p:cNvPr>
          <p:cNvGraphicFramePr>
            <a:graphicFrameLocks noGrp="1"/>
          </p:cNvGraphicFramePr>
          <p:nvPr>
            <p:ph idx="1"/>
            <p:extLst>
              <p:ext uri="{D42A27DB-BD31-4B8C-83A1-F6EECF244321}">
                <p14:modId xmlns:p14="http://schemas.microsoft.com/office/powerpoint/2010/main" val="3360772290"/>
              </p:ext>
            </p:extLst>
          </p:nvPr>
        </p:nvGraphicFramePr>
        <p:xfrm>
          <a:off x="515936" y="2017484"/>
          <a:ext cx="11160125" cy="38055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052841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EB-EN">
  <a:themeElements>
    <a:clrScheme name="Universiteit van Amsterdam">
      <a:dk1>
        <a:sysClr val="windowText" lastClr="000000"/>
      </a:dk1>
      <a:lt1>
        <a:sysClr val="window" lastClr="FFFFFF"/>
      </a:lt1>
      <a:dk2>
        <a:srgbClr val="000000"/>
      </a:dk2>
      <a:lt2>
        <a:srgbClr val="FFFFFF"/>
      </a:lt2>
      <a:accent1>
        <a:srgbClr val="1F1D21"/>
      </a:accent1>
      <a:accent2>
        <a:srgbClr val="BC0031"/>
      </a:accent2>
      <a:accent3>
        <a:srgbClr val="E98300"/>
      </a:accent3>
      <a:accent4>
        <a:srgbClr val="257835"/>
      </a:accent4>
      <a:accent5>
        <a:srgbClr val="BEB511"/>
      </a:accent5>
      <a:accent6>
        <a:srgbClr val="751B68"/>
      </a:accent6>
      <a:hlink>
        <a:srgbClr val="004E92"/>
      </a:hlink>
      <a:folHlink>
        <a:srgbClr val="2AA5D0"/>
      </a:folHlink>
    </a:clrScheme>
    <a:fontScheme name="Universiteit van Amsterdam">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lnSpc>
            <a:spcPct val="90000"/>
          </a:lnSpc>
          <a:spcBef>
            <a:spcPts val="200"/>
          </a:spcBef>
          <a:spcAft>
            <a:spcPts val="200"/>
          </a:spcAft>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Bef>
            <a:spcPts val="600"/>
          </a:spcBef>
          <a:spcAft>
            <a:spcPts val="600"/>
          </a:spcAft>
          <a:defRPr sz="1600"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6A2028526D29248B684769BCCACCC4F" ma:contentTypeVersion="20" ma:contentTypeDescription="Een nieuw document maken." ma:contentTypeScope="" ma:versionID="e0d284427f377237bd81fd674461a330">
  <xsd:schema xmlns:xsd="http://www.w3.org/2001/XMLSchema" xmlns:xs="http://www.w3.org/2001/XMLSchema" xmlns:p="http://schemas.microsoft.com/office/2006/metadata/properties" xmlns:ns2="0bc63699-a727-4865-a599-8a74503d009a" xmlns:ns3="9b27e374-729c-4804-8c52-134732e59cb4" targetNamespace="http://schemas.microsoft.com/office/2006/metadata/properties" ma:root="true" ma:fieldsID="d37d6f79a96d4f82e022b3eb9d6034f6" ns2:_="" ns3:_="">
    <xsd:import namespace="0bc63699-a727-4865-a599-8a74503d009a"/>
    <xsd:import namespace="9b27e374-729c-4804-8c52-134732e59cb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ServiceAutoKeyPoints" minOccurs="0"/>
                <xsd:element ref="ns2:MediaServiceKeyPoints" minOccurs="0"/>
                <xsd:element ref="ns2:MediaLengthInSeconds" minOccurs="0"/>
                <xsd:element ref="ns3:TaxCatchAll" minOccurs="0"/>
                <xsd:element ref="ns2:lcf76f155ced4ddcb4097134ff3c332f"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c63699-a727-4865-a599-8a74503d00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Afbeeldingtags" ma:readOnly="false" ma:fieldId="{5cf76f15-5ced-4ddc-b409-7134ff3c332f}" ma:taxonomyMulti="true" ma:sspId="99b6ca76-abda-4f5c-bf70-6374a71c10d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b27e374-729c-4804-8c52-134732e59cb4" elementFormDefault="qualified">
    <xsd:import namespace="http://schemas.microsoft.com/office/2006/documentManagement/types"/>
    <xsd:import namespace="http://schemas.microsoft.com/office/infopath/2007/PartnerControls"/>
    <xsd:element name="SharedWithUsers" ma:index="16"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Gedeeld met details" ma:internalName="SharedWithDetails" ma:readOnly="true">
      <xsd:simpleType>
        <xsd:restriction base="dms:Note">
          <xsd:maxLength value="255"/>
        </xsd:restriction>
      </xsd:simpleType>
    </xsd:element>
    <xsd:element name="TaxCatchAll" ma:index="21" nillable="true" ma:displayName="Taxonomy Catch All Column" ma:hidden="true" ma:list="{9d96e863-f8bb-4e46-bef5-e5a89f3e0c72}" ma:internalName="TaxCatchAll" ma:showField="CatchAllData" ma:web="9b27e374-729c-4804-8c52-134732e59c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bc63699-a727-4865-a599-8a74503d009a">
      <Terms xmlns="http://schemas.microsoft.com/office/infopath/2007/PartnerControls"/>
    </lcf76f155ced4ddcb4097134ff3c332f>
    <TaxCatchAll xmlns="9b27e374-729c-4804-8c52-134732e59cb4" xsi:nil="true"/>
  </documentManagement>
</p:properties>
</file>

<file path=customXml/itemProps1.xml><?xml version="1.0" encoding="utf-8"?>
<ds:datastoreItem xmlns:ds="http://schemas.openxmlformats.org/officeDocument/2006/customXml" ds:itemID="{F89F2B37-2B73-4A0A-9C90-CF7974403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bc63699-a727-4865-a599-8a74503d009a"/>
    <ds:schemaRef ds:uri="9b27e374-729c-4804-8c52-134732e59c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489EF1F-C297-455D-971A-3ABF81F985BD}">
  <ds:schemaRefs>
    <ds:schemaRef ds:uri="http://schemas.microsoft.com/sharepoint/v3/contenttype/forms"/>
  </ds:schemaRefs>
</ds:datastoreItem>
</file>

<file path=customXml/itemProps3.xml><?xml version="1.0" encoding="utf-8"?>
<ds:datastoreItem xmlns:ds="http://schemas.openxmlformats.org/officeDocument/2006/customXml" ds:itemID="{51862608-6C6D-4A68-98C1-C653B02697C5}">
  <ds:schemaRefs>
    <ds:schemaRef ds:uri="http://schemas.microsoft.com/office/2006/metadata/properties"/>
    <ds:schemaRef ds:uri="http://schemas.microsoft.com/office/infopath/2007/PartnerControls"/>
    <ds:schemaRef ds:uri="0bc63699-a727-4865-a599-8a74503d009a"/>
    <ds:schemaRef ds:uri="9b27e374-729c-4804-8c52-134732e59cb4"/>
  </ds:schemaRefs>
</ds:datastoreItem>
</file>

<file path=docProps/app.xml><?xml version="1.0" encoding="utf-8"?>
<Properties xmlns="http://schemas.openxmlformats.org/officeDocument/2006/extended-properties" xmlns:vt="http://schemas.openxmlformats.org/officeDocument/2006/docPropsVTypes">
  <TotalTime>934</TotalTime>
  <Words>3717</Words>
  <Application>Microsoft Office PowerPoint</Application>
  <PresentationFormat>Widescreen</PresentationFormat>
  <Paragraphs>653</Paragraphs>
  <Slides>71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71</vt:i4>
      </vt:variant>
    </vt:vector>
  </HeadingPairs>
  <TitlesOfParts>
    <vt:vector size="78" baseType="lpstr">
      <vt:lpstr>Arial</vt:lpstr>
      <vt:lpstr>Calibri</vt:lpstr>
      <vt:lpstr>Calibri Light</vt:lpstr>
      <vt:lpstr>Helvetica</vt:lpstr>
      <vt:lpstr>Times New Roman</vt:lpstr>
      <vt:lpstr>Wingdings</vt:lpstr>
      <vt:lpstr>EB-EN</vt:lpstr>
      <vt:lpstr>Welcome and Introduction.</vt:lpstr>
      <vt:lpstr>Lecture Goals </vt:lpstr>
      <vt:lpstr>The learning objectives as a journey</vt:lpstr>
      <vt:lpstr>Dick den Hertog</vt:lpstr>
      <vt:lpstr>Joaquim Gromicho</vt:lpstr>
      <vt:lpstr>Do Quynh Anh Ngo</vt:lpstr>
      <vt:lpstr>Lars Boon</vt:lpstr>
      <vt:lpstr>Mats van der Vlugt</vt:lpstr>
      <vt:lpstr>Nicole Guarnieri</vt:lpstr>
      <vt:lpstr>Lectures and coordination</vt:lpstr>
      <vt:lpstr>Tutorials and additional teaching materials</vt:lpstr>
      <vt:lpstr>Public transport strike: tutorial arrangements on Wednesday September 9</vt:lpstr>
      <vt:lpstr>Final Grade, see also this announcement </vt:lpstr>
      <vt:lpstr>Analytics</vt:lpstr>
      <vt:lpstr>Four parts of analytics </vt:lpstr>
      <vt:lpstr>Covid-19 example</vt:lpstr>
      <vt:lpstr>Covid-19 example</vt:lpstr>
      <vt:lpstr>Covid-19 example</vt:lpstr>
      <vt:lpstr>Covid-19 example</vt:lpstr>
      <vt:lpstr>Predictive Analytics</vt:lpstr>
      <vt:lpstr>Prescriptive Analytics</vt:lpstr>
      <vt:lpstr>   Big Data                    Big Calculations</vt:lpstr>
      <vt:lpstr>Small Data – Big Calculations </vt:lpstr>
      <vt:lpstr>Small Data – Big Calculations </vt:lpstr>
      <vt:lpstr>Enablers of Analytics</vt:lpstr>
      <vt:lpstr>Data, data, data, …</vt:lpstr>
      <vt:lpstr>The World produces its events …</vt:lpstr>
      <vt:lpstr>Datafication  of the world</vt:lpstr>
      <vt:lpstr>Internet of Things</vt:lpstr>
      <vt:lpstr>Data storage</vt:lpstr>
      <vt:lpstr>Moore’s Law</vt:lpstr>
      <vt:lpstr>Better algorithms for predictive analytics</vt:lpstr>
      <vt:lpstr>Better algorithms for prescriptive analytics</vt:lpstr>
      <vt:lpstr>Traveling Salesman Problem (1) </vt:lpstr>
      <vt:lpstr>Traveling Salesman Problem (2)</vt:lpstr>
      <vt:lpstr>The dark and light side…</vt:lpstr>
      <vt:lpstr>Dark side of Analytics…</vt:lpstr>
      <vt:lpstr>Dark side of Analytics</vt:lpstr>
      <vt:lpstr>Dark side of Analytics</vt:lpstr>
      <vt:lpstr>ABW - examples</vt:lpstr>
      <vt:lpstr>Optimization of dike heights</vt:lpstr>
      <vt:lpstr>Analytics for Zero Hunger</vt:lpstr>
      <vt:lpstr>Investment infrastructure Timor Leste</vt:lpstr>
      <vt:lpstr>Optimizing feed for cattle for small farmers</vt:lpstr>
      <vt:lpstr>The curriculum year 1</vt:lpstr>
      <vt:lpstr>The curriculum year 2</vt:lpstr>
      <vt:lpstr>The curriculum year 3</vt:lpstr>
      <vt:lpstr>Lecture Goals </vt:lpstr>
      <vt:lpstr>This course is very hands-on… how and on what?</vt:lpstr>
      <vt:lpstr>Why python? Let's ask the world…</vt:lpstr>
      <vt:lpstr>Python is also a tool used by AI assistants</vt:lpstr>
      <vt:lpstr>Our preferred environment</vt:lpstr>
      <vt:lpstr>Jupyter from a cloud in your browser: a gift from Google</vt:lpstr>
      <vt:lpstr>Jupyter from a cloud in your browser: a gift from Google</vt:lpstr>
      <vt:lpstr>Jupyter from a cloud in your browser: a gift from Google</vt:lpstr>
      <vt:lpstr>Without colab</vt:lpstr>
      <vt:lpstr>Learning Python</vt:lpstr>
      <vt:lpstr>Guidance for self-study</vt:lpstr>
      <vt:lpstr>Weekly assignments</vt:lpstr>
      <vt:lpstr>Locating the CodeGrade assignments</vt:lpstr>
      <vt:lpstr>Completing CodeGrade assignments</vt:lpstr>
      <vt:lpstr>Submitting CodeGrade assignments</vt:lpstr>
      <vt:lpstr>More than grading, also feedback!</vt:lpstr>
      <vt:lpstr>The tutorials / seminars</vt:lpstr>
      <vt:lpstr>May I drive our car?</vt:lpstr>
      <vt:lpstr>AF447: when the autopilot disconnected</vt:lpstr>
      <vt:lpstr>Taking over requires preparation</vt:lpstr>
      <vt:lpstr>Training and simulators were strengthened</vt:lpstr>
      <vt:lpstr>Why we still learn Python</vt:lpstr>
      <vt:lpstr>What have we learned?</vt:lpstr>
      <vt:lpstr>What have we learned?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Eline Schoe</dc:creator>
  <cp:lastModifiedBy>Joaquim Gromicho</cp:lastModifiedBy>
  <cp:revision>127</cp:revision>
  <dcterms:created xsi:type="dcterms:W3CDTF">2018-03-15T13:05:51Z</dcterms:created>
  <dcterms:modified xsi:type="dcterms:W3CDTF">2026-08-31T19:00:49Z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0x010100B6A2028526D29248B684769BCCACCC4F</vt:lpwstr>
  </property>
  <property fmtid="{D5CDD505-2E9C-101B-9397-08002B2CF9AE}" pid="3" name="MediaServiceImageTags">
    <vt:lpwstr/>
  </property>
</Properties>
</file>